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p:regular r:id="rId35"/>
      <p:bold r:id="rId36"/>
      <p:italic r:id="rId37"/>
      <p:boldItalic r:id="rId38"/>
    </p:embeddedFont>
    <p:embeddedFont>
      <p:font typeface="Montserrat"/>
      <p:regular r:id="rId39"/>
      <p:bold r:id="rId40"/>
      <p:italic r:id="rId41"/>
      <p:boldItalic r:id="rId42"/>
    </p:embeddedFont>
    <p:embeddedFont>
      <p:font typeface="Anaheim"/>
      <p:regular r:id="rId43"/>
      <p:bold r:id="rId44"/>
    </p:embeddedFont>
    <p:embeddedFont>
      <p:font typeface="Delius"/>
      <p:regular r:id="rId45"/>
    </p:embeddedFont>
    <p:embeddedFont>
      <p:font typeface="Rubik"/>
      <p:regular r:id="rId46"/>
      <p:bold r:id="rId47"/>
      <p:italic r:id="rId48"/>
      <p:boldItalic r:id="rId49"/>
    </p:embeddedFont>
    <p:embeddedFont>
      <p:font typeface="Archivo"/>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iniKS8/xoBritprT5+YUx+gZDB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8D46E8-C3A3-492D-897D-539EE4B740B3}">
  <a:tblStyle styleId="{D38D46E8-C3A3-492D-897D-539EE4B740B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42" Type="http://schemas.openxmlformats.org/officeDocument/2006/relationships/font" Target="fonts/Montserrat-boldItalic.fntdata"/><Relationship Id="rId41" Type="http://schemas.openxmlformats.org/officeDocument/2006/relationships/font" Target="fonts/Montserrat-italic.fntdata"/><Relationship Id="rId44" Type="http://schemas.openxmlformats.org/officeDocument/2006/relationships/font" Target="fonts/Anaheim-bold.fntdata"/><Relationship Id="rId43" Type="http://schemas.openxmlformats.org/officeDocument/2006/relationships/font" Target="fonts/Anaheim-regular.fntdata"/><Relationship Id="rId46" Type="http://schemas.openxmlformats.org/officeDocument/2006/relationships/font" Target="fonts/Rubik-regular.fntdata"/><Relationship Id="rId45" Type="http://schemas.openxmlformats.org/officeDocument/2006/relationships/font" Target="fonts/Deliu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ubik-italic.fntdata"/><Relationship Id="rId47" Type="http://schemas.openxmlformats.org/officeDocument/2006/relationships/font" Target="fonts/Rubik-bold.fntdata"/><Relationship Id="rId49" Type="http://schemas.openxmlformats.org/officeDocument/2006/relationships/font" Target="fonts/Rubik-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oboto-regular.fntdata"/><Relationship Id="rId34" Type="http://schemas.openxmlformats.org/officeDocument/2006/relationships/slide" Target="slides/slide29.xml"/><Relationship Id="rId37" Type="http://schemas.openxmlformats.org/officeDocument/2006/relationships/font" Target="fonts/Roboto-italic.fntdata"/><Relationship Id="rId36" Type="http://schemas.openxmlformats.org/officeDocument/2006/relationships/font" Target="fonts/Roboto-bold.fntdata"/><Relationship Id="rId39" Type="http://schemas.openxmlformats.org/officeDocument/2006/relationships/font" Target="fonts/Montserrat-regular.fntdata"/><Relationship Id="rId38" Type="http://schemas.openxmlformats.org/officeDocument/2006/relationships/font" Target="fonts/Robo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chivo-bold.fntdata"/><Relationship Id="rId50" Type="http://schemas.openxmlformats.org/officeDocument/2006/relationships/font" Target="fonts/Archivo-regular.fntdata"/><Relationship Id="rId53" Type="http://schemas.openxmlformats.org/officeDocument/2006/relationships/font" Target="fonts/Archivo-boldItalic.fntdata"/><Relationship Id="rId52" Type="http://schemas.openxmlformats.org/officeDocument/2006/relationships/font" Target="fonts/Archivo-italic.fntdata"/><Relationship Id="rId11" Type="http://schemas.openxmlformats.org/officeDocument/2006/relationships/slide" Target="slides/slide6.xml"/><Relationship Id="rId55" Type="http://schemas.openxmlformats.org/officeDocument/2006/relationships/font" Target="fonts/OpenSans-bold.fntdata"/><Relationship Id="rId10" Type="http://schemas.openxmlformats.org/officeDocument/2006/relationships/slide" Target="slides/slide5.xml"/><Relationship Id="rId54" Type="http://schemas.openxmlformats.org/officeDocument/2006/relationships/font" Target="fonts/OpenSans-regular.fntdata"/><Relationship Id="rId13" Type="http://schemas.openxmlformats.org/officeDocument/2006/relationships/slide" Target="slides/slide8.xml"/><Relationship Id="rId57" Type="http://schemas.openxmlformats.org/officeDocument/2006/relationships/font" Target="fonts/OpenSans-boldItalic.fntdata"/><Relationship Id="rId12" Type="http://schemas.openxmlformats.org/officeDocument/2006/relationships/slide" Target="slides/slide7.xml"/><Relationship Id="rId56"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9" name="Google Shape;115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6" name="Google Shape;120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4" name="Google Shape;122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9" name="Google Shape;124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5" name="Google Shape;12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2" name="Google Shape;12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0" name="Google Shape;129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8" name="Google Shape;12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4" name="Google Shape;13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0" name="Google Shape;131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6" name="Google Shape;131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2" name="Google Shape;132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2" name="Google Shape;13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9" name="Google Shape;136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5" name="Google Shape;137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1" name="Google Shape;13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7" name="Google Shape;138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5" name="Google Shape;13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0" name="Google Shape;140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6" name="Google Shape;140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2" name="Google Shape;148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8" name="Google Shape;148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6" name="Google Shape;149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5" name="Google Shape;150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3" name="Google Shape;15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0" name="Google Shape;152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8" name="Google Shape;152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5" name="Google Shape;153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1" name="Google Shape;154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31"/>
          <p:cNvGrpSpPr/>
          <p:nvPr/>
        </p:nvGrpSpPr>
        <p:grpSpPr>
          <a:xfrm>
            <a:off x="-90" y="0"/>
            <a:ext cx="9144128" cy="5143530"/>
            <a:chOff x="-2163850" y="-134475"/>
            <a:chExt cx="3075000" cy="5336719"/>
          </a:xfrm>
        </p:grpSpPr>
        <p:cxnSp>
          <p:nvCxnSpPr>
            <p:cNvPr id="10" name="Google Shape;10;p31"/>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 name="Google Shape;11;p31"/>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2" name="Google Shape;12;p31"/>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3" name="Google Shape;13;p31"/>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 name="Google Shape;14;p31"/>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5" name="Google Shape;15;p31"/>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6" name="Google Shape;16;p31"/>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7" name="Google Shape;17;p31"/>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8" name="Google Shape;18;p31"/>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9" name="Google Shape;19;p31"/>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0" name="Google Shape;20;p31"/>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 name="Google Shape;21;p31"/>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2" name="Google Shape;22;p31"/>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3" name="Google Shape;23;p31"/>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4" name="Google Shape;24;p31"/>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 name="Google Shape;25;p31"/>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26" name="Google Shape;26;p31"/>
          <p:cNvSpPr txBox="1"/>
          <p:nvPr>
            <p:ph type="ctrTitle"/>
          </p:nvPr>
        </p:nvSpPr>
        <p:spPr>
          <a:xfrm>
            <a:off x="1489050" y="1305619"/>
            <a:ext cx="6165900" cy="1625400"/>
          </a:xfrm>
          <a:prstGeom prst="rect">
            <a:avLst/>
          </a:prstGeom>
          <a:noFill/>
          <a:ln>
            <a:noFill/>
          </a:ln>
        </p:spPr>
        <p:txBody>
          <a:bodyPr anchorCtr="0" anchor="b" bIns="91425" lIns="91425" spcFirstLastPara="1" rIns="91425" wrap="square" tIns="91425">
            <a:noAutofit/>
          </a:bodyPr>
          <a:lstStyle>
            <a:lvl1pPr lvl="0" algn="ctr">
              <a:lnSpc>
                <a:spcPct val="120000"/>
              </a:lnSpc>
              <a:spcBef>
                <a:spcPts val="0"/>
              </a:spcBef>
              <a:spcAft>
                <a:spcPts val="0"/>
              </a:spcAft>
              <a:buClr>
                <a:srgbClr val="191919"/>
              </a:buClr>
              <a:buSzPts val="5200"/>
              <a:buNone/>
              <a:defRPr sz="4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7" name="Google Shape;27;p31"/>
          <p:cNvSpPr txBox="1"/>
          <p:nvPr>
            <p:ph idx="1" type="subTitle"/>
          </p:nvPr>
        </p:nvSpPr>
        <p:spPr>
          <a:xfrm>
            <a:off x="1489050" y="3290025"/>
            <a:ext cx="6165900" cy="475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8" name="Google Shape;28;p31"/>
          <p:cNvGrpSpPr/>
          <p:nvPr/>
        </p:nvGrpSpPr>
        <p:grpSpPr>
          <a:xfrm>
            <a:off x="-42450" y="-42900"/>
            <a:ext cx="453600" cy="5229300"/>
            <a:chOff x="-42450" y="-42900"/>
            <a:chExt cx="453600" cy="5229300"/>
          </a:xfrm>
        </p:grpSpPr>
        <p:sp>
          <p:nvSpPr>
            <p:cNvPr id="29" name="Google Shape;29;p31"/>
            <p:cNvSpPr/>
            <p:nvPr/>
          </p:nvSpPr>
          <p:spPr>
            <a:xfrm>
              <a:off x="-42450" y="-42900"/>
              <a:ext cx="453600" cy="522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30" name="Google Shape;30;p31"/>
            <p:cNvSpPr/>
            <p:nvPr/>
          </p:nvSpPr>
          <p:spPr>
            <a:xfrm>
              <a:off x="83575" y="274600"/>
              <a:ext cx="224400" cy="224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 name="Google Shape;31;p31"/>
          <p:cNvGrpSpPr/>
          <p:nvPr/>
        </p:nvGrpSpPr>
        <p:grpSpPr>
          <a:xfrm>
            <a:off x="7162950" y="-625315"/>
            <a:ext cx="1814525" cy="1589511"/>
            <a:chOff x="1598650" y="-651565"/>
            <a:chExt cx="1814525" cy="1589511"/>
          </a:xfrm>
        </p:grpSpPr>
        <p:grpSp>
          <p:nvGrpSpPr>
            <p:cNvPr id="32" name="Google Shape;32;p31"/>
            <p:cNvGrpSpPr/>
            <p:nvPr/>
          </p:nvGrpSpPr>
          <p:grpSpPr>
            <a:xfrm rot="-2036207">
              <a:off x="2297842" y="-546073"/>
              <a:ext cx="798547" cy="1378526"/>
              <a:chOff x="1763900" y="-464625"/>
              <a:chExt cx="185600" cy="320400"/>
            </a:xfrm>
          </p:grpSpPr>
          <p:sp>
            <p:nvSpPr>
              <p:cNvPr id="33" name="Google Shape;33;p31"/>
              <p:cNvSpPr/>
              <p:nvPr/>
            </p:nvSpPr>
            <p:spPr>
              <a:xfrm>
                <a:off x="1763900" y="-464625"/>
                <a:ext cx="184475" cy="320100"/>
              </a:xfrm>
              <a:custGeom>
                <a:rect b="b" l="l" r="r" t="t"/>
                <a:pathLst>
                  <a:path extrusionOk="0" h="12804" w="7379">
                    <a:moveTo>
                      <a:pt x="5333" y="2584"/>
                    </a:moveTo>
                    <a:cubicBezTo>
                      <a:pt x="5407" y="5049"/>
                      <a:pt x="5407" y="7513"/>
                      <a:pt x="5363" y="9933"/>
                    </a:cubicBezTo>
                    <a:lnTo>
                      <a:pt x="5363" y="10336"/>
                    </a:lnTo>
                    <a:cubicBezTo>
                      <a:pt x="3914" y="9978"/>
                      <a:pt x="2898" y="8768"/>
                      <a:pt x="2525" y="7588"/>
                    </a:cubicBezTo>
                    <a:cubicBezTo>
                      <a:pt x="2390" y="7244"/>
                      <a:pt x="2345" y="6871"/>
                      <a:pt x="2345" y="6468"/>
                    </a:cubicBezTo>
                    <a:cubicBezTo>
                      <a:pt x="2375" y="5109"/>
                      <a:pt x="3242" y="3630"/>
                      <a:pt x="4586" y="2868"/>
                    </a:cubicBezTo>
                    <a:cubicBezTo>
                      <a:pt x="4810" y="2749"/>
                      <a:pt x="5079" y="2614"/>
                      <a:pt x="5333" y="2584"/>
                    </a:cubicBezTo>
                    <a:close/>
                    <a:moveTo>
                      <a:pt x="7244" y="1"/>
                    </a:moveTo>
                    <a:lnTo>
                      <a:pt x="7244" y="1"/>
                    </a:lnTo>
                    <a:cubicBezTo>
                      <a:pt x="5960" y="105"/>
                      <a:pt x="4705" y="508"/>
                      <a:pt x="3645" y="1195"/>
                    </a:cubicBezTo>
                    <a:cubicBezTo>
                      <a:pt x="1330" y="2659"/>
                      <a:pt x="1" y="5527"/>
                      <a:pt x="822" y="8215"/>
                    </a:cubicBezTo>
                    <a:cubicBezTo>
                      <a:pt x="1582" y="10774"/>
                      <a:pt x="4361" y="12803"/>
                      <a:pt x="7056" y="12803"/>
                    </a:cubicBezTo>
                    <a:cubicBezTo>
                      <a:pt x="7114" y="12803"/>
                      <a:pt x="7172" y="12802"/>
                      <a:pt x="7229" y="12801"/>
                    </a:cubicBezTo>
                    <a:cubicBezTo>
                      <a:pt x="7379" y="8544"/>
                      <a:pt x="7379" y="4257"/>
                      <a:pt x="72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31"/>
              <p:cNvSpPr/>
              <p:nvPr/>
            </p:nvSpPr>
            <p:spPr>
              <a:xfrm>
                <a:off x="1895325" y="-463875"/>
                <a:ext cx="54175" cy="319650"/>
              </a:xfrm>
              <a:custGeom>
                <a:rect b="b" l="l" r="r" t="t"/>
                <a:pathLst>
                  <a:path extrusionOk="0" h="12786" w="2167">
                    <a:moveTo>
                      <a:pt x="1674" y="0"/>
                    </a:moveTo>
                    <a:cubicBezTo>
                      <a:pt x="1644" y="0"/>
                      <a:pt x="1599" y="30"/>
                      <a:pt x="1599" y="45"/>
                    </a:cubicBezTo>
                    <a:cubicBezTo>
                      <a:pt x="1569" y="105"/>
                      <a:pt x="1599" y="120"/>
                      <a:pt x="1644" y="120"/>
                    </a:cubicBezTo>
                    <a:lnTo>
                      <a:pt x="1972" y="120"/>
                    </a:lnTo>
                    <a:cubicBezTo>
                      <a:pt x="1987" y="120"/>
                      <a:pt x="2047" y="105"/>
                      <a:pt x="2047" y="75"/>
                    </a:cubicBezTo>
                    <a:cubicBezTo>
                      <a:pt x="2047" y="45"/>
                      <a:pt x="2017" y="0"/>
                      <a:pt x="1987" y="0"/>
                    </a:cubicBezTo>
                    <a:close/>
                    <a:moveTo>
                      <a:pt x="1674" y="478"/>
                    </a:moveTo>
                    <a:cubicBezTo>
                      <a:pt x="1644" y="478"/>
                      <a:pt x="1599" y="493"/>
                      <a:pt x="1599" y="523"/>
                    </a:cubicBezTo>
                    <a:cubicBezTo>
                      <a:pt x="1569" y="568"/>
                      <a:pt x="1599" y="598"/>
                      <a:pt x="1644" y="598"/>
                    </a:cubicBezTo>
                    <a:lnTo>
                      <a:pt x="1972" y="598"/>
                    </a:lnTo>
                    <a:cubicBezTo>
                      <a:pt x="1987" y="598"/>
                      <a:pt x="2047" y="568"/>
                      <a:pt x="2047" y="553"/>
                    </a:cubicBezTo>
                    <a:cubicBezTo>
                      <a:pt x="2047" y="523"/>
                      <a:pt x="2017" y="478"/>
                      <a:pt x="1987" y="478"/>
                    </a:cubicBezTo>
                    <a:close/>
                    <a:moveTo>
                      <a:pt x="1674" y="926"/>
                    </a:moveTo>
                    <a:cubicBezTo>
                      <a:pt x="1644" y="926"/>
                      <a:pt x="1599" y="941"/>
                      <a:pt x="1599" y="971"/>
                    </a:cubicBezTo>
                    <a:cubicBezTo>
                      <a:pt x="1599" y="1016"/>
                      <a:pt x="1614" y="1046"/>
                      <a:pt x="1644" y="1046"/>
                    </a:cubicBezTo>
                    <a:lnTo>
                      <a:pt x="1972" y="1046"/>
                    </a:lnTo>
                    <a:cubicBezTo>
                      <a:pt x="1987" y="1046"/>
                      <a:pt x="2047" y="1016"/>
                      <a:pt x="2047" y="1001"/>
                    </a:cubicBezTo>
                    <a:cubicBezTo>
                      <a:pt x="2047" y="971"/>
                      <a:pt x="2017" y="926"/>
                      <a:pt x="1987" y="926"/>
                    </a:cubicBezTo>
                    <a:close/>
                    <a:moveTo>
                      <a:pt x="1674" y="1374"/>
                    </a:moveTo>
                    <a:cubicBezTo>
                      <a:pt x="1644" y="1374"/>
                      <a:pt x="1599" y="1389"/>
                      <a:pt x="1599" y="1419"/>
                    </a:cubicBezTo>
                    <a:cubicBezTo>
                      <a:pt x="1599" y="1464"/>
                      <a:pt x="1614" y="1494"/>
                      <a:pt x="1644" y="1494"/>
                    </a:cubicBezTo>
                    <a:lnTo>
                      <a:pt x="1972" y="1494"/>
                    </a:lnTo>
                    <a:cubicBezTo>
                      <a:pt x="1987" y="1494"/>
                      <a:pt x="2047" y="1464"/>
                      <a:pt x="2047" y="1449"/>
                    </a:cubicBezTo>
                    <a:cubicBezTo>
                      <a:pt x="2047" y="1419"/>
                      <a:pt x="2017" y="1374"/>
                      <a:pt x="1987" y="1374"/>
                    </a:cubicBezTo>
                    <a:close/>
                    <a:moveTo>
                      <a:pt x="1226" y="1823"/>
                    </a:moveTo>
                    <a:cubicBezTo>
                      <a:pt x="1196" y="1823"/>
                      <a:pt x="1166" y="1867"/>
                      <a:pt x="1166" y="1897"/>
                    </a:cubicBezTo>
                    <a:cubicBezTo>
                      <a:pt x="1166" y="1942"/>
                      <a:pt x="1196" y="1942"/>
                      <a:pt x="1241" y="1942"/>
                    </a:cubicBezTo>
                    <a:lnTo>
                      <a:pt x="1614" y="1942"/>
                    </a:lnTo>
                    <a:lnTo>
                      <a:pt x="1644" y="1972"/>
                    </a:lnTo>
                    <a:lnTo>
                      <a:pt x="1972" y="1972"/>
                    </a:lnTo>
                    <a:cubicBezTo>
                      <a:pt x="1987" y="1972"/>
                      <a:pt x="2047" y="1942"/>
                      <a:pt x="2047" y="1912"/>
                    </a:cubicBezTo>
                    <a:cubicBezTo>
                      <a:pt x="2047" y="1897"/>
                      <a:pt x="2017" y="1837"/>
                      <a:pt x="1987" y="1837"/>
                    </a:cubicBezTo>
                    <a:lnTo>
                      <a:pt x="1719" y="1837"/>
                    </a:lnTo>
                    <a:cubicBezTo>
                      <a:pt x="1689" y="1823"/>
                      <a:pt x="1689" y="1823"/>
                      <a:pt x="1674" y="1823"/>
                    </a:cubicBezTo>
                    <a:close/>
                    <a:moveTo>
                      <a:pt x="1689" y="2256"/>
                    </a:moveTo>
                    <a:cubicBezTo>
                      <a:pt x="1674" y="2256"/>
                      <a:pt x="1614" y="2286"/>
                      <a:pt x="1614" y="2315"/>
                    </a:cubicBezTo>
                    <a:cubicBezTo>
                      <a:pt x="1599" y="2360"/>
                      <a:pt x="1644" y="2390"/>
                      <a:pt x="1674" y="2390"/>
                    </a:cubicBezTo>
                    <a:lnTo>
                      <a:pt x="1987" y="2390"/>
                    </a:lnTo>
                    <a:cubicBezTo>
                      <a:pt x="2017" y="2390"/>
                      <a:pt x="2062" y="2360"/>
                      <a:pt x="2062" y="2330"/>
                    </a:cubicBezTo>
                    <a:cubicBezTo>
                      <a:pt x="2062" y="2315"/>
                      <a:pt x="2047" y="2256"/>
                      <a:pt x="2017" y="2256"/>
                    </a:cubicBezTo>
                    <a:close/>
                    <a:moveTo>
                      <a:pt x="1689" y="2704"/>
                    </a:moveTo>
                    <a:cubicBezTo>
                      <a:pt x="1674" y="2704"/>
                      <a:pt x="1614" y="2734"/>
                      <a:pt x="1614" y="2764"/>
                    </a:cubicBezTo>
                    <a:cubicBezTo>
                      <a:pt x="1614" y="2808"/>
                      <a:pt x="1644" y="2838"/>
                      <a:pt x="1674" y="2838"/>
                    </a:cubicBezTo>
                    <a:lnTo>
                      <a:pt x="1987" y="2838"/>
                    </a:lnTo>
                    <a:cubicBezTo>
                      <a:pt x="2017" y="2838"/>
                      <a:pt x="2062" y="2808"/>
                      <a:pt x="2062" y="2778"/>
                    </a:cubicBezTo>
                    <a:cubicBezTo>
                      <a:pt x="2062" y="2764"/>
                      <a:pt x="2047" y="2704"/>
                      <a:pt x="2017" y="2704"/>
                    </a:cubicBezTo>
                    <a:close/>
                    <a:moveTo>
                      <a:pt x="1719" y="3152"/>
                    </a:moveTo>
                    <a:cubicBezTo>
                      <a:pt x="1689" y="3152"/>
                      <a:pt x="1644" y="3182"/>
                      <a:pt x="1644" y="3212"/>
                    </a:cubicBezTo>
                    <a:cubicBezTo>
                      <a:pt x="1618" y="3250"/>
                      <a:pt x="1637" y="3289"/>
                      <a:pt x="1672" y="3289"/>
                    </a:cubicBezTo>
                    <a:cubicBezTo>
                      <a:pt x="1677" y="3289"/>
                      <a:pt x="1683" y="3288"/>
                      <a:pt x="1689" y="3286"/>
                    </a:cubicBezTo>
                    <a:lnTo>
                      <a:pt x="2017" y="3286"/>
                    </a:lnTo>
                    <a:cubicBezTo>
                      <a:pt x="2047" y="3286"/>
                      <a:pt x="2092" y="3256"/>
                      <a:pt x="2092" y="3227"/>
                    </a:cubicBezTo>
                    <a:cubicBezTo>
                      <a:pt x="2092" y="3212"/>
                      <a:pt x="2062" y="3152"/>
                      <a:pt x="2047" y="3152"/>
                    </a:cubicBezTo>
                    <a:close/>
                    <a:moveTo>
                      <a:pt x="1739" y="3617"/>
                    </a:moveTo>
                    <a:cubicBezTo>
                      <a:pt x="1714" y="3617"/>
                      <a:pt x="1704" y="3630"/>
                      <a:pt x="1674" y="3630"/>
                    </a:cubicBezTo>
                    <a:lnTo>
                      <a:pt x="1300" y="3630"/>
                    </a:lnTo>
                    <a:cubicBezTo>
                      <a:pt x="1271" y="3630"/>
                      <a:pt x="1241" y="3675"/>
                      <a:pt x="1241" y="3704"/>
                    </a:cubicBezTo>
                    <a:cubicBezTo>
                      <a:pt x="1241" y="3749"/>
                      <a:pt x="1271" y="3749"/>
                      <a:pt x="1315" y="3749"/>
                    </a:cubicBezTo>
                    <a:lnTo>
                      <a:pt x="2047" y="3749"/>
                    </a:lnTo>
                    <a:cubicBezTo>
                      <a:pt x="2062" y="3749"/>
                      <a:pt x="2122" y="3734"/>
                      <a:pt x="2122" y="3704"/>
                    </a:cubicBezTo>
                    <a:cubicBezTo>
                      <a:pt x="2122" y="3675"/>
                      <a:pt x="2092" y="3630"/>
                      <a:pt x="2062" y="3630"/>
                    </a:cubicBezTo>
                    <a:lnTo>
                      <a:pt x="1793" y="3630"/>
                    </a:lnTo>
                    <a:cubicBezTo>
                      <a:pt x="1768" y="3620"/>
                      <a:pt x="1752" y="3617"/>
                      <a:pt x="1739" y="3617"/>
                    </a:cubicBezTo>
                    <a:close/>
                    <a:moveTo>
                      <a:pt x="1719" y="4078"/>
                    </a:moveTo>
                    <a:cubicBezTo>
                      <a:pt x="1689" y="4078"/>
                      <a:pt x="1644" y="4108"/>
                      <a:pt x="1644" y="4123"/>
                    </a:cubicBezTo>
                    <a:cubicBezTo>
                      <a:pt x="1644" y="4182"/>
                      <a:pt x="1674" y="4197"/>
                      <a:pt x="1689" y="4197"/>
                    </a:cubicBezTo>
                    <a:lnTo>
                      <a:pt x="2017" y="4197"/>
                    </a:lnTo>
                    <a:cubicBezTo>
                      <a:pt x="2047" y="4197"/>
                      <a:pt x="2092" y="4182"/>
                      <a:pt x="2092" y="4153"/>
                    </a:cubicBezTo>
                    <a:cubicBezTo>
                      <a:pt x="2092" y="4123"/>
                      <a:pt x="2062" y="4078"/>
                      <a:pt x="2047" y="4078"/>
                    </a:cubicBezTo>
                    <a:close/>
                    <a:moveTo>
                      <a:pt x="1719" y="4526"/>
                    </a:moveTo>
                    <a:cubicBezTo>
                      <a:pt x="1689" y="4526"/>
                      <a:pt x="1644" y="4556"/>
                      <a:pt x="1644" y="4571"/>
                    </a:cubicBezTo>
                    <a:cubicBezTo>
                      <a:pt x="1644" y="4631"/>
                      <a:pt x="1674" y="4645"/>
                      <a:pt x="1689" y="4645"/>
                    </a:cubicBezTo>
                    <a:lnTo>
                      <a:pt x="2017" y="4645"/>
                    </a:lnTo>
                    <a:cubicBezTo>
                      <a:pt x="2047" y="4645"/>
                      <a:pt x="2092" y="4631"/>
                      <a:pt x="2092" y="4601"/>
                    </a:cubicBezTo>
                    <a:cubicBezTo>
                      <a:pt x="2092" y="4571"/>
                      <a:pt x="2062" y="4526"/>
                      <a:pt x="2047" y="4526"/>
                    </a:cubicBezTo>
                    <a:close/>
                    <a:moveTo>
                      <a:pt x="1719" y="4974"/>
                    </a:moveTo>
                    <a:cubicBezTo>
                      <a:pt x="1689" y="4974"/>
                      <a:pt x="1644" y="5004"/>
                      <a:pt x="1644" y="5019"/>
                    </a:cubicBezTo>
                    <a:cubicBezTo>
                      <a:pt x="1644" y="5079"/>
                      <a:pt x="1674" y="5094"/>
                      <a:pt x="1689" y="5094"/>
                    </a:cubicBezTo>
                    <a:lnTo>
                      <a:pt x="2017" y="5094"/>
                    </a:lnTo>
                    <a:cubicBezTo>
                      <a:pt x="2047" y="5094"/>
                      <a:pt x="2092" y="5079"/>
                      <a:pt x="2092" y="5049"/>
                    </a:cubicBezTo>
                    <a:cubicBezTo>
                      <a:pt x="2092" y="5019"/>
                      <a:pt x="2062" y="4974"/>
                      <a:pt x="2047" y="4974"/>
                    </a:cubicBezTo>
                    <a:close/>
                    <a:moveTo>
                      <a:pt x="1315" y="5422"/>
                    </a:moveTo>
                    <a:cubicBezTo>
                      <a:pt x="1300" y="5422"/>
                      <a:pt x="1271" y="5467"/>
                      <a:pt x="1271" y="5497"/>
                    </a:cubicBezTo>
                    <a:cubicBezTo>
                      <a:pt x="1271" y="5542"/>
                      <a:pt x="1300" y="5542"/>
                      <a:pt x="1345" y="5542"/>
                    </a:cubicBezTo>
                    <a:lnTo>
                      <a:pt x="2092" y="5542"/>
                    </a:lnTo>
                    <a:cubicBezTo>
                      <a:pt x="2122" y="5542"/>
                      <a:pt x="2167" y="5527"/>
                      <a:pt x="2167" y="5497"/>
                    </a:cubicBezTo>
                    <a:cubicBezTo>
                      <a:pt x="2167" y="5467"/>
                      <a:pt x="2137" y="5422"/>
                      <a:pt x="2122" y="5422"/>
                    </a:cubicBezTo>
                    <a:close/>
                    <a:moveTo>
                      <a:pt x="1748" y="5870"/>
                    </a:moveTo>
                    <a:cubicBezTo>
                      <a:pt x="1719" y="5870"/>
                      <a:pt x="1674" y="5900"/>
                      <a:pt x="1674" y="5915"/>
                    </a:cubicBezTo>
                    <a:cubicBezTo>
                      <a:pt x="1674" y="5975"/>
                      <a:pt x="1689" y="5990"/>
                      <a:pt x="1719" y="5990"/>
                    </a:cubicBezTo>
                    <a:lnTo>
                      <a:pt x="2047" y="5990"/>
                    </a:lnTo>
                    <a:cubicBezTo>
                      <a:pt x="2062" y="5990"/>
                      <a:pt x="2122" y="5975"/>
                      <a:pt x="2122" y="5945"/>
                    </a:cubicBezTo>
                    <a:cubicBezTo>
                      <a:pt x="2122" y="5915"/>
                      <a:pt x="2092" y="5870"/>
                      <a:pt x="2062" y="5870"/>
                    </a:cubicBezTo>
                    <a:close/>
                    <a:moveTo>
                      <a:pt x="1763" y="6318"/>
                    </a:moveTo>
                    <a:cubicBezTo>
                      <a:pt x="1748" y="6318"/>
                      <a:pt x="1689" y="6348"/>
                      <a:pt x="1689" y="6363"/>
                    </a:cubicBezTo>
                    <a:cubicBezTo>
                      <a:pt x="1677" y="6410"/>
                      <a:pt x="1684" y="6447"/>
                      <a:pt x="1715" y="6447"/>
                    </a:cubicBezTo>
                    <a:cubicBezTo>
                      <a:pt x="1724" y="6447"/>
                      <a:pt x="1735" y="6444"/>
                      <a:pt x="1748" y="6438"/>
                    </a:cubicBezTo>
                    <a:lnTo>
                      <a:pt x="2062" y="6438"/>
                    </a:lnTo>
                    <a:cubicBezTo>
                      <a:pt x="2092" y="6438"/>
                      <a:pt x="2137" y="6423"/>
                      <a:pt x="2137" y="6393"/>
                    </a:cubicBezTo>
                    <a:cubicBezTo>
                      <a:pt x="2137" y="6363"/>
                      <a:pt x="2122" y="6318"/>
                      <a:pt x="2092" y="6318"/>
                    </a:cubicBezTo>
                    <a:close/>
                    <a:moveTo>
                      <a:pt x="1748" y="6796"/>
                    </a:moveTo>
                    <a:cubicBezTo>
                      <a:pt x="1719" y="6796"/>
                      <a:pt x="1674" y="6811"/>
                      <a:pt x="1674" y="6841"/>
                    </a:cubicBezTo>
                    <a:cubicBezTo>
                      <a:pt x="1674" y="6871"/>
                      <a:pt x="1689" y="6886"/>
                      <a:pt x="1719" y="6916"/>
                    </a:cubicBezTo>
                    <a:lnTo>
                      <a:pt x="2062" y="6916"/>
                    </a:lnTo>
                    <a:cubicBezTo>
                      <a:pt x="2092" y="6916"/>
                      <a:pt x="2137" y="6886"/>
                      <a:pt x="2137" y="6871"/>
                    </a:cubicBezTo>
                    <a:cubicBezTo>
                      <a:pt x="2137" y="6841"/>
                      <a:pt x="2122" y="6796"/>
                      <a:pt x="2092" y="6796"/>
                    </a:cubicBezTo>
                    <a:close/>
                    <a:moveTo>
                      <a:pt x="1300" y="7214"/>
                    </a:moveTo>
                    <a:cubicBezTo>
                      <a:pt x="1271" y="7214"/>
                      <a:pt x="1241" y="7259"/>
                      <a:pt x="1241" y="7289"/>
                    </a:cubicBezTo>
                    <a:cubicBezTo>
                      <a:pt x="1241" y="7334"/>
                      <a:pt x="1271" y="7334"/>
                      <a:pt x="1315" y="7334"/>
                    </a:cubicBezTo>
                    <a:lnTo>
                      <a:pt x="2092" y="7334"/>
                    </a:lnTo>
                    <a:cubicBezTo>
                      <a:pt x="2122" y="7334"/>
                      <a:pt x="2167" y="7319"/>
                      <a:pt x="2167" y="7289"/>
                    </a:cubicBezTo>
                    <a:cubicBezTo>
                      <a:pt x="2167" y="7259"/>
                      <a:pt x="2137" y="7214"/>
                      <a:pt x="2122" y="7214"/>
                    </a:cubicBezTo>
                    <a:lnTo>
                      <a:pt x="1823" y="7214"/>
                    </a:lnTo>
                    <a:cubicBezTo>
                      <a:pt x="1793" y="7229"/>
                      <a:pt x="1778" y="7237"/>
                      <a:pt x="1769" y="7237"/>
                    </a:cubicBezTo>
                    <a:cubicBezTo>
                      <a:pt x="1760" y="7237"/>
                      <a:pt x="1756" y="7229"/>
                      <a:pt x="1748" y="7214"/>
                    </a:cubicBezTo>
                    <a:close/>
                    <a:moveTo>
                      <a:pt x="1748" y="7692"/>
                    </a:moveTo>
                    <a:cubicBezTo>
                      <a:pt x="1719" y="7692"/>
                      <a:pt x="1674" y="7707"/>
                      <a:pt x="1674" y="7737"/>
                    </a:cubicBezTo>
                    <a:cubicBezTo>
                      <a:pt x="1674" y="7782"/>
                      <a:pt x="1689" y="7812"/>
                      <a:pt x="1719" y="7812"/>
                    </a:cubicBezTo>
                    <a:lnTo>
                      <a:pt x="2062" y="7812"/>
                    </a:lnTo>
                    <a:cubicBezTo>
                      <a:pt x="2092" y="7812"/>
                      <a:pt x="2137" y="7782"/>
                      <a:pt x="2137" y="7767"/>
                    </a:cubicBezTo>
                    <a:cubicBezTo>
                      <a:pt x="2137" y="7737"/>
                      <a:pt x="2122" y="7692"/>
                      <a:pt x="2092" y="7692"/>
                    </a:cubicBezTo>
                    <a:close/>
                    <a:moveTo>
                      <a:pt x="1748" y="8140"/>
                    </a:moveTo>
                    <a:cubicBezTo>
                      <a:pt x="1719" y="8140"/>
                      <a:pt x="1674" y="8155"/>
                      <a:pt x="1674" y="8185"/>
                    </a:cubicBezTo>
                    <a:cubicBezTo>
                      <a:pt x="1674" y="8230"/>
                      <a:pt x="1689" y="8260"/>
                      <a:pt x="1719" y="8260"/>
                    </a:cubicBezTo>
                    <a:lnTo>
                      <a:pt x="2062" y="8260"/>
                    </a:lnTo>
                    <a:cubicBezTo>
                      <a:pt x="2092" y="8260"/>
                      <a:pt x="2137" y="8230"/>
                      <a:pt x="2137" y="8215"/>
                    </a:cubicBezTo>
                    <a:cubicBezTo>
                      <a:pt x="2137" y="8185"/>
                      <a:pt x="2122" y="8140"/>
                      <a:pt x="2092" y="8140"/>
                    </a:cubicBezTo>
                    <a:close/>
                    <a:moveTo>
                      <a:pt x="1748" y="8589"/>
                    </a:moveTo>
                    <a:cubicBezTo>
                      <a:pt x="1719" y="8589"/>
                      <a:pt x="1674" y="8603"/>
                      <a:pt x="1674" y="8633"/>
                    </a:cubicBezTo>
                    <a:cubicBezTo>
                      <a:pt x="1674" y="8678"/>
                      <a:pt x="1689" y="8708"/>
                      <a:pt x="1719" y="8708"/>
                    </a:cubicBezTo>
                    <a:lnTo>
                      <a:pt x="2062" y="8708"/>
                    </a:lnTo>
                    <a:cubicBezTo>
                      <a:pt x="2092" y="8708"/>
                      <a:pt x="2137" y="8678"/>
                      <a:pt x="2137" y="8663"/>
                    </a:cubicBezTo>
                    <a:cubicBezTo>
                      <a:pt x="2137" y="8633"/>
                      <a:pt x="2122" y="8589"/>
                      <a:pt x="2092" y="8589"/>
                    </a:cubicBezTo>
                    <a:close/>
                    <a:moveTo>
                      <a:pt x="1196" y="9007"/>
                    </a:moveTo>
                    <a:cubicBezTo>
                      <a:pt x="1166" y="9007"/>
                      <a:pt x="1121" y="9037"/>
                      <a:pt x="1121" y="9052"/>
                    </a:cubicBezTo>
                    <a:cubicBezTo>
                      <a:pt x="1121" y="9081"/>
                      <a:pt x="1151" y="9126"/>
                      <a:pt x="1166" y="9126"/>
                    </a:cubicBezTo>
                    <a:cubicBezTo>
                      <a:pt x="1345" y="9126"/>
                      <a:pt x="1524" y="9126"/>
                      <a:pt x="1689" y="9156"/>
                    </a:cubicBezTo>
                    <a:lnTo>
                      <a:pt x="2062" y="9156"/>
                    </a:lnTo>
                    <a:cubicBezTo>
                      <a:pt x="2092" y="9156"/>
                      <a:pt x="2137" y="9126"/>
                      <a:pt x="2137" y="9111"/>
                    </a:cubicBezTo>
                    <a:cubicBezTo>
                      <a:pt x="2137" y="9081"/>
                      <a:pt x="2122" y="9037"/>
                      <a:pt x="2092" y="9037"/>
                    </a:cubicBezTo>
                    <a:lnTo>
                      <a:pt x="1719" y="9037"/>
                    </a:lnTo>
                    <a:cubicBezTo>
                      <a:pt x="1539" y="9037"/>
                      <a:pt x="1375" y="9037"/>
                      <a:pt x="1196" y="9007"/>
                    </a:cubicBezTo>
                    <a:close/>
                    <a:moveTo>
                      <a:pt x="1748" y="9485"/>
                    </a:moveTo>
                    <a:cubicBezTo>
                      <a:pt x="1719" y="9485"/>
                      <a:pt x="1674" y="9500"/>
                      <a:pt x="1674" y="9529"/>
                    </a:cubicBezTo>
                    <a:cubicBezTo>
                      <a:pt x="1674" y="9574"/>
                      <a:pt x="1689" y="9604"/>
                      <a:pt x="1719" y="9604"/>
                    </a:cubicBezTo>
                    <a:cubicBezTo>
                      <a:pt x="1823" y="9604"/>
                      <a:pt x="1913" y="9604"/>
                      <a:pt x="1987" y="9634"/>
                    </a:cubicBezTo>
                    <a:lnTo>
                      <a:pt x="2047" y="9634"/>
                    </a:lnTo>
                    <a:cubicBezTo>
                      <a:pt x="2062" y="9634"/>
                      <a:pt x="2122" y="9604"/>
                      <a:pt x="2122" y="9574"/>
                    </a:cubicBezTo>
                    <a:cubicBezTo>
                      <a:pt x="2122" y="9559"/>
                      <a:pt x="2092" y="9500"/>
                      <a:pt x="2062" y="9500"/>
                    </a:cubicBezTo>
                    <a:cubicBezTo>
                      <a:pt x="1972" y="9500"/>
                      <a:pt x="1868" y="9500"/>
                      <a:pt x="1793" y="9485"/>
                    </a:cubicBezTo>
                    <a:close/>
                    <a:moveTo>
                      <a:pt x="1719" y="9933"/>
                    </a:moveTo>
                    <a:cubicBezTo>
                      <a:pt x="1689" y="9933"/>
                      <a:pt x="1644" y="9948"/>
                      <a:pt x="1644" y="9978"/>
                    </a:cubicBezTo>
                    <a:cubicBezTo>
                      <a:pt x="1644" y="10022"/>
                      <a:pt x="1674" y="10052"/>
                      <a:pt x="1689" y="10052"/>
                    </a:cubicBezTo>
                    <a:cubicBezTo>
                      <a:pt x="1793" y="10052"/>
                      <a:pt x="1898" y="10052"/>
                      <a:pt x="1972" y="10082"/>
                    </a:cubicBezTo>
                    <a:lnTo>
                      <a:pt x="2017" y="10082"/>
                    </a:lnTo>
                    <a:cubicBezTo>
                      <a:pt x="2047" y="10082"/>
                      <a:pt x="2092" y="10052"/>
                      <a:pt x="2092" y="10022"/>
                    </a:cubicBezTo>
                    <a:cubicBezTo>
                      <a:pt x="2092" y="10007"/>
                      <a:pt x="2062" y="9948"/>
                      <a:pt x="2047" y="9948"/>
                    </a:cubicBezTo>
                    <a:cubicBezTo>
                      <a:pt x="1943" y="9948"/>
                      <a:pt x="1838" y="9948"/>
                      <a:pt x="1763" y="9933"/>
                    </a:cubicBezTo>
                    <a:close/>
                    <a:moveTo>
                      <a:pt x="1719" y="10381"/>
                    </a:moveTo>
                    <a:cubicBezTo>
                      <a:pt x="1689" y="10381"/>
                      <a:pt x="1644" y="10396"/>
                      <a:pt x="1644" y="10426"/>
                    </a:cubicBezTo>
                    <a:cubicBezTo>
                      <a:pt x="1614" y="10470"/>
                      <a:pt x="1644" y="10500"/>
                      <a:pt x="1689" y="10500"/>
                    </a:cubicBezTo>
                    <a:cubicBezTo>
                      <a:pt x="1793" y="10500"/>
                      <a:pt x="1898" y="10500"/>
                      <a:pt x="1972" y="10530"/>
                    </a:cubicBezTo>
                    <a:lnTo>
                      <a:pt x="2017" y="10530"/>
                    </a:lnTo>
                    <a:cubicBezTo>
                      <a:pt x="2047" y="10530"/>
                      <a:pt x="2092" y="10500"/>
                      <a:pt x="2092" y="10470"/>
                    </a:cubicBezTo>
                    <a:cubicBezTo>
                      <a:pt x="2092" y="10455"/>
                      <a:pt x="2062" y="10396"/>
                      <a:pt x="2047" y="10396"/>
                    </a:cubicBezTo>
                    <a:cubicBezTo>
                      <a:pt x="1943" y="10396"/>
                      <a:pt x="1838" y="10396"/>
                      <a:pt x="1763" y="10381"/>
                    </a:cubicBezTo>
                    <a:close/>
                    <a:moveTo>
                      <a:pt x="68" y="1785"/>
                    </a:moveTo>
                    <a:cubicBezTo>
                      <a:pt x="36" y="1785"/>
                      <a:pt x="1" y="1811"/>
                      <a:pt x="1" y="1867"/>
                    </a:cubicBezTo>
                    <a:cubicBezTo>
                      <a:pt x="46" y="4227"/>
                      <a:pt x="76" y="6587"/>
                      <a:pt x="46" y="8962"/>
                    </a:cubicBezTo>
                    <a:cubicBezTo>
                      <a:pt x="46" y="9604"/>
                      <a:pt x="31" y="10276"/>
                      <a:pt x="31" y="10918"/>
                    </a:cubicBezTo>
                    <a:cubicBezTo>
                      <a:pt x="31" y="10950"/>
                      <a:pt x="64" y="10969"/>
                      <a:pt x="100" y="10969"/>
                    </a:cubicBezTo>
                    <a:cubicBezTo>
                      <a:pt x="132" y="10969"/>
                      <a:pt x="166" y="10954"/>
                      <a:pt x="180" y="10918"/>
                    </a:cubicBezTo>
                    <a:cubicBezTo>
                      <a:pt x="225" y="8559"/>
                      <a:pt x="225" y="6214"/>
                      <a:pt x="180" y="3854"/>
                    </a:cubicBezTo>
                    <a:cubicBezTo>
                      <a:pt x="180" y="3182"/>
                      <a:pt x="150" y="2510"/>
                      <a:pt x="120" y="1837"/>
                    </a:cubicBezTo>
                    <a:cubicBezTo>
                      <a:pt x="120" y="1803"/>
                      <a:pt x="95" y="1785"/>
                      <a:pt x="68" y="1785"/>
                    </a:cubicBezTo>
                    <a:close/>
                    <a:moveTo>
                      <a:pt x="1241" y="10829"/>
                    </a:moveTo>
                    <a:cubicBezTo>
                      <a:pt x="1226" y="10829"/>
                      <a:pt x="1166" y="10844"/>
                      <a:pt x="1166" y="10874"/>
                    </a:cubicBezTo>
                    <a:cubicBezTo>
                      <a:pt x="1166" y="10904"/>
                      <a:pt x="1196" y="10948"/>
                      <a:pt x="1226" y="10948"/>
                    </a:cubicBezTo>
                    <a:cubicBezTo>
                      <a:pt x="1390" y="10948"/>
                      <a:pt x="1599" y="10978"/>
                      <a:pt x="1793" y="10978"/>
                    </a:cubicBezTo>
                    <a:lnTo>
                      <a:pt x="2017" y="10978"/>
                    </a:lnTo>
                    <a:cubicBezTo>
                      <a:pt x="2047" y="10978"/>
                      <a:pt x="2092" y="10948"/>
                      <a:pt x="2092" y="10918"/>
                    </a:cubicBezTo>
                    <a:cubicBezTo>
                      <a:pt x="2092" y="10904"/>
                      <a:pt x="2062" y="10844"/>
                      <a:pt x="2047" y="10844"/>
                    </a:cubicBezTo>
                    <a:cubicBezTo>
                      <a:pt x="1943" y="10844"/>
                      <a:pt x="1838" y="10844"/>
                      <a:pt x="1763" y="10829"/>
                    </a:cubicBezTo>
                    <a:lnTo>
                      <a:pt x="1719" y="10829"/>
                    </a:lnTo>
                    <a:cubicBezTo>
                      <a:pt x="1644" y="10829"/>
                      <a:pt x="1644" y="10829"/>
                      <a:pt x="1644" y="10844"/>
                    </a:cubicBezTo>
                    <a:cubicBezTo>
                      <a:pt x="1524" y="10844"/>
                      <a:pt x="1375" y="10844"/>
                      <a:pt x="1241" y="10829"/>
                    </a:cubicBezTo>
                    <a:close/>
                    <a:moveTo>
                      <a:pt x="1674" y="11292"/>
                    </a:moveTo>
                    <a:cubicBezTo>
                      <a:pt x="1644" y="11292"/>
                      <a:pt x="1599" y="11322"/>
                      <a:pt x="1599" y="11352"/>
                    </a:cubicBezTo>
                    <a:cubicBezTo>
                      <a:pt x="1569" y="11367"/>
                      <a:pt x="1614" y="11426"/>
                      <a:pt x="1644" y="11426"/>
                    </a:cubicBezTo>
                    <a:cubicBezTo>
                      <a:pt x="1748" y="11426"/>
                      <a:pt x="1838" y="11426"/>
                      <a:pt x="1913" y="11441"/>
                    </a:cubicBezTo>
                    <a:lnTo>
                      <a:pt x="1972" y="11441"/>
                    </a:lnTo>
                    <a:cubicBezTo>
                      <a:pt x="1987" y="11441"/>
                      <a:pt x="2047" y="11426"/>
                      <a:pt x="2047" y="11396"/>
                    </a:cubicBezTo>
                    <a:cubicBezTo>
                      <a:pt x="2047" y="11367"/>
                      <a:pt x="2017" y="11322"/>
                      <a:pt x="1987" y="11322"/>
                    </a:cubicBezTo>
                    <a:cubicBezTo>
                      <a:pt x="1898" y="11322"/>
                      <a:pt x="1793" y="11322"/>
                      <a:pt x="1719" y="11292"/>
                    </a:cubicBezTo>
                    <a:close/>
                    <a:moveTo>
                      <a:pt x="1644" y="11740"/>
                    </a:moveTo>
                    <a:cubicBezTo>
                      <a:pt x="1614" y="11740"/>
                      <a:pt x="1569" y="11770"/>
                      <a:pt x="1569" y="11800"/>
                    </a:cubicBezTo>
                    <a:cubicBezTo>
                      <a:pt x="1539" y="11815"/>
                      <a:pt x="1569" y="11874"/>
                      <a:pt x="1614" y="11874"/>
                    </a:cubicBezTo>
                    <a:cubicBezTo>
                      <a:pt x="1719" y="11874"/>
                      <a:pt x="1823" y="11874"/>
                      <a:pt x="1898" y="11889"/>
                    </a:cubicBezTo>
                    <a:lnTo>
                      <a:pt x="1943" y="11889"/>
                    </a:lnTo>
                    <a:cubicBezTo>
                      <a:pt x="1972" y="11889"/>
                      <a:pt x="2017" y="11874"/>
                      <a:pt x="2017" y="11845"/>
                    </a:cubicBezTo>
                    <a:cubicBezTo>
                      <a:pt x="2017" y="11815"/>
                      <a:pt x="1987" y="11770"/>
                      <a:pt x="1972" y="11770"/>
                    </a:cubicBezTo>
                    <a:cubicBezTo>
                      <a:pt x="1868" y="11770"/>
                      <a:pt x="1763" y="11770"/>
                      <a:pt x="1689" y="11740"/>
                    </a:cubicBezTo>
                    <a:close/>
                    <a:moveTo>
                      <a:pt x="1614" y="12188"/>
                    </a:moveTo>
                    <a:cubicBezTo>
                      <a:pt x="1599" y="12188"/>
                      <a:pt x="1539" y="12218"/>
                      <a:pt x="1539" y="12248"/>
                    </a:cubicBezTo>
                    <a:cubicBezTo>
                      <a:pt x="1539" y="12263"/>
                      <a:pt x="1569" y="12322"/>
                      <a:pt x="1599" y="12322"/>
                    </a:cubicBezTo>
                    <a:cubicBezTo>
                      <a:pt x="1689" y="12322"/>
                      <a:pt x="1793" y="12322"/>
                      <a:pt x="1868" y="12337"/>
                    </a:cubicBezTo>
                    <a:lnTo>
                      <a:pt x="1913" y="12337"/>
                    </a:lnTo>
                    <a:cubicBezTo>
                      <a:pt x="1943" y="12337"/>
                      <a:pt x="1987" y="12322"/>
                      <a:pt x="1987" y="12293"/>
                    </a:cubicBezTo>
                    <a:cubicBezTo>
                      <a:pt x="1987" y="12263"/>
                      <a:pt x="1972" y="12218"/>
                      <a:pt x="1943" y="12218"/>
                    </a:cubicBezTo>
                    <a:cubicBezTo>
                      <a:pt x="1838" y="12218"/>
                      <a:pt x="1748" y="12218"/>
                      <a:pt x="1674" y="12188"/>
                    </a:cubicBezTo>
                    <a:close/>
                    <a:moveTo>
                      <a:pt x="1599" y="12636"/>
                    </a:moveTo>
                    <a:cubicBezTo>
                      <a:pt x="1569" y="12636"/>
                      <a:pt x="1524" y="12666"/>
                      <a:pt x="1524" y="12696"/>
                    </a:cubicBezTo>
                    <a:cubicBezTo>
                      <a:pt x="1524" y="12741"/>
                      <a:pt x="1539" y="12771"/>
                      <a:pt x="1569" y="12771"/>
                    </a:cubicBezTo>
                    <a:cubicBezTo>
                      <a:pt x="1674" y="12771"/>
                      <a:pt x="1763" y="12771"/>
                      <a:pt x="1838" y="12785"/>
                    </a:cubicBezTo>
                    <a:lnTo>
                      <a:pt x="1898" y="12785"/>
                    </a:lnTo>
                    <a:cubicBezTo>
                      <a:pt x="1913" y="12785"/>
                      <a:pt x="1972" y="12771"/>
                      <a:pt x="1972" y="12741"/>
                    </a:cubicBezTo>
                    <a:cubicBezTo>
                      <a:pt x="1972" y="12711"/>
                      <a:pt x="1943" y="12666"/>
                      <a:pt x="1913" y="12666"/>
                    </a:cubicBezTo>
                    <a:cubicBezTo>
                      <a:pt x="1823" y="12666"/>
                      <a:pt x="1719" y="12666"/>
                      <a:pt x="1644" y="126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 name="Google Shape;35;p31"/>
            <p:cNvSpPr/>
            <p:nvPr/>
          </p:nvSpPr>
          <p:spPr>
            <a:xfrm>
              <a:off x="1598650" y="77480"/>
              <a:ext cx="382402" cy="493816"/>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6" name="Shape 36"/>
        <p:cNvGrpSpPr/>
        <p:nvPr/>
      </p:nvGrpSpPr>
      <p:grpSpPr>
        <a:xfrm>
          <a:off x="0" y="0"/>
          <a:ext cx="0" cy="0"/>
          <a:chOff x="0" y="0"/>
          <a:chExt cx="0" cy="0"/>
        </a:xfrm>
      </p:grpSpPr>
      <p:grpSp>
        <p:nvGrpSpPr>
          <p:cNvPr id="37" name="Google Shape;37;p32"/>
          <p:cNvGrpSpPr/>
          <p:nvPr/>
        </p:nvGrpSpPr>
        <p:grpSpPr>
          <a:xfrm>
            <a:off x="-65" y="-15"/>
            <a:ext cx="9144128" cy="5143530"/>
            <a:chOff x="-2163850" y="-134475"/>
            <a:chExt cx="3075000" cy="5336719"/>
          </a:xfrm>
        </p:grpSpPr>
        <p:cxnSp>
          <p:nvCxnSpPr>
            <p:cNvPr id="38" name="Google Shape;38;p32"/>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9" name="Google Shape;39;p32"/>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0" name="Google Shape;40;p32"/>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1" name="Google Shape;41;p32"/>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 name="Google Shape;42;p32"/>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3" name="Google Shape;43;p32"/>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4" name="Google Shape;44;p32"/>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5" name="Google Shape;45;p32"/>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6" name="Google Shape;46;p32"/>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 name="Google Shape;47;p32"/>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8" name="Google Shape;48;p32"/>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9" name="Google Shape;49;p32"/>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0" name="Google Shape;50;p32"/>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1" name="Google Shape;51;p32"/>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 name="Google Shape;52;p32"/>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 name="Google Shape;53;p32"/>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54" name="Google Shape;54;p32"/>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5" name="Google Shape;55;p32"/>
          <p:cNvSpPr txBox="1"/>
          <p:nvPr>
            <p:ph idx="1" type="subTitle"/>
          </p:nvPr>
        </p:nvSpPr>
        <p:spPr>
          <a:xfrm>
            <a:off x="720000" y="2222818"/>
            <a:ext cx="2305500" cy="648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32"/>
          <p:cNvSpPr txBox="1"/>
          <p:nvPr>
            <p:ph idx="2" type="subTitle"/>
          </p:nvPr>
        </p:nvSpPr>
        <p:spPr>
          <a:xfrm>
            <a:off x="3419275" y="2222826"/>
            <a:ext cx="2305500" cy="648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7" name="Google Shape;57;p32"/>
          <p:cNvSpPr txBox="1"/>
          <p:nvPr>
            <p:ph idx="3" type="subTitle"/>
          </p:nvPr>
        </p:nvSpPr>
        <p:spPr>
          <a:xfrm>
            <a:off x="720000" y="3956000"/>
            <a:ext cx="2305500" cy="648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32"/>
          <p:cNvSpPr txBox="1"/>
          <p:nvPr>
            <p:ph idx="4" type="subTitle"/>
          </p:nvPr>
        </p:nvSpPr>
        <p:spPr>
          <a:xfrm>
            <a:off x="3419275" y="3956000"/>
            <a:ext cx="2305500" cy="648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9" name="Google Shape;59;p32"/>
          <p:cNvSpPr txBox="1"/>
          <p:nvPr>
            <p:ph idx="5" type="subTitle"/>
          </p:nvPr>
        </p:nvSpPr>
        <p:spPr>
          <a:xfrm>
            <a:off x="6118551" y="2222826"/>
            <a:ext cx="2305500" cy="648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32"/>
          <p:cNvSpPr txBox="1"/>
          <p:nvPr>
            <p:ph idx="6" type="subTitle"/>
          </p:nvPr>
        </p:nvSpPr>
        <p:spPr>
          <a:xfrm>
            <a:off x="6118551" y="3956000"/>
            <a:ext cx="2305500" cy="648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32"/>
          <p:cNvSpPr txBox="1"/>
          <p:nvPr>
            <p:ph idx="7" type="title"/>
          </p:nvPr>
        </p:nvSpPr>
        <p:spPr>
          <a:xfrm>
            <a:off x="720000" y="1269445"/>
            <a:ext cx="7347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4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2" name="Google Shape;62;p32"/>
          <p:cNvSpPr txBox="1"/>
          <p:nvPr>
            <p:ph idx="8" type="title"/>
          </p:nvPr>
        </p:nvSpPr>
        <p:spPr>
          <a:xfrm>
            <a:off x="720000" y="3002041"/>
            <a:ext cx="7347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4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 name="Google Shape;63;p32"/>
          <p:cNvSpPr txBox="1"/>
          <p:nvPr>
            <p:ph idx="9" type="title"/>
          </p:nvPr>
        </p:nvSpPr>
        <p:spPr>
          <a:xfrm>
            <a:off x="3419271" y="1269445"/>
            <a:ext cx="7347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4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 name="Google Shape;64;p32"/>
          <p:cNvSpPr txBox="1"/>
          <p:nvPr>
            <p:ph idx="13" type="title"/>
          </p:nvPr>
        </p:nvSpPr>
        <p:spPr>
          <a:xfrm>
            <a:off x="3419271" y="3002041"/>
            <a:ext cx="7347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4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5" name="Google Shape;65;p32"/>
          <p:cNvSpPr txBox="1"/>
          <p:nvPr>
            <p:ph idx="14" type="title"/>
          </p:nvPr>
        </p:nvSpPr>
        <p:spPr>
          <a:xfrm>
            <a:off x="6118549" y="1269445"/>
            <a:ext cx="7347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4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6" name="Google Shape;66;p32"/>
          <p:cNvSpPr txBox="1"/>
          <p:nvPr>
            <p:ph idx="15" type="title"/>
          </p:nvPr>
        </p:nvSpPr>
        <p:spPr>
          <a:xfrm>
            <a:off x="6118549" y="3002041"/>
            <a:ext cx="7347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4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7" name="Google Shape;67;p32"/>
          <p:cNvSpPr txBox="1"/>
          <p:nvPr>
            <p:ph idx="16" type="subTitle"/>
          </p:nvPr>
        </p:nvSpPr>
        <p:spPr>
          <a:xfrm>
            <a:off x="720000" y="1738537"/>
            <a:ext cx="23055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l">
              <a:lnSpc>
                <a:spcPct val="100000"/>
              </a:lnSpc>
              <a:spcBef>
                <a:spcPts val="0"/>
              </a:spcBef>
              <a:spcAft>
                <a:spcPts val="0"/>
              </a:spcAft>
              <a:buSzPts val="2400"/>
              <a:buFont typeface="Delius"/>
              <a:buNone/>
              <a:defRPr b="1" sz="2400">
                <a:latin typeface="Delius"/>
                <a:ea typeface="Delius"/>
                <a:cs typeface="Delius"/>
                <a:sym typeface="Delius"/>
              </a:defRPr>
            </a:lvl2pPr>
            <a:lvl3pPr lvl="2" algn="l">
              <a:lnSpc>
                <a:spcPct val="100000"/>
              </a:lnSpc>
              <a:spcBef>
                <a:spcPts val="0"/>
              </a:spcBef>
              <a:spcAft>
                <a:spcPts val="0"/>
              </a:spcAft>
              <a:buSzPts val="2400"/>
              <a:buFont typeface="Delius"/>
              <a:buNone/>
              <a:defRPr b="1" sz="2400">
                <a:latin typeface="Delius"/>
                <a:ea typeface="Delius"/>
                <a:cs typeface="Delius"/>
                <a:sym typeface="Delius"/>
              </a:defRPr>
            </a:lvl3pPr>
            <a:lvl4pPr lvl="3" algn="l">
              <a:lnSpc>
                <a:spcPct val="100000"/>
              </a:lnSpc>
              <a:spcBef>
                <a:spcPts val="0"/>
              </a:spcBef>
              <a:spcAft>
                <a:spcPts val="0"/>
              </a:spcAft>
              <a:buSzPts val="2400"/>
              <a:buFont typeface="Delius"/>
              <a:buNone/>
              <a:defRPr b="1" sz="2400">
                <a:latin typeface="Delius"/>
                <a:ea typeface="Delius"/>
                <a:cs typeface="Delius"/>
                <a:sym typeface="Delius"/>
              </a:defRPr>
            </a:lvl4pPr>
            <a:lvl5pPr lvl="4" algn="l">
              <a:lnSpc>
                <a:spcPct val="100000"/>
              </a:lnSpc>
              <a:spcBef>
                <a:spcPts val="0"/>
              </a:spcBef>
              <a:spcAft>
                <a:spcPts val="0"/>
              </a:spcAft>
              <a:buSzPts val="2400"/>
              <a:buFont typeface="Delius"/>
              <a:buNone/>
              <a:defRPr b="1" sz="2400">
                <a:latin typeface="Delius"/>
                <a:ea typeface="Delius"/>
                <a:cs typeface="Delius"/>
                <a:sym typeface="Delius"/>
              </a:defRPr>
            </a:lvl5pPr>
            <a:lvl6pPr lvl="5" algn="l">
              <a:lnSpc>
                <a:spcPct val="100000"/>
              </a:lnSpc>
              <a:spcBef>
                <a:spcPts val="0"/>
              </a:spcBef>
              <a:spcAft>
                <a:spcPts val="0"/>
              </a:spcAft>
              <a:buSzPts val="2400"/>
              <a:buFont typeface="Delius"/>
              <a:buNone/>
              <a:defRPr b="1" sz="2400">
                <a:latin typeface="Delius"/>
                <a:ea typeface="Delius"/>
                <a:cs typeface="Delius"/>
                <a:sym typeface="Delius"/>
              </a:defRPr>
            </a:lvl6pPr>
            <a:lvl7pPr lvl="6" algn="l">
              <a:lnSpc>
                <a:spcPct val="100000"/>
              </a:lnSpc>
              <a:spcBef>
                <a:spcPts val="0"/>
              </a:spcBef>
              <a:spcAft>
                <a:spcPts val="0"/>
              </a:spcAft>
              <a:buSzPts val="2400"/>
              <a:buFont typeface="Delius"/>
              <a:buNone/>
              <a:defRPr b="1" sz="2400">
                <a:latin typeface="Delius"/>
                <a:ea typeface="Delius"/>
                <a:cs typeface="Delius"/>
                <a:sym typeface="Delius"/>
              </a:defRPr>
            </a:lvl7pPr>
            <a:lvl8pPr lvl="7" algn="l">
              <a:lnSpc>
                <a:spcPct val="100000"/>
              </a:lnSpc>
              <a:spcBef>
                <a:spcPts val="0"/>
              </a:spcBef>
              <a:spcAft>
                <a:spcPts val="0"/>
              </a:spcAft>
              <a:buSzPts val="2400"/>
              <a:buFont typeface="Delius"/>
              <a:buNone/>
              <a:defRPr b="1" sz="2400">
                <a:latin typeface="Delius"/>
                <a:ea typeface="Delius"/>
                <a:cs typeface="Delius"/>
                <a:sym typeface="Delius"/>
              </a:defRPr>
            </a:lvl8pPr>
            <a:lvl9pPr lvl="8" algn="l">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68" name="Google Shape;68;p32"/>
          <p:cNvSpPr txBox="1"/>
          <p:nvPr>
            <p:ph idx="17" type="subTitle"/>
          </p:nvPr>
        </p:nvSpPr>
        <p:spPr>
          <a:xfrm>
            <a:off x="3419271" y="1738537"/>
            <a:ext cx="23055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l">
              <a:lnSpc>
                <a:spcPct val="100000"/>
              </a:lnSpc>
              <a:spcBef>
                <a:spcPts val="0"/>
              </a:spcBef>
              <a:spcAft>
                <a:spcPts val="0"/>
              </a:spcAft>
              <a:buSzPts val="2400"/>
              <a:buFont typeface="Delius"/>
              <a:buNone/>
              <a:defRPr b="1" sz="2400">
                <a:latin typeface="Delius"/>
                <a:ea typeface="Delius"/>
                <a:cs typeface="Delius"/>
                <a:sym typeface="Delius"/>
              </a:defRPr>
            </a:lvl2pPr>
            <a:lvl3pPr lvl="2" algn="l">
              <a:lnSpc>
                <a:spcPct val="100000"/>
              </a:lnSpc>
              <a:spcBef>
                <a:spcPts val="0"/>
              </a:spcBef>
              <a:spcAft>
                <a:spcPts val="0"/>
              </a:spcAft>
              <a:buSzPts val="2400"/>
              <a:buFont typeface="Delius"/>
              <a:buNone/>
              <a:defRPr b="1" sz="2400">
                <a:latin typeface="Delius"/>
                <a:ea typeface="Delius"/>
                <a:cs typeface="Delius"/>
                <a:sym typeface="Delius"/>
              </a:defRPr>
            </a:lvl3pPr>
            <a:lvl4pPr lvl="3" algn="l">
              <a:lnSpc>
                <a:spcPct val="100000"/>
              </a:lnSpc>
              <a:spcBef>
                <a:spcPts val="0"/>
              </a:spcBef>
              <a:spcAft>
                <a:spcPts val="0"/>
              </a:spcAft>
              <a:buSzPts val="2400"/>
              <a:buFont typeface="Delius"/>
              <a:buNone/>
              <a:defRPr b="1" sz="2400">
                <a:latin typeface="Delius"/>
                <a:ea typeface="Delius"/>
                <a:cs typeface="Delius"/>
                <a:sym typeface="Delius"/>
              </a:defRPr>
            </a:lvl4pPr>
            <a:lvl5pPr lvl="4" algn="l">
              <a:lnSpc>
                <a:spcPct val="100000"/>
              </a:lnSpc>
              <a:spcBef>
                <a:spcPts val="0"/>
              </a:spcBef>
              <a:spcAft>
                <a:spcPts val="0"/>
              </a:spcAft>
              <a:buSzPts val="2400"/>
              <a:buFont typeface="Delius"/>
              <a:buNone/>
              <a:defRPr b="1" sz="2400">
                <a:latin typeface="Delius"/>
                <a:ea typeface="Delius"/>
                <a:cs typeface="Delius"/>
                <a:sym typeface="Delius"/>
              </a:defRPr>
            </a:lvl5pPr>
            <a:lvl6pPr lvl="5" algn="l">
              <a:lnSpc>
                <a:spcPct val="100000"/>
              </a:lnSpc>
              <a:spcBef>
                <a:spcPts val="0"/>
              </a:spcBef>
              <a:spcAft>
                <a:spcPts val="0"/>
              </a:spcAft>
              <a:buSzPts val="2400"/>
              <a:buFont typeface="Delius"/>
              <a:buNone/>
              <a:defRPr b="1" sz="2400">
                <a:latin typeface="Delius"/>
                <a:ea typeface="Delius"/>
                <a:cs typeface="Delius"/>
                <a:sym typeface="Delius"/>
              </a:defRPr>
            </a:lvl6pPr>
            <a:lvl7pPr lvl="6" algn="l">
              <a:lnSpc>
                <a:spcPct val="100000"/>
              </a:lnSpc>
              <a:spcBef>
                <a:spcPts val="0"/>
              </a:spcBef>
              <a:spcAft>
                <a:spcPts val="0"/>
              </a:spcAft>
              <a:buSzPts val="2400"/>
              <a:buFont typeface="Delius"/>
              <a:buNone/>
              <a:defRPr b="1" sz="2400">
                <a:latin typeface="Delius"/>
                <a:ea typeface="Delius"/>
                <a:cs typeface="Delius"/>
                <a:sym typeface="Delius"/>
              </a:defRPr>
            </a:lvl7pPr>
            <a:lvl8pPr lvl="7" algn="l">
              <a:lnSpc>
                <a:spcPct val="100000"/>
              </a:lnSpc>
              <a:spcBef>
                <a:spcPts val="0"/>
              </a:spcBef>
              <a:spcAft>
                <a:spcPts val="0"/>
              </a:spcAft>
              <a:buSzPts val="2400"/>
              <a:buFont typeface="Delius"/>
              <a:buNone/>
              <a:defRPr b="1" sz="2400">
                <a:latin typeface="Delius"/>
                <a:ea typeface="Delius"/>
                <a:cs typeface="Delius"/>
                <a:sym typeface="Delius"/>
              </a:defRPr>
            </a:lvl8pPr>
            <a:lvl9pPr lvl="8" algn="l">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69" name="Google Shape;69;p32"/>
          <p:cNvSpPr txBox="1"/>
          <p:nvPr>
            <p:ph idx="18" type="subTitle"/>
          </p:nvPr>
        </p:nvSpPr>
        <p:spPr>
          <a:xfrm>
            <a:off x="6118549" y="1738537"/>
            <a:ext cx="23055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l">
              <a:lnSpc>
                <a:spcPct val="100000"/>
              </a:lnSpc>
              <a:spcBef>
                <a:spcPts val="0"/>
              </a:spcBef>
              <a:spcAft>
                <a:spcPts val="0"/>
              </a:spcAft>
              <a:buSzPts val="2400"/>
              <a:buFont typeface="Delius"/>
              <a:buNone/>
              <a:defRPr b="1" sz="2400">
                <a:latin typeface="Delius"/>
                <a:ea typeface="Delius"/>
                <a:cs typeface="Delius"/>
                <a:sym typeface="Delius"/>
              </a:defRPr>
            </a:lvl2pPr>
            <a:lvl3pPr lvl="2" algn="l">
              <a:lnSpc>
                <a:spcPct val="100000"/>
              </a:lnSpc>
              <a:spcBef>
                <a:spcPts val="0"/>
              </a:spcBef>
              <a:spcAft>
                <a:spcPts val="0"/>
              </a:spcAft>
              <a:buSzPts val="2400"/>
              <a:buFont typeface="Delius"/>
              <a:buNone/>
              <a:defRPr b="1" sz="2400">
                <a:latin typeface="Delius"/>
                <a:ea typeface="Delius"/>
                <a:cs typeface="Delius"/>
                <a:sym typeface="Delius"/>
              </a:defRPr>
            </a:lvl3pPr>
            <a:lvl4pPr lvl="3" algn="l">
              <a:lnSpc>
                <a:spcPct val="100000"/>
              </a:lnSpc>
              <a:spcBef>
                <a:spcPts val="0"/>
              </a:spcBef>
              <a:spcAft>
                <a:spcPts val="0"/>
              </a:spcAft>
              <a:buSzPts val="2400"/>
              <a:buFont typeface="Delius"/>
              <a:buNone/>
              <a:defRPr b="1" sz="2400">
                <a:latin typeface="Delius"/>
                <a:ea typeface="Delius"/>
                <a:cs typeface="Delius"/>
                <a:sym typeface="Delius"/>
              </a:defRPr>
            </a:lvl4pPr>
            <a:lvl5pPr lvl="4" algn="l">
              <a:lnSpc>
                <a:spcPct val="100000"/>
              </a:lnSpc>
              <a:spcBef>
                <a:spcPts val="0"/>
              </a:spcBef>
              <a:spcAft>
                <a:spcPts val="0"/>
              </a:spcAft>
              <a:buSzPts val="2400"/>
              <a:buFont typeface="Delius"/>
              <a:buNone/>
              <a:defRPr b="1" sz="2400">
                <a:latin typeface="Delius"/>
                <a:ea typeface="Delius"/>
                <a:cs typeface="Delius"/>
                <a:sym typeface="Delius"/>
              </a:defRPr>
            </a:lvl5pPr>
            <a:lvl6pPr lvl="5" algn="l">
              <a:lnSpc>
                <a:spcPct val="100000"/>
              </a:lnSpc>
              <a:spcBef>
                <a:spcPts val="0"/>
              </a:spcBef>
              <a:spcAft>
                <a:spcPts val="0"/>
              </a:spcAft>
              <a:buSzPts val="2400"/>
              <a:buFont typeface="Delius"/>
              <a:buNone/>
              <a:defRPr b="1" sz="2400">
                <a:latin typeface="Delius"/>
                <a:ea typeface="Delius"/>
                <a:cs typeface="Delius"/>
                <a:sym typeface="Delius"/>
              </a:defRPr>
            </a:lvl6pPr>
            <a:lvl7pPr lvl="6" algn="l">
              <a:lnSpc>
                <a:spcPct val="100000"/>
              </a:lnSpc>
              <a:spcBef>
                <a:spcPts val="0"/>
              </a:spcBef>
              <a:spcAft>
                <a:spcPts val="0"/>
              </a:spcAft>
              <a:buSzPts val="2400"/>
              <a:buFont typeface="Delius"/>
              <a:buNone/>
              <a:defRPr b="1" sz="2400">
                <a:latin typeface="Delius"/>
                <a:ea typeface="Delius"/>
                <a:cs typeface="Delius"/>
                <a:sym typeface="Delius"/>
              </a:defRPr>
            </a:lvl7pPr>
            <a:lvl8pPr lvl="7" algn="l">
              <a:lnSpc>
                <a:spcPct val="100000"/>
              </a:lnSpc>
              <a:spcBef>
                <a:spcPts val="0"/>
              </a:spcBef>
              <a:spcAft>
                <a:spcPts val="0"/>
              </a:spcAft>
              <a:buSzPts val="2400"/>
              <a:buFont typeface="Delius"/>
              <a:buNone/>
              <a:defRPr b="1" sz="2400">
                <a:latin typeface="Delius"/>
                <a:ea typeface="Delius"/>
                <a:cs typeface="Delius"/>
                <a:sym typeface="Delius"/>
              </a:defRPr>
            </a:lvl8pPr>
            <a:lvl9pPr lvl="8" algn="l">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70" name="Google Shape;70;p32"/>
          <p:cNvSpPr txBox="1"/>
          <p:nvPr>
            <p:ph idx="19" type="subTitle"/>
          </p:nvPr>
        </p:nvSpPr>
        <p:spPr>
          <a:xfrm>
            <a:off x="720000" y="3471200"/>
            <a:ext cx="23055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l">
              <a:lnSpc>
                <a:spcPct val="100000"/>
              </a:lnSpc>
              <a:spcBef>
                <a:spcPts val="0"/>
              </a:spcBef>
              <a:spcAft>
                <a:spcPts val="0"/>
              </a:spcAft>
              <a:buSzPts val="2400"/>
              <a:buFont typeface="Delius"/>
              <a:buNone/>
              <a:defRPr b="1" sz="2400">
                <a:latin typeface="Delius"/>
                <a:ea typeface="Delius"/>
                <a:cs typeface="Delius"/>
                <a:sym typeface="Delius"/>
              </a:defRPr>
            </a:lvl2pPr>
            <a:lvl3pPr lvl="2" algn="l">
              <a:lnSpc>
                <a:spcPct val="100000"/>
              </a:lnSpc>
              <a:spcBef>
                <a:spcPts val="0"/>
              </a:spcBef>
              <a:spcAft>
                <a:spcPts val="0"/>
              </a:spcAft>
              <a:buSzPts val="2400"/>
              <a:buFont typeface="Delius"/>
              <a:buNone/>
              <a:defRPr b="1" sz="2400">
                <a:latin typeface="Delius"/>
                <a:ea typeface="Delius"/>
                <a:cs typeface="Delius"/>
                <a:sym typeface="Delius"/>
              </a:defRPr>
            </a:lvl3pPr>
            <a:lvl4pPr lvl="3" algn="l">
              <a:lnSpc>
                <a:spcPct val="100000"/>
              </a:lnSpc>
              <a:spcBef>
                <a:spcPts val="0"/>
              </a:spcBef>
              <a:spcAft>
                <a:spcPts val="0"/>
              </a:spcAft>
              <a:buSzPts val="2400"/>
              <a:buFont typeface="Delius"/>
              <a:buNone/>
              <a:defRPr b="1" sz="2400">
                <a:latin typeface="Delius"/>
                <a:ea typeface="Delius"/>
                <a:cs typeface="Delius"/>
                <a:sym typeface="Delius"/>
              </a:defRPr>
            </a:lvl4pPr>
            <a:lvl5pPr lvl="4" algn="l">
              <a:lnSpc>
                <a:spcPct val="100000"/>
              </a:lnSpc>
              <a:spcBef>
                <a:spcPts val="0"/>
              </a:spcBef>
              <a:spcAft>
                <a:spcPts val="0"/>
              </a:spcAft>
              <a:buSzPts val="2400"/>
              <a:buFont typeface="Delius"/>
              <a:buNone/>
              <a:defRPr b="1" sz="2400">
                <a:latin typeface="Delius"/>
                <a:ea typeface="Delius"/>
                <a:cs typeface="Delius"/>
                <a:sym typeface="Delius"/>
              </a:defRPr>
            </a:lvl5pPr>
            <a:lvl6pPr lvl="5" algn="l">
              <a:lnSpc>
                <a:spcPct val="100000"/>
              </a:lnSpc>
              <a:spcBef>
                <a:spcPts val="0"/>
              </a:spcBef>
              <a:spcAft>
                <a:spcPts val="0"/>
              </a:spcAft>
              <a:buSzPts val="2400"/>
              <a:buFont typeface="Delius"/>
              <a:buNone/>
              <a:defRPr b="1" sz="2400">
                <a:latin typeface="Delius"/>
                <a:ea typeface="Delius"/>
                <a:cs typeface="Delius"/>
                <a:sym typeface="Delius"/>
              </a:defRPr>
            </a:lvl6pPr>
            <a:lvl7pPr lvl="6" algn="l">
              <a:lnSpc>
                <a:spcPct val="100000"/>
              </a:lnSpc>
              <a:spcBef>
                <a:spcPts val="0"/>
              </a:spcBef>
              <a:spcAft>
                <a:spcPts val="0"/>
              </a:spcAft>
              <a:buSzPts val="2400"/>
              <a:buFont typeface="Delius"/>
              <a:buNone/>
              <a:defRPr b="1" sz="2400">
                <a:latin typeface="Delius"/>
                <a:ea typeface="Delius"/>
                <a:cs typeface="Delius"/>
                <a:sym typeface="Delius"/>
              </a:defRPr>
            </a:lvl7pPr>
            <a:lvl8pPr lvl="7" algn="l">
              <a:lnSpc>
                <a:spcPct val="100000"/>
              </a:lnSpc>
              <a:spcBef>
                <a:spcPts val="0"/>
              </a:spcBef>
              <a:spcAft>
                <a:spcPts val="0"/>
              </a:spcAft>
              <a:buSzPts val="2400"/>
              <a:buFont typeface="Delius"/>
              <a:buNone/>
              <a:defRPr b="1" sz="2400">
                <a:latin typeface="Delius"/>
                <a:ea typeface="Delius"/>
                <a:cs typeface="Delius"/>
                <a:sym typeface="Delius"/>
              </a:defRPr>
            </a:lvl8pPr>
            <a:lvl9pPr lvl="8" algn="l">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71" name="Google Shape;71;p32"/>
          <p:cNvSpPr txBox="1"/>
          <p:nvPr>
            <p:ph idx="20" type="subTitle"/>
          </p:nvPr>
        </p:nvSpPr>
        <p:spPr>
          <a:xfrm>
            <a:off x="3419271" y="3471200"/>
            <a:ext cx="23055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l">
              <a:lnSpc>
                <a:spcPct val="100000"/>
              </a:lnSpc>
              <a:spcBef>
                <a:spcPts val="0"/>
              </a:spcBef>
              <a:spcAft>
                <a:spcPts val="0"/>
              </a:spcAft>
              <a:buSzPts val="2400"/>
              <a:buFont typeface="Delius"/>
              <a:buNone/>
              <a:defRPr b="1" sz="2400">
                <a:latin typeface="Delius"/>
                <a:ea typeface="Delius"/>
                <a:cs typeface="Delius"/>
                <a:sym typeface="Delius"/>
              </a:defRPr>
            </a:lvl2pPr>
            <a:lvl3pPr lvl="2" algn="l">
              <a:lnSpc>
                <a:spcPct val="100000"/>
              </a:lnSpc>
              <a:spcBef>
                <a:spcPts val="0"/>
              </a:spcBef>
              <a:spcAft>
                <a:spcPts val="0"/>
              </a:spcAft>
              <a:buSzPts val="2400"/>
              <a:buFont typeface="Delius"/>
              <a:buNone/>
              <a:defRPr b="1" sz="2400">
                <a:latin typeface="Delius"/>
                <a:ea typeface="Delius"/>
                <a:cs typeface="Delius"/>
                <a:sym typeface="Delius"/>
              </a:defRPr>
            </a:lvl3pPr>
            <a:lvl4pPr lvl="3" algn="l">
              <a:lnSpc>
                <a:spcPct val="100000"/>
              </a:lnSpc>
              <a:spcBef>
                <a:spcPts val="0"/>
              </a:spcBef>
              <a:spcAft>
                <a:spcPts val="0"/>
              </a:spcAft>
              <a:buSzPts val="2400"/>
              <a:buFont typeface="Delius"/>
              <a:buNone/>
              <a:defRPr b="1" sz="2400">
                <a:latin typeface="Delius"/>
                <a:ea typeface="Delius"/>
                <a:cs typeface="Delius"/>
                <a:sym typeface="Delius"/>
              </a:defRPr>
            </a:lvl4pPr>
            <a:lvl5pPr lvl="4" algn="l">
              <a:lnSpc>
                <a:spcPct val="100000"/>
              </a:lnSpc>
              <a:spcBef>
                <a:spcPts val="0"/>
              </a:spcBef>
              <a:spcAft>
                <a:spcPts val="0"/>
              </a:spcAft>
              <a:buSzPts val="2400"/>
              <a:buFont typeface="Delius"/>
              <a:buNone/>
              <a:defRPr b="1" sz="2400">
                <a:latin typeface="Delius"/>
                <a:ea typeface="Delius"/>
                <a:cs typeface="Delius"/>
                <a:sym typeface="Delius"/>
              </a:defRPr>
            </a:lvl5pPr>
            <a:lvl6pPr lvl="5" algn="l">
              <a:lnSpc>
                <a:spcPct val="100000"/>
              </a:lnSpc>
              <a:spcBef>
                <a:spcPts val="0"/>
              </a:spcBef>
              <a:spcAft>
                <a:spcPts val="0"/>
              </a:spcAft>
              <a:buSzPts val="2400"/>
              <a:buFont typeface="Delius"/>
              <a:buNone/>
              <a:defRPr b="1" sz="2400">
                <a:latin typeface="Delius"/>
                <a:ea typeface="Delius"/>
                <a:cs typeface="Delius"/>
                <a:sym typeface="Delius"/>
              </a:defRPr>
            </a:lvl6pPr>
            <a:lvl7pPr lvl="6" algn="l">
              <a:lnSpc>
                <a:spcPct val="100000"/>
              </a:lnSpc>
              <a:spcBef>
                <a:spcPts val="0"/>
              </a:spcBef>
              <a:spcAft>
                <a:spcPts val="0"/>
              </a:spcAft>
              <a:buSzPts val="2400"/>
              <a:buFont typeface="Delius"/>
              <a:buNone/>
              <a:defRPr b="1" sz="2400">
                <a:latin typeface="Delius"/>
                <a:ea typeface="Delius"/>
                <a:cs typeface="Delius"/>
                <a:sym typeface="Delius"/>
              </a:defRPr>
            </a:lvl7pPr>
            <a:lvl8pPr lvl="7" algn="l">
              <a:lnSpc>
                <a:spcPct val="100000"/>
              </a:lnSpc>
              <a:spcBef>
                <a:spcPts val="0"/>
              </a:spcBef>
              <a:spcAft>
                <a:spcPts val="0"/>
              </a:spcAft>
              <a:buSzPts val="2400"/>
              <a:buFont typeface="Delius"/>
              <a:buNone/>
              <a:defRPr b="1" sz="2400">
                <a:latin typeface="Delius"/>
                <a:ea typeface="Delius"/>
                <a:cs typeface="Delius"/>
                <a:sym typeface="Delius"/>
              </a:defRPr>
            </a:lvl8pPr>
            <a:lvl9pPr lvl="8" algn="l">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72" name="Google Shape;72;p32"/>
          <p:cNvSpPr txBox="1"/>
          <p:nvPr>
            <p:ph idx="21" type="subTitle"/>
          </p:nvPr>
        </p:nvSpPr>
        <p:spPr>
          <a:xfrm>
            <a:off x="6118549" y="3471200"/>
            <a:ext cx="23055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l">
              <a:lnSpc>
                <a:spcPct val="100000"/>
              </a:lnSpc>
              <a:spcBef>
                <a:spcPts val="0"/>
              </a:spcBef>
              <a:spcAft>
                <a:spcPts val="0"/>
              </a:spcAft>
              <a:buSzPts val="2400"/>
              <a:buFont typeface="Delius"/>
              <a:buNone/>
              <a:defRPr b="1" sz="2400">
                <a:latin typeface="Delius"/>
                <a:ea typeface="Delius"/>
                <a:cs typeface="Delius"/>
                <a:sym typeface="Delius"/>
              </a:defRPr>
            </a:lvl2pPr>
            <a:lvl3pPr lvl="2" algn="l">
              <a:lnSpc>
                <a:spcPct val="100000"/>
              </a:lnSpc>
              <a:spcBef>
                <a:spcPts val="0"/>
              </a:spcBef>
              <a:spcAft>
                <a:spcPts val="0"/>
              </a:spcAft>
              <a:buSzPts val="2400"/>
              <a:buFont typeface="Delius"/>
              <a:buNone/>
              <a:defRPr b="1" sz="2400">
                <a:latin typeface="Delius"/>
                <a:ea typeface="Delius"/>
                <a:cs typeface="Delius"/>
                <a:sym typeface="Delius"/>
              </a:defRPr>
            </a:lvl3pPr>
            <a:lvl4pPr lvl="3" algn="l">
              <a:lnSpc>
                <a:spcPct val="100000"/>
              </a:lnSpc>
              <a:spcBef>
                <a:spcPts val="0"/>
              </a:spcBef>
              <a:spcAft>
                <a:spcPts val="0"/>
              </a:spcAft>
              <a:buSzPts val="2400"/>
              <a:buFont typeface="Delius"/>
              <a:buNone/>
              <a:defRPr b="1" sz="2400">
                <a:latin typeface="Delius"/>
                <a:ea typeface="Delius"/>
                <a:cs typeface="Delius"/>
                <a:sym typeface="Delius"/>
              </a:defRPr>
            </a:lvl4pPr>
            <a:lvl5pPr lvl="4" algn="l">
              <a:lnSpc>
                <a:spcPct val="100000"/>
              </a:lnSpc>
              <a:spcBef>
                <a:spcPts val="0"/>
              </a:spcBef>
              <a:spcAft>
                <a:spcPts val="0"/>
              </a:spcAft>
              <a:buSzPts val="2400"/>
              <a:buFont typeface="Delius"/>
              <a:buNone/>
              <a:defRPr b="1" sz="2400">
                <a:latin typeface="Delius"/>
                <a:ea typeface="Delius"/>
                <a:cs typeface="Delius"/>
                <a:sym typeface="Delius"/>
              </a:defRPr>
            </a:lvl5pPr>
            <a:lvl6pPr lvl="5" algn="l">
              <a:lnSpc>
                <a:spcPct val="100000"/>
              </a:lnSpc>
              <a:spcBef>
                <a:spcPts val="0"/>
              </a:spcBef>
              <a:spcAft>
                <a:spcPts val="0"/>
              </a:spcAft>
              <a:buSzPts val="2400"/>
              <a:buFont typeface="Delius"/>
              <a:buNone/>
              <a:defRPr b="1" sz="2400">
                <a:latin typeface="Delius"/>
                <a:ea typeface="Delius"/>
                <a:cs typeface="Delius"/>
                <a:sym typeface="Delius"/>
              </a:defRPr>
            </a:lvl6pPr>
            <a:lvl7pPr lvl="6" algn="l">
              <a:lnSpc>
                <a:spcPct val="100000"/>
              </a:lnSpc>
              <a:spcBef>
                <a:spcPts val="0"/>
              </a:spcBef>
              <a:spcAft>
                <a:spcPts val="0"/>
              </a:spcAft>
              <a:buSzPts val="2400"/>
              <a:buFont typeface="Delius"/>
              <a:buNone/>
              <a:defRPr b="1" sz="2400">
                <a:latin typeface="Delius"/>
                <a:ea typeface="Delius"/>
                <a:cs typeface="Delius"/>
                <a:sym typeface="Delius"/>
              </a:defRPr>
            </a:lvl7pPr>
            <a:lvl8pPr lvl="7" algn="l">
              <a:lnSpc>
                <a:spcPct val="100000"/>
              </a:lnSpc>
              <a:spcBef>
                <a:spcPts val="0"/>
              </a:spcBef>
              <a:spcAft>
                <a:spcPts val="0"/>
              </a:spcAft>
              <a:buSzPts val="2400"/>
              <a:buFont typeface="Delius"/>
              <a:buNone/>
              <a:defRPr b="1" sz="2400">
                <a:latin typeface="Delius"/>
                <a:ea typeface="Delius"/>
                <a:cs typeface="Delius"/>
                <a:sym typeface="Delius"/>
              </a:defRPr>
            </a:lvl8pPr>
            <a:lvl9pPr lvl="8" algn="l">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grpSp>
        <p:nvGrpSpPr>
          <p:cNvPr id="73" name="Google Shape;73;p32"/>
          <p:cNvGrpSpPr/>
          <p:nvPr/>
        </p:nvGrpSpPr>
        <p:grpSpPr>
          <a:xfrm>
            <a:off x="-511749" y="-171193"/>
            <a:ext cx="11204772" cy="5746893"/>
            <a:chOff x="-511749" y="-171193"/>
            <a:chExt cx="11204772" cy="5746893"/>
          </a:xfrm>
        </p:grpSpPr>
        <p:grpSp>
          <p:nvGrpSpPr>
            <p:cNvPr id="74" name="Google Shape;74;p32"/>
            <p:cNvGrpSpPr/>
            <p:nvPr/>
          </p:nvGrpSpPr>
          <p:grpSpPr>
            <a:xfrm rot="-563356">
              <a:off x="8416021" y="-13864"/>
              <a:ext cx="2110551" cy="2213903"/>
              <a:chOff x="-2906325" y="1533725"/>
              <a:chExt cx="405175" cy="425000"/>
            </a:xfrm>
          </p:grpSpPr>
          <p:sp>
            <p:nvSpPr>
              <p:cNvPr id="75" name="Google Shape;75;p32"/>
              <p:cNvSpPr/>
              <p:nvPr/>
            </p:nvSpPr>
            <p:spPr>
              <a:xfrm>
                <a:off x="-2906325" y="1613925"/>
                <a:ext cx="405175" cy="326175"/>
              </a:xfrm>
              <a:custGeom>
                <a:rect b="b" l="l" r="r" t="t"/>
                <a:pathLst>
                  <a:path extrusionOk="0" h="13047" w="16207">
                    <a:moveTo>
                      <a:pt x="6214" y="1467"/>
                    </a:moveTo>
                    <a:lnTo>
                      <a:pt x="6214" y="1467"/>
                    </a:lnTo>
                    <a:cubicBezTo>
                      <a:pt x="6214" y="1467"/>
                      <a:pt x="6214" y="1467"/>
                      <a:pt x="6214" y="1467"/>
                    </a:cubicBezTo>
                    <a:cubicBezTo>
                      <a:pt x="6214" y="1467"/>
                      <a:pt x="6214" y="1467"/>
                      <a:pt x="6214" y="1467"/>
                    </a:cubicBezTo>
                    <a:close/>
                    <a:moveTo>
                      <a:pt x="4404" y="0"/>
                    </a:moveTo>
                    <a:cubicBezTo>
                      <a:pt x="3840" y="0"/>
                      <a:pt x="3281" y="120"/>
                      <a:pt x="2913" y="571"/>
                    </a:cubicBezTo>
                    <a:cubicBezTo>
                      <a:pt x="1913" y="1751"/>
                      <a:pt x="1375" y="3319"/>
                      <a:pt x="912" y="4738"/>
                    </a:cubicBezTo>
                    <a:cubicBezTo>
                      <a:pt x="419" y="6247"/>
                      <a:pt x="1" y="7860"/>
                      <a:pt x="31" y="9443"/>
                    </a:cubicBezTo>
                    <a:cubicBezTo>
                      <a:pt x="46" y="10787"/>
                      <a:pt x="568" y="12266"/>
                      <a:pt x="1913" y="12803"/>
                    </a:cubicBezTo>
                    <a:cubicBezTo>
                      <a:pt x="2327" y="12969"/>
                      <a:pt x="2816" y="13029"/>
                      <a:pt x="3302" y="13029"/>
                    </a:cubicBezTo>
                    <a:cubicBezTo>
                      <a:pt x="3690" y="13029"/>
                      <a:pt x="4077" y="12991"/>
                      <a:pt x="4422" y="12938"/>
                    </a:cubicBezTo>
                    <a:cubicBezTo>
                      <a:pt x="5228" y="12803"/>
                      <a:pt x="5856" y="12296"/>
                      <a:pt x="6453" y="11773"/>
                    </a:cubicBezTo>
                    <a:cubicBezTo>
                      <a:pt x="6465" y="11749"/>
                      <a:pt x="6278" y="11724"/>
                      <a:pt x="6234" y="11724"/>
                    </a:cubicBezTo>
                    <a:cubicBezTo>
                      <a:pt x="6224" y="11724"/>
                      <a:pt x="6221" y="11725"/>
                      <a:pt x="6229" y="11728"/>
                    </a:cubicBezTo>
                    <a:cubicBezTo>
                      <a:pt x="6035" y="11713"/>
                      <a:pt x="5856" y="11713"/>
                      <a:pt x="5676" y="11713"/>
                    </a:cubicBezTo>
                    <a:cubicBezTo>
                      <a:pt x="5605" y="11713"/>
                      <a:pt x="5490" y="11706"/>
                      <a:pt x="5369" y="11706"/>
                    </a:cubicBezTo>
                    <a:cubicBezTo>
                      <a:pt x="5186" y="11706"/>
                      <a:pt x="4989" y="11722"/>
                      <a:pt x="4900" y="11803"/>
                    </a:cubicBezTo>
                    <a:cubicBezTo>
                      <a:pt x="4440" y="12190"/>
                      <a:pt x="3999" y="12538"/>
                      <a:pt x="3459" y="12768"/>
                    </a:cubicBezTo>
                    <a:lnTo>
                      <a:pt x="3459" y="12768"/>
                    </a:lnTo>
                    <a:cubicBezTo>
                      <a:pt x="3324" y="12712"/>
                      <a:pt x="3180" y="12644"/>
                      <a:pt x="3048" y="12565"/>
                    </a:cubicBezTo>
                    <a:cubicBezTo>
                      <a:pt x="2794" y="12400"/>
                      <a:pt x="2555" y="12191"/>
                      <a:pt x="2361" y="11952"/>
                    </a:cubicBezTo>
                    <a:cubicBezTo>
                      <a:pt x="1479" y="10862"/>
                      <a:pt x="1509" y="9308"/>
                      <a:pt x="1689" y="7979"/>
                    </a:cubicBezTo>
                    <a:cubicBezTo>
                      <a:pt x="1883" y="6486"/>
                      <a:pt x="2316" y="5037"/>
                      <a:pt x="2839" y="3633"/>
                    </a:cubicBezTo>
                    <a:cubicBezTo>
                      <a:pt x="3092" y="2976"/>
                      <a:pt x="3361" y="2319"/>
                      <a:pt x="3705" y="1706"/>
                    </a:cubicBezTo>
                    <a:cubicBezTo>
                      <a:pt x="3869" y="1392"/>
                      <a:pt x="4063" y="1094"/>
                      <a:pt x="4272" y="810"/>
                    </a:cubicBezTo>
                    <a:cubicBezTo>
                      <a:pt x="4300" y="769"/>
                      <a:pt x="4329" y="726"/>
                      <a:pt x="4359" y="683"/>
                    </a:cubicBezTo>
                    <a:lnTo>
                      <a:pt x="4359" y="683"/>
                    </a:lnTo>
                    <a:cubicBezTo>
                      <a:pt x="4511" y="960"/>
                      <a:pt x="4607" y="1283"/>
                      <a:pt x="4661" y="1497"/>
                    </a:cubicBezTo>
                    <a:cubicBezTo>
                      <a:pt x="4674" y="1554"/>
                      <a:pt x="4811" y="1573"/>
                      <a:pt x="5000" y="1573"/>
                    </a:cubicBezTo>
                    <a:cubicBezTo>
                      <a:pt x="5437" y="1573"/>
                      <a:pt x="6149" y="1466"/>
                      <a:pt x="6210" y="1466"/>
                    </a:cubicBezTo>
                    <a:cubicBezTo>
                      <a:pt x="6212" y="1466"/>
                      <a:pt x="6214" y="1467"/>
                      <a:pt x="6214" y="1467"/>
                    </a:cubicBezTo>
                    <a:lnTo>
                      <a:pt x="6214" y="1467"/>
                    </a:lnTo>
                    <a:cubicBezTo>
                      <a:pt x="6080" y="900"/>
                      <a:pt x="5766" y="138"/>
                      <a:pt x="5109" y="48"/>
                    </a:cubicBezTo>
                    <a:cubicBezTo>
                      <a:pt x="4882" y="22"/>
                      <a:pt x="4643" y="0"/>
                      <a:pt x="4404" y="0"/>
                    </a:cubicBezTo>
                    <a:close/>
                    <a:moveTo>
                      <a:pt x="11999" y="28"/>
                    </a:moveTo>
                    <a:cubicBezTo>
                      <a:pt x="11808" y="28"/>
                      <a:pt x="11619" y="42"/>
                      <a:pt x="11457" y="48"/>
                    </a:cubicBezTo>
                    <a:cubicBezTo>
                      <a:pt x="11068" y="63"/>
                      <a:pt x="10695" y="78"/>
                      <a:pt x="10426" y="377"/>
                    </a:cubicBezTo>
                    <a:cubicBezTo>
                      <a:pt x="10142" y="676"/>
                      <a:pt x="9978" y="1094"/>
                      <a:pt x="9888" y="1497"/>
                    </a:cubicBezTo>
                    <a:cubicBezTo>
                      <a:pt x="9890" y="1493"/>
                      <a:pt x="9904" y="1491"/>
                      <a:pt x="9930" y="1491"/>
                    </a:cubicBezTo>
                    <a:cubicBezTo>
                      <a:pt x="10086" y="1491"/>
                      <a:pt x="10639" y="1558"/>
                      <a:pt x="11035" y="1558"/>
                    </a:cubicBezTo>
                    <a:cubicBezTo>
                      <a:pt x="11262" y="1558"/>
                      <a:pt x="11437" y="1536"/>
                      <a:pt x="11457" y="1467"/>
                    </a:cubicBezTo>
                    <a:cubicBezTo>
                      <a:pt x="11501" y="1262"/>
                      <a:pt x="11591" y="952"/>
                      <a:pt x="11733" y="681"/>
                    </a:cubicBezTo>
                    <a:lnTo>
                      <a:pt x="11733" y="681"/>
                    </a:lnTo>
                    <a:cubicBezTo>
                      <a:pt x="11776" y="741"/>
                      <a:pt x="11813" y="796"/>
                      <a:pt x="11845" y="840"/>
                    </a:cubicBezTo>
                    <a:cubicBezTo>
                      <a:pt x="12054" y="1124"/>
                      <a:pt x="12233" y="1422"/>
                      <a:pt x="12412" y="1736"/>
                    </a:cubicBezTo>
                    <a:cubicBezTo>
                      <a:pt x="12741" y="2348"/>
                      <a:pt x="13025" y="3020"/>
                      <a:pt x="13264" y="3663"/>
                    </a:cubicBezTo>
                    <a:cubicBezTo>
                      <a:pt x="13786" y="5052"/>
                      <a:pt x="14205" y="6486"/>
                      <a:pt x="14414" y="7934"/>
                    </a:cubicBezTo>
                    <a:cubicBezTo>
                      <a:pt x="14593" y="9249"/>
                      <a:pt x="14653" y="10772"/>
                      <a:pt x="13816" y="11892"/>
                    </a:cubicBezTo>
                    <a:cubicBezTo>
                      <a:pt x="13622" y="12131"/>
                      <a:pt x="13413" y="12355"/>
                      <a:pt x="13159" y="12535"/>
                    </a:cubicBezTo>
                    <a:cubicBezTo>
                      <a:pt x="13014" y="12622"/>
                      <a:pt x="12869" y="12709"/>
                      <a:pt x="12710" y="12782"/>
                    </a:cubicBezTo>
                    <a:lnTo>
                      <a:pt x="12710" y="12782"/>
                    </a:lnTo>
                    <a:cubicBezTo>
                      <a:pt x="12643" y="12764"/>
                      <a:pt x="12577" y="12744"/>
                      <a:pt x="12517" y="12714"/>
                    </a:cubicBezTo>
                    <a:cubicBezTo>
                      <a:pt x="12338" y="12624"/>
                      <a:pt x="12158" y="12535"/>
                      <a:pt x="11994" y="12415"/>
                    </a:cubicBezTo>
                    <a:cubicBezTo>
                      <a:pt x="11710" y="12221"/>
                      <a:pt x="11457" y="11997"/>
                      <a:pt x="11203" y="11773"/>
                    </a:cubicBezTo>
                    <a:cubicBezTo>
                      <a:pt x="11132" y="11716"/>
                      <a:pt x="10991" y="11700"/>
                      <a:pt x="10843" y="11700"/>
                    </a:cubicBezTo>
                    <a:cubicBezTo>
                      <a:pt x="10678" y="11700"/>
                      <a:pt x="10505" y="11720"/>
                      <a:pt x="10411" y="11728"/>
                    </a:cubicBezTo>
                    <a:cubicBezTo>
                      <a:pt x="10232" y="11728"/>
                      <a:pt x="10053" y="11728"/>
                      <a:pt x="9873" y="11758"/>
                    </a:cubicBezTo>
                    <a:cubicBezTo>
                      <a:pt x="9843" y="11758"/>
                      <a:pt x="9634" y="11803"/>
                      <a:pt x="9649" y="11803"/>
                    </a:cubicBezTo>
                    <a:cubicBezTo>
                      <a:pt x="10157" y="12251"/>
                      <a:pt x="10695" y="12729"/>
                      <a:pt x="11367" y="12908"/>
                    </a:cubicBezTo>
                    <a:cubicBezTo>
                      <a:pt x="11733" y="13005"/>
                      <a:pt x="12140" y="13046"/>
                      <a:pt x="12549" y="13046"/>
                    </a:cubicBezTo>
                    <a:cubicBezTo>
                      <a:pt x="12958" y="13046"/>
                      <a:pt x="13368" y="13005"/>
                      <a:pt x="13742" y="12938"/>
                    </a:cubicBezTo>
                    <a:cubicBezTo>
                      <a:pt x="15146" y="12654"/>
                      <a:pt x="15907" y="11295"/>
                      <a:pt x="16042" y="9966"/>
                    </a:cubicBezTo>
                    <a:cubicBezTo>
                      <a:pt x="16206" y="8397"/>
                      <a:pt x="15818" y="6769"/>
                      <a:pt x="15370" y="5276"/>
                    </a:cubicBezTo>
                    <a:cubicBezTo>
                      <a:pt x="14937" y="3812"/>
                      <a:pt x="14414" y="2304"/>
                      <a:pt x="13548" y="1034"/>
                    </a:cubicBezTo>
                    <a:cubicBezTo>
                      <a:pt x="13338" y="720"/>
                      <a:pt x="13099" y="347"/>
                      <a:pt x="12741" y="168"/>
                    </a:cubicBezTo>
                    <a:cubicBezTo>
                      <a:pt x="12533" y="55"/>
                      <a:pt x="12264" y="28"/>
                      <a:pt x="11999" y="28"/>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2"/>
              <p:cNvSpPr/>
              <p:nvPr/>
            </p:nvSpPr>
            <p:spPr>
              <a:xfrm>
                <a:off x="-2832025" y="1599800"/>
                <a:ext cx="259550" cy="358925"/>
              </a:xfrm>
              <a:custGeom>
                <a:rect b="b" l="l" r="r" t="t"/>
                <a:pathLst>
                  <a:path extrusionOk="0" h="14357" w="10382">
                    <a:moveTo>
                      <a:pt x="8126" y="1"/>
                    </a:moveTo>
                    <a:lnTo>
                      <a:pt x="1644" y="344"/>
                    </a:lnTo>
                    <a:cubicBezTo>
                      <a:pt x="1032" y="2719"/>
                      <a:pt x="479" y="5109"/>
                      <a:pt x="210" y="7543"/>
                    </a:cubicBezTo>
                    <a:cubicBezTo>
                      <a:pt x="61" y="8888"/>
                      <a:pt x="1" y="10217"/>
                      <a:pt x="61" y="11561"/>
                    </a:cubicBezTo>
                    <a:cubicBezTo>
                      <a:pt x="106" y="12577"/>
                      <a:pt x="195" y="13772"/>
                      <a:pt x="1390" y="14041"/>
                    </a:cubicBezTo>
                    <a:cubicBezTo>
                      <a:pt x="2569" y="14285"/>
                      <a:pt x="3810" y="14356"/>
                      <a:pt x="5001" y="14356"/>
                    </a:cubicBezTo>
                    <a:cubicBezTo>
                      <a:pt x="5122" y="14356"/>
                      <a:pt x="5243" y="14356"/>
                      <a:pt x="5363" y="14354"/>
                    </a:cubicBezTo>
                    <a:cubicBezTo>
                      <a:pt x="6020" y="14354"/>
                      <a:pt x="6677" y="14324"/>
                      <a:pt x="7334" y="14250"/>
                    </a:cubicBezTo>
                    <a:cubicBezTo>
                      <a:pt x="7947" y="14190"/>
                      <a:pt x="8619" y="14145"/>
                      <a:pt x="9216" y="13966"/>
                    </a:cubicBezTo>
                    <a:cubicBezTo>
                      <a:pt x="9799" y="13787"/>
                      <a:pt x="9948" y="13159"/>
                      <a:pt x="10098" y="12637"/>
                    </a:cubicBezTo>
                    <a:cubicBezTo>
                      <a:pt x="10247" y="12039"/>
                      <a:pt x="10322" y="11427"/>
                      <a:pt x="10351" y="10814"/>
                    </a:cubicBezTo>
                    <a:cubicBezTo>
                      <a:pt x="10381" y="9560"/>
                      <a:pt x="10187" y="8305"/>
                      <a:pt x="9963" y="7066"/>
                    </a:cubicBezTo>
                    <a:cubicBezTo>
                      <a:pt x="9515" y="4691"/>
                      <a:pt x="9082" y="2256"/>
                      <a:pt x="8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2"/>
              <p:cNvSpPr/>
              <p:nvPr/>
            </p:nvSpPr>
            <p:spPr>
              <a:xfrm>
                <a:off x="-2753600" y="1533725"/>
                <a:ext cx="95250" cy="60875"/>
              </a:xfrm>
              <a:custGeom>
                <a:rect b="b" l="l" r="r" t="t"/>
                <a:pathLst>
                  <a:path extrusionOk="0" h="2435" w="3810">
                    <a:moveTo>
                      <a:pt x="1882" y="0"/>
                    </a:moveTo>
                    <a:cubicBezTo>
                      <a:pt x="1569" y="0"/>
                      <a:pt x="1285" y="90"/>
                      <a:pt x="1046" y="239"/>
                    </a:cubicBezTo>
                    <a:cubicBezTo>
                      <a:pt x="807" y="389"/>
                      <a:pt x="583" y="583"/>
                      <a:pt x="434" y="822"/>
                    </a:cubicBezTo>
                    <a:cubicBezTo>
                      <a:pt x="284" y="1046"/>
                      <a:pt x="180" y="1300"/>
                      <a:pt x="105" y="1554"/>
                    </a:cubicBezTo>
                    <a:cubicBezTo>
                      <a:pt x="45" y="1822"/>
                      <a:pt x="15" y="2076"/>
                      <a:pt x="0" y="2330"/>
                    </a:cubicBezTo>
                    <a:lnTo>
                      <a:pt x="688" y="2345"/>
                    </a:lnTo>
                    <a:cubicBezTo>
                      <a:pt x="688" y="1927"/>
                      <a:pt x="792" y="1509"/>
                      <a:pt x="1001" y="1195"/>
                    </a:cubicBezTo>
                    <a:cubicBezTo>
                      <a:pt x="1195" y="896"/>
                      <a:pt x="1554" y="687"/>
                      <a:pt x="1882" y="687"/>
                    </a:cubicBezTo>
                    <a:cubicBezTo>
                      <a:pt x="2047" y="687"/>
                      <a:pt x="2211" y="732"/>
                      <a:pt x="2360" y="837"/>
                    </a:cubicBezTo>
                    <a:cubicBezTo>
                      <a:pt x="2495" y="941"/>
                      <a:pt x="2629" y="1076"/>
                      <a:pt x="2734" y="1240"/>
                    </a:cubicBezTo>
                    <a:cubicBezTo>
                      <a:pt x="2943" y="1569"/>
                      <a:pt x="3062" y="1987"/>
                      <a:pt x="3167" y="2435"/>
                    </a:cubicBezTo>
                    <a:lnTo>
                      <a:pt x="3809" y="2270"/>
                    </a:lnTo>
                    <a:cubicBezTo>
                      <a:pt x="3764" y="2046"/>
                      <a:pt x="3705" y="1807"/>
                      <a:pt x="3615" y="1569"/>
                    </a:cubicBezTo>
                    <a:cubicBezTo>
                      <a:pt x="3540" y="1330"/>
                      <a:pt x="3451" y="1091"/>
                      <a:pt x="3301" y="852"/>
                    </a:cubicBezTo>
                    <a:cubicBezTo>
                      <a:pt x="3152" y="628"/>
                      <a:pt x="2958" y="418"/>
                      <a:pt x="2719" y="269"/>
                    </a:cubicBezTo>
                    <a:cubicBezTo>
                      <a:pt x="2599" y="179"/>
                      <a:pt x="2465" y="120"/>
                      <a:pt x="2330" y="75"/>
                    </a:cubicBezTo>
                    <a:cubicBezTo>
                      <a:pt x="2181" y="30"/>
                      <a:pt x="2032" y="0"/>
                      <a:pt x="18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2"/>
              <p:cNvSpPr/>
              <p:nvPr/>
            </p:nvSpPr>
            <p:spPr>
              <a:xfrm>
                <a:off x="-2812600" y="1579650"/>
                <a:ext cx="212875" cy="121000"/>
              </a:xfrm>
              <a:custGeom>
                <a:rect b="b" l="l" r="r" t="t"/>
                <a:pathLst>
                  <a:path extrusionOk="0" h="4840" w="8515">
                    <a:moveTo>
                      <a:pt x="4671" y="0"/>
                    </a:moveTo>
                    <a:cubicBezTo>
                      <a:pt x="3394" y="0"/>
                      <a:pt x="2118" y="81"/>
                      <a:pt x="852" y="239"/>
                    </a:cubicBezTo>
                    <a:cubicBezTo>
                      <a:pt x="523" y="1180"/>
                      <a:pt x="240" y="2121"/>
                      <a:pt x="1" y="3092"/>
                    </a:cubicBezTo>
                    <a:cubicBezTo>
                      <a:pt x="1345" y="4033"/>
                      <a:pt x="2913" y="4645"/>
                      <a:pt x="4541" y="4840"/>
                    </a:cubicBezTo>
                    <a:cubicBezTo>
                      <a:pt x="5945" y="4451"/>
                      <a:pt x="7245" y="3734"/>
                      <a:pt x="8514" y="3002"/>
                    </a:cubicBezTo>
                    <a:cubicBezTo>
                      <a:pt x="8185" y="2032"/>
                      <a:pt x="7767" y="1061"/>
                      <a:pt x="7349" y="120"/>
                    </a:cubicBezTo>
                    <a:cubicBezTo>
                      <a:pt x="6458" y="40"/>
                      <a:pt x="5564" y="0"/>
                      <a:pt x="467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2"/>
              <p:cNvSpPr/>
              <p:nvPr/>
            </p:nvSpPr>
            <p:spPr>
              <a:xfrm>
                <a:off x="-2830150" y="1891050"/>
                <a:ext cx="254300" cy="65000"/>
              </a:xfrm>
              <a:custGeom>
                <a:rect b="b" l="l" r="r" t="t"/>
                <a:pathLst>
                  <a:path extrusionOk="0" h="2600" w="10172">
                    <a:moveTo>
                      <a:pt x="1" y="1"/>
                    </a:moveTo>
                    <a:cubicBezTo>
                      <a:pt x="60" y="1002"/>
                      <a:pt x="165" y="2122"/>
                      <a:pt x="1330" y="2376"/>
                    </a:cubicBezTo>
                    <a:cubicBezTo>
                      <a:pt x="1748" y="2465"/>
                      <a:pt x="2181" y="2540"/>
                      <a:pt x="2614" y="2585"/>
                    </a:cubicBezTo>
                    <a:cubicBezTo>
                      <a:pt x="2420" y="1957"/>
                      <a:pt x="2092" y="1375"/>
                      <a:pt x="1629" y="897"/>
                    </a:cubicBezTo>
                    <a:cubicBezTo>
                      <a:pt x="1181" y="434"/>
                      <a:pt x="613" y="120"/>
                      <a:pt x="1" y="1"/>
                    </a:cubicBezTo>
                    <a:close/>
                    <a:moveTo>
                      <a:pt x="10172" y="225"/>
                    </a:moveTo>
                    <a:cubicBezTo>
                      <a:pt x="9619" y="300"/>
                      <a:pt x="9082" y="524"/>
                      <a:pt x="8619" y="837"/>
                    </a:cubicBezTo>
                    <a:cubicBezTo>
                      <a:pt x="8006" y="1270"/>
                      <a:pt x="7513" y="1898"/>
                      <a:pt x="7259" y="2600"/>
                    </a:cubicBezTo>
                    <a:cubicBezTo>
                      <a:pt x="7872" y="2540"/>
                      <a:pt x="8559" y="2495"/>
                      <a:pt x="9156" y="2316"/>
                    </a:cubicBezTo>
                    <a:cubicBezTo>
                      <a:pt x="9724" y="2122"/>
                      <a:pt x="9888" y="1494"/>
                      <a:pt x="10023" y="972"/>
                    </a:cubicBezTo>
                    <a:cubicBezTo>
                      <a:pt x="10082" y="733"/>
                      <a:pt x="10142" y="479"/>
                      <a:pt x="10172" y="225"/>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2"/>
              <p:cNvSpPr/>
              <p:nvPr/>
            </p:nvSpPr>
            <p:spPr>
              <a:xfrm>
                <a:off x="-2769275" y="1664025"/>
                <a:ext cx="33250" cy="96375"/>
              </a:xfrm>
              <a:custGeom>
                <a:rect b="b" l="l" r="r" t="t"/>
                <a:pathLst>
                  <a:path extrusionOk="0" h="3855" w="1330">
                    <a:moveTo>
                      <a:pt x="1225" y="1"/>
                    </a:moveTo>
                    <a:lnTo>
                      <a:pt x="0" y="61"/>
                    </a:lnTo>
                    <a:cubicBezTo>
                      <a:pt x="60" y="1330"/>
                      <a:pt x="75" y="2570"/>
                      <a:pt x="60" y="3839"/>
                    </a:cubicBezTo>
                    <a:lnTo>
                      <a:pt x="1300" y="3854"/>
                    </a:lnTo>
                    <a:cubicBezTo>
                      <a:pt x="1329" y="2570"/>
                      <a:pt x="1300" y="1285"/>
                      <a:pt x="1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2"/>
              <p:cNvSpPr/>
              <p:nvPr/>
            </p:nvSpPr>
            <p:spPr>
              <a:xfrm>
                <a:off x="-2687125" y="1658800"/>
                <a:ext cx="39600" cy="106450"/>
              </a:xfrm>
              <a:custGeom>
                <a:rect b="b" l="l" r="r" t="t"/>
                <a:pathLst>
                  <a:path extrusionOk="0" h="4258" w="1584">
                    <a:moveTo>
                      <a:pt x="1225" y="1"/>
                    </a:moveTo>
                    <a:lnTo>
                      <a:pt x="0" y="135"/>
                    </a:lnTo>
                    <a:cubicBezTo>
                      <a:pt x="149" y="1509"/>
                      <a:pt x="269" y="2883"/>
                      <a:pt x="359" y="4257"/>
                    </a:cubicBezTo>
                    <a:lnTo>
                      <a:pt x="1583" y="4168"/>
                    </a:lnTo>
                    <a:cubicBezTo>
                      <a:pt x="1509" y="2779"/>
                      <a:pt x="1374" y="1390"/>
                      <a:pt x="1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2"/>
              <p:cNvSpPr/>
              <p:nvPr/>
            </p:nvSpPr>
            <p:spPr>
              <a:xfrm>
                <a:off x="-2774875" y="1805550"/>
                <a:ext cx="135550" cy="101325"/>
              </a:xfrm>
              <a:custGeom>
                <a:rect b="b" l="l" r="r" t="t"/>
                <a:pathLst>
                  <a:path extrusionOk="0" h="4053" w="5422">
                    <a:moveTo>
                      <a:pt x="30" y="1"/>
                    </a:moveTo>
                    <a:cubicBezTo>
                      <a:pt x="0" y="777"/>
                      <a:pt x="120" y="1569"/>
                      <a:pt x="463" y="2271"/>
                    </a:cubicBezTo>
                    <a:cubicBezTo>
                      <a:pt x="866" y="3092"/>
                      <a:pt x="1598" y="3779"/>
                      <a:pt x="2494" y="3988"/>
                    </a:cubicBezTo>
                    <a:cubicBezTo>
                      <a:pt x="2663" y="4031"/>
                      <a:pt x="2837" y="4052"/>
                      <a:pt x="3010" y="4052"/>
                    </a:cubicBezTo>
                    <a:cubicBezTo>
                      <a:pt x="3330" y="4052"/>
                      <a:pt x="3648" y="3979"/>
                      <a:pt x="3928" y="3824"/>
                    </a:cubicBezTo>
                    <a:cubicBezTo>
                      <a:pt x="4511" y="3510"/>
                      <a:pt x="4854" y="2883"/>
                      <a:pt x="5063" y="2271"/>
                    </a:cubicBezTo>
                    <a:cubicBezTo>
                      <a:pt x="5302" y="1569"/>
                      <a:pt x="5407" y="837"/>
                      <a:pt x="5422" y="105"/>
                    </a:cubicBezTo>
                    <a:cubicBezTo>
                      <a:pt x="3630" y="105"/>
                      <a:pt x="1822" y="75"/>
                      <a:pt x="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2"/>
              <p:cNvSpPr/>
              <p:nvPr/>
            </p:nvSpPr>
            <p:spPr>
              <a:xfrm>
                <a:off x="-2832625" y="1810775"/>
                <a:ext cx="258900" cy="146725"/>
              </a:xfrm>
              <a:custGeom>
                <a:rect b="b" l="l" r="r" t="t"/>
                <a:pathLst>
                  <a:path extrusionOk="0" h="5869" w="10356">
                    <a:moveTo>
                      <a:pt x="7941" y="120"/>
                    </a:moveTo>
                    <a:cubicBezTo>
                      <a:pt x="8001" y="120"/>
                      <a:pt x="8046" y="135"/>
                      <a:pt x="8090" y="150"/>
                    </a:cubicBezTo>
                    <a:cubicBezTo>
                      <a:pt x="8120" y="150"/>
                      <a:pt x="8150" y="165"/>
                      <a:pt x="8165" y="180"/>
                    </a:cubicBezTo>
                    <a:cubicBezTo>
                      <a:pt x="8180" y="195"/>
                      <a:pt x="8210" y="225"/>
                      <a:pt x="8210" y="240"/>
                    </a:cubicBezTo>
                    <a:cubicBezTo>
                      <a:pt x="8210" y="240"/>
                      <a:pt x="8210" y="240"/>
                      <a:pt x="8210" y="255"/>
                    </a:cubicBezTo>
                    <a:cubicBezTo>
                      <a:pt x="8195" y="269"/>
                      <a:pt x="8150" y="269"/>
                      <a:pt x="8120" y="269"/>
                    </a:cubicBezTo>
                    <a:cubicBezTo>
                      <a:pt x="8075" y="284"/>
                      <a:pt x="8016" y="284"/>
                      <a:pt x="7956" y="284"/>
                    </a:cubicBezTo>
                    <a:cubicBezTo>
                      <a:pt x="7865" y="271"/>
                      <a:pt x="7762" y="247"/>
                      <a:pt x="7668" y="201"/>
                    </a:cubicBezTo>
                    <a:lnTo>
                      <a:pt x="7668" y="201"/>
                    </a:lnTo>
                    <a:cubicBezTo>
                      <a:pt x="7754" y="157"/>
                      <a:pt x="7847" y="120"/>
                      <a:pt x="7941" y="120"/>
                    </a:cubicBezTo>
                    <a:close/>
                    <a:moveTo>
                      <a:pt x="7941" y="1"/>
                    </a:moveTo>
                    <a:cubicBezTo>
                      <a:pt x="7807" y="16"/>
                      <a:pt x="7687" y="60"/>
                      <a:pt x="7568" y="120"/>
                    </a:cubicBezTo>
                    <a:cubicBezTo>
                      <a:pt x="7553" y="105"/>
                      <a:pt x="7538" y="105"/>
                      <a:pt x="7538" y="105"/>
                    </a:cubicBezTo>
                    <a:cubicBezTo>
                      <a:pt x="5880" y="90"/>
                      <a:pt x="4237" y="75"/>
                      <a:pt x="2609" y="60"/>
                    </a:cubicBezTo>
                    <a:cubicBezTo>
                      <a:pt x="2519" y="75"/>
                      <a:pt x="2519" y="195"/>
                      <a:pt x="2609" y="195"/>
                    </a:cubicBezTo>
                    <a:cubicBezTo>
                      <a:pt x="4252" y="210"/>
                      <a:pt x="5895" y="225"/>
                      <a:pt x="7538" y="240"/>
                    </a:cubicBezTo>
                    <a:cubicBezTo>
                      <a:pt x="7538" y="255"/>
                      <a:pt x="7538" y="269"/>
                      <a:pt x="7568" y="284"/>
                    </a:cubicBezTo>
                    <a:cubicBezTo>
                      <a:pt x="7672" y="344"/>
                      <a:pt x="7792" y="389"/>
                      <a:pt x="7911" y="389"/>
                    </a:cubicBezTo>
                    <a:cubicBezTo>
                      <a:pt x="7949" y="394"/>
                      <a:pt x="7992" y="398"/>
                      <a:pt x="8035" y="398"/>
                    </a:cubicBezTo>
                    <a:cubicBezTo>
                      <a:pt x="8110" y="398"/>
                      <a:pt x="8188" y="388"/>
                      <a:pt x="8255" y="359"/>
                    </a:cubicBezTo>
                    <a:cubicBezTo>
                      <a:pt x="8314" y="344"/>
                      <a:pt x="8359" y="299"/>
                      <a:pt x="8359" y="240"/>
                    </a:cubicBezTo>
                    <a:cubicBezTo>
                      <a:pt x="8359" y="180"/>
                      <a:pt x="8314" y="120"/>
                      <a:pt x="8270" y="90"/>
                    </a:cubicBezTo>
                    <a:cubicBezTo>
                      <a:pt x="8180" y="31"/>
                      <a:pt x="8060" y="1"/>
                      <a:pt x="7941" y="1"/>
                    </a:cubicBezTo>
                    <a:close/>
                    <a:moveTo>
                      <a:pt x="10256" y="3061"/>
                    </a:moveTo>
                    <a:cubicBezTo>
                      <a:pt x="10251" y="3061"/>
                      <a:pt x="10246" y="3062"/>
                      <a:pt x="10241" y="3062"/>
                    </a:cubicBezTo>
                    <a:cubicBezTo>
                      <a:pt x="9121" y="3316"/>
                      <a:pt x="8090" y="3959"/>
                      <a:pt x="7463" y="4915"/>
                    </a:cubicBezTo>
                    <a:cubicBezTo>
                      <a:pt x="7284" y="5183"/>
                      <a:pt x="7149" y="5467"/>
                      <a:pt x="7045" y="5781"/>
                    </a:cubicBezTo>
                    <a:cubicBezTo>
                      <a:pt x="7027" y="5825"/>
                      <a:pt x="7062" y="5854"/>
                      <a:pt x="7100" y="5854"/>
                    </a:cubicBezTo>
                    <a:cubicBezTo>
                      <a:pt x="7126" y="5854"/>
                      <a:pt x="7152" y="5841"/>
                      <a:pt x="7164" y="5811"/>
                    </a:cubicBezTo>
                    <a:cubicBezTo>
                      <a:pt x="7508" y="4765"/>
                      <a:pt x="8344" y="3944"/>
                      <a:pt x="9360" y="3496"/>
                    </a:cubicBezTo>
                    <a:cubicBezTo>
                      <a:pt x="9659" y="3361"/>
                      <a:pt x="9957" y="3257"/>
                      <a:pt x="10271" y="3182"/>
                    </a:cubicBezTo>
                    <a:cubicBezTo>
                      <a:pt x="10355" y="3168"/>
                      <a:pt x="10334" y="3061"/>
                      <a:pt x="10256" y="3061"/>
                    </a:cubicBezTo>
                    <a:close/>
                    <a:moveTo>
                      <a:pt x="85" y="2852"/>
                    </a:moveTo>
                    <a:cubicBezTo>
                      <a:pt x="21" y="2852"/>
                      <a:pt x="0" y="2945"/>
                      <a:pt x="70" y="2973"/>
                    </a:cubicBezTo>
                    <a:cubicBezTo>
                      <a:pt x="1100" y="3272"/>
                      <a:pt x="2011" y="3959"/>
                      <a:pt x="2564" y="4870"/>
                    </a:cubicBezTo>
                    <a:cubicBezTo>
                      <a:pt x="2743" y="5168"/>
                      <a:pt x="2878" y="5482"/>
                      <a:pt x="2997" y="5826"/>
                    </a:cubicBezTo>
                    <a:cubicBezTo>
                      <a:pt x="3003" y="5856"/>
                      <a:pt x="3026" y="5869"/>
                      <a:pt x="3051" y="5869"/>
                    </a:cubicBezTo>
                    <a:cubicBezTo>
                      <a:pt x="3087" y="5869"/>
                      <a:pt x="3126" y="5840"/>
                      <a:pt x="3117" y="5796"/>
                    </a:cubicBezTo>
                    <a:cubicBezTo>
                      <a:pt x="2743" y="4691"/>
                      <a:pt x="2011" y="3750"/>
                      <a:pt x="966" y="3197"/>
                    </a:cubicBezTo>
                    <a:cubicBezTo>
                      <a:pt x="697" y="3048"/>
                      <a:pt x="398" y="2928"/>
                      <a:pt x="100" y="2853"/>
                    </a:cubicBezTo>
                    <a:cubicBezTo>
                      <a:pt x="95" y="2852"/>
                      <a:pt x="90" y="2852"/>
                      <a:pt x="85" y="285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2"/>
              <p:cNvSpPr/>
              <p:nvPr/>
            </p:nvSpPr>
            <p:spPr>
              <a:xfrm>
                <a:off x="-2810550" y="1584625"/>
                <a:ext cx="207875" cy="108225"/>
              </a:xfrm>
              <a:custGeom>
                <a:rect b="b" l="l" r="r" t="t"/>
                <a:pathLst>
                  <a:path extrusionOk="0" h="4329" w="8315">
                    <a:moveTo>
                      <a:pt x="4852" y="1"/>
                    </a:moveTo>
                    <a:cubicBezTo>
                      <a:pt x="3933" y="1"/>
                      <a:pt x="3014" y="49"/>
                      <a:pt x="2099" y="145"/>
                    </a:cubicBezTo>
                    <a:cubicBezTo>
                      <a:pt x="1621" y="190"/>
                      <a:pt x="1143" y="264"/>
                      <a:pt x="665" y="339"/>
                    </a:cubicBezTo>
                    <a:cubicBezTo>
                      <a:pt x="581" y="339"/>
                      <a:pt x="603" y="445"/>
                      <a:pt x="680" y="445"/>
                    </a:cubicBezTo>
                    <a:cubicBezTo>
                      <a:pt x="685" y="445"/>
                      <a:pt x="690" y="444"/>
                      <a:pt x="695" y="444"/>
                    </a:cubicBezTo>
                    <a:cubicBezTo>
                      <a:pt x="2028" y="231"/>
                      <a:pt x="3380" y="121"/>
                      <a:pt x="4736" y="121"/>
                    </a:cubicBezTo>
                    <a:cubicBezTo>
                      <a:pt x="5096" y="121"/>
                      <a:pt x="5457" y="129"/>
                      <a:pt x="5818" y="145"/>
                    </a:cubicBezTo>
                    <a:cubicBezTo>
                      <a:pt x="6296" y="160"/>
                      <a:pt x="6774" y="190"/>
                      <a:pt x="7267" y="234"/>
                    </a:cubicBezTo>
                    <a:cubicBezTo>
                      <a:pt x="7272" y="235"/>
                      <a:pt x="7277" y="236"/>
                      <a:pt x="7282" y="236"/>
                    </a:cubicBezTo>
                    <a:cubicBezTo>
                      <a:pt x="7355" y="236"/>
                      <a:pt x="7337" y="129"/>
                      <a:pt x="7267" y="115"/>
                    </a:cubicBezTo>
                    <a:cubicBezTo>
                      <a:pt x="6464" y="38"/>
                      <a:pt x="5658" y="1"/>
                      <a:pt x="4852" y="1"/>
                    </a:cubicBezTo>
                    <a:close/>
                    <a:moveTo>
                      <a:pt x="8211" y="2431"/>
                    </a:moveTo>
                    <a:cubicBezTo>
                      <a:pt x="8196" y="2431"/>
                      <a:pt x="8179" y="2435"/>
                      <a:pt x="8163" y="2445"/>
                    </a:cubicBezTo>
                    <a:cubicBezTo>
                      <a:pt x="7700" y="2818"/>
                      <a:pt x="7192" y="3117"/>
                      <a:pt x="6655" y="3401"/>
                    </a:cubicBezTo>
                    <a:cubicBezTo>
                      <a:pt x="6117" y="3670"/>
                      <a:pt x="5564" y="3909"/>
                      <a:pt x="4982" y="4058"/>
                    </a:cubicBezTo>
                    <a:cubicBezTo>
                      <a:pt x="4637" y="4149"/>
                      <a:pt x="4286" y="4201"/>
                      <a:pt x="3933" y="4201"/>
                    </a:cubicBezTo>
                    <a:cubicBezTo>
                      <a:pt x="3705" y="4201"/>
                      <a:pt x="3477" y="4180"/>
                      <a:pt x="3249" y="4133"/>
                    </a:cubicBezTo>
                    <a:cubicBezTo>
                      <a:pt x="2697" y="4043"/>
                      <a:pt x="2189" y="3819"/>
                      <a:pt x="1711" y="3550"/>
                    </a:cubicBezTo>
                    <a:cubicBezTo>
                      <a:pt x="1158" y="3237"/>
                      <a:pt x="636" y="2863"/>
                      <a:pt x="128" y="2475"/>
                    </a:cubicBezTo>
                    <a:cubicBezTo>
                      <a:pt x="119" y="2471"/>
                      <a:pt x="110" y="2470"/>
                      <a:pt x="101" y="2470"/>
                    </a:cubicBezTo>
                    <a:cubicBezTo>
                      <a:pt x="40" y="2470"/>
                      <a:pt x="1" y="2555"/>
                      <a:pt x="53" y="2594"/>
                    </a:cubicBezTo>
                    <a:cubicBezTo>
                      <a:pt x="979" y="3281"/>
                      <a:pt x="1935" y="3983"/>
                      <a:pt x="3070" y="4237"/>
                    </a:cubicBezTo>
                    <a:cubicBezTo>
                      <a:pt x="3350" y="4300"/>
                      <a:pt x="3630" y="4329"/>
                      <a:pt x="3907" y="4329"/>
                    </a:cubicBezTo>
                    <a:cubicBezTo>
                      <a:pt x="4812" y="4329"/>
                      <a:pt x="5694" y="4025"/>
                      <a:pt x="6505" y="3625"/>
                    </a:cubicBezTo>
                    <a:cubicBezTo>
                      <a:pt x="7118" y="3311"/>
                      <a:pt x="7715" y="2968"/>
                      <a:pt x="8268" y="2535"/>
                    </a:cubicBezTo>
                    <a:cubicBezTo>
                      <a:pt x="8315" y="2488"/>
                      <a:pt x="8269" y="2431"/>
                      <a:pt x="8211" y="24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2"/>
              <p:cNvSpPr/>
              <p:nvPr/>
            </p:nvSpPr>
            <p:spPr>
              <a:xfrm>
                <a:off x="-2771150" y="1722125"/>
                <a:ext cx="38475" cy="32150"/>
              </a:xfrm>
              <a:custGeom>
                <a:rect b="b" l="l" r="r" t="t"/>
                <a:pathLst>
                  <a:path extrusionOk="0" h="1286" w="1539">
                    <a:moveTo>
                      <a:pt x="892" y="129"/>
                    </a:moveTo>
                    <a:cubicBezTo>
                      <a:pt x="1068" y="129"/>
                      <a:pt x="1243" y="136"/>
                      <a:pt x="1417" y="151"/>
                    </a:cubicBezTo>
                    <a:lnTo>
                      <a:pt x="1417" y="151"/>
                    </a:lnTo>
                    <a:lnTo>
                      <a:pt x="1377" y="1118"/>
                    </a:lnTo>
                    <a:lnTo>
                      <a:pt x="1377" y="1118"/>
                    </a:lnTo>
                    <a:cubicBezTo>
                      <a:pt x="1107" y="1143"/>
                      <a:pt x="836" y="1158"/>
                      <a:pt x="562" y="1158"/>
                    </a:cubicBezTo>
                    <a:cubicBezTo>
                      <a:pt x="421" y="1158"/>
                      <a:pt x="279" y="1154"/>
                      <a:pt x="135" y="1146"/>
                    </a:cubicBezTo>
                    <a:lnTo>
                      <a:pt x="135" y="1146"/>
                    </a:lnTo>
                    <a:lnTo>
                      <a:pt x="135" y="166"/>
                    </a:lnTo>
                    <a:lnTo>
                      <a:pt x="135" y="166"/>
                    </a:lnTo>
                    <a:cubicBezTo>
                      <a:pt x="385" y="143"/>
                      <a:pt x="639" y="129"/>
                      <a:pt x="892" y="129"/>
                    </a:cubicBezTo>
                    <a:close/>
                    <a:moveTo>
                      <a:pt x="841" y="1"/>
                    </a:moveTo>
                    <a:cubicBezTo>
                      <a:pt x="582" y="1"/>
                      <a:pt x="323" y="12"/>
                      <a:pt x="60" y="37"/>
                    </a:cubicBezTo>
                    <a:cubicBezTo>
                      <a:pt x="30" y="37"/>
                      <a:pt x="1" y="67"/>
                      <a:pt x="1" y="111"/>
                    </a:cubicBezTo>
                    <a:lnTo>
                      <a:pt x="1" y="1217"/>
                    </a:lnTo>
                    <a:cubicBezTo>
                      <a:pt x="1" y="1261"/>
                      <a:pt x="30" y="1284"/>
                      <a:pt x="62" y="1284"/>
                    </a:cubicBezTo>
                    <a:cubicBezTo>
                      <a:pt x="72" y="1284"/>
                      <a:pt x="83" y="1282"/>
                      <a:pt x="92" y="1277"/>
                    </a:cubicBezTo>
                    <a:lnTo>
                      <a:pt x="92" y="1277"/>
                    </a:lnTo>
                    <a:cubicBezTo>
                      <a:pt x="251" y="1282"/>
                      <a:pt x="411" y="1285"/>
                      <a:pt x="572" y="1285"/>
                    </a:cubicBezTo>
                    <a:cubicBezTo>
                      <a:pt x="860" y="1285"/>
                      <a:pt x="1150" y="1275"/>
                      <a:pt x="1434" y="1247"/>
                    </a:cubicBezTo>
                    <a:cubicBezTo>
                      <a:pt x="1464" y="1247"/>
                      <a:pt x="1494" y="1217"/>
                      <a:pt x="1494" y="1172"/>
                    </a:cubicBezTo>
                    <a:lnTo>
                      <a:pt x="1539" y="96"/>
                    </a:lnTo>
                    <a:cubicBezTo>
                      <a:pt x="1539" y="52"/>
                      <a:pt x="1509" y="22"/>
                      <a:pt x="1479" y="22"/>
                    </a:cubicBezTo>
                    <a:cubicBezTo>
                      <a:pt x="1264" y="8"/>
                      <a:pt x="1053" y="1"/>
                      <a:pt x="84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2"/>
              <p:cNvSpPr/>
              <p:nvPr/>
            </p:nvSpPr>
            <p:spPr>
              <a:xfrm>
                <a:off x="-2684200" y="1726800"/>
                <a:ext cx="40025" cy="32925"/>
              </a:xfrm>
              <a:custGeom>
                <a:rect b="b" l="l" r="r" t="t"/>
                <a:pathLst>
                  <a:path extrusionOk="0" h="1317" w="1601">
                    <a:moveTo>
                      <a:pt x="1002" y="127"/>
                    </a:moveTo>
                    <a:cubicBezTo>
                      <a:pt x="1129" y="127"/>
                      <a:pt x="1256" y="132"/>
                      <a:pt x="1381" y="143"/>
                    </a:cubicBezTo>
                    <a:lnTo>
                      <a:pt x="1381" y="143"/>
                    </a:lnTo>
                    <a:cubicBezTo>
                      <a:pt x="1408" y="453"/>
                      <a:pt x="1435" y="762"/>
                      <a:pt x="1462" y="1071"/>
                    </a:cubicBezTo>
                    <a:lnTo>
                      <a:pt x="1462" y="1071"/>
                    </a:lnTo>
                    <a:cubicBezTo>
                      <a:pt x="1132" y="1147"/>
                      <a:pt x="786" y="1188"/>
                      <a:pt x="443" y="1188"/>
                    </a:cubicBezTo>
                    <a:cubicBezTo>
                      <a:pt x="369" y="1188"/>
                      <a:pt x="295" y="1186"/>
                      <a:pt x="221" y="1182"/>
                    </a:cubicBezTo>
                    <a:lnTo>
                      <a:pt x="221" y="1182"/>
                    </a:lnTo>
                    <a:cubicBezTo>
                      <a:pt x="194" y="851"/>
                      <a:pt x="168" y="520"/>
                      <a:pt x="141" y="200"/>
                    </a:cubicBezTo>
                    <a:lnTo>
                      <a:pt x="141" y="200"/>
                    </a:lnTo>
                    <a:cubicBezTo>
                      <a:pt x="421" y="154"/>
                      <a:pt x="712" y="127"/>
                      <a:pt x="1002" y="127"/>
                    </a:cubicBezTo>
                    <a:close/>
                    <a:moveTo>
                      <a:pt x="1016" y="0"/>
                    </a:moveTo>
                    <a:cubicBezTo>
                      <a:pt x="704" y="0"/>
                      <a:pt x="395" y="25"/>
                      <a:pt x="92" y="83"/>
                    </a:cubicBezTo>
                    <a:lnTo>
                      <a:pt x="92" y="83"/>
                    </a:lnTo>
                    <a:cubicBezTo>
                      <a:pt x="87" y="82"/>
                      <a:pt x="82" y="81"/>
                      <a:pt x="77" y="81"/>
                    </a:cubicBezTo>
                    <a:cubicBezTo>
                      <a:pt x="63" y="81"/>
                      <a:pt x="48" y="86"/>
                      <a:pt x="37" y="97"/>
                    </a:cubicBezTo>
                    <a:lnTo>
                      <a:pt x="37" y="97"/>
                    </a:lnTo>
                    <a:cubicBezTo>
                      <a:pt x="4" y="115"/>
                      <a:pt x="1" y="155"/>
                      <a:pt x="20" y="182"/>
                    </a:cubicBezTo>
                    <a:lnTo>
                      <a:pt x="20" y="182"/>
                    </a:lnTo>
                    <a:cubicBezTo>
                      <a:pt x="49" y="530"/>
                      <a:pt x="78" y="892"/>
                      <a:pt x="107" y="1254"/>
                    </a:cubicBezTo>
                    <a:cubicBezTo>
                      <a:pt x="107" y="1284"/>
                      <a:pt x="122" y="1313"/>
                      <a:pt x="167" y="1313"/>
                    </a:cubicBezTo>
                    <a:cubicBezTo>
                      <a:pt x="238" y="1316"/>
                      <a:pt x="310" y="1317"/>
                      <a:pt x="382" y="1317"/>
                    </a:cubicBezTo>
                    <a:cubicBezTo>
                      <a:pt x="773" y="1317"/>
                      <a:pt x="1164" y="1280"/>
                      <a:pt x="1556" y="1179"/>
                    </a:cubicBezTo>
                    <a:cubicBezTo>
                      <a:pt x="1571" y="1164"/>
                      <a:pt x="1601" y="1149"/>
                      <a:pt x="1601" y="1119"/>
                    </a:cubicBezTo>
                    <a:cubicBezTo>
                      <a:pt x="1571" y="761"/>
                      <a:pt x="1541" y="432"/>
                      <a:pt x="1496" y="74"/>
                    </a:cubicBezTo>
                    <a:cubicBezTo>
                      <a:pt x="1496" y="44"/>
                      <a:pt x="1481" y="14"/>
                      <a:pt x="1436" y="14"/>
                    </a:cubicBezTo>
                    <a:cubicBezTo>
                      <a:pt x="1296" y="5"/>
                      <a:pt x="1156" y="0"/>
                      <a:pt x="101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2"/>
              <p:cNvSpPr/>
              <p:nvPr/>
            </p:nvSpPr>
            <p:spPr>
              <a:xfrm>
                <a:off x="-2753975" y="1722175"/>
                <a:ext cx="3750" cy="14700"/>
              </a:xfrm>
              <a:custGeom>
                <a:rect b="b" l="l" r="r" t="t"/>
                <a:pathLst>
                  <a:path extrusionOk="0" h="588" w="150">
                    <a:moveTo>
                      <a:pt x="45" y="1"/>
                    </a:moveTo>
                    <a:cubicBezTo>
                      <a:pt x="21" y="1"/>
                      <a:pt x="1" y="28"/>
                      <a:pt x="1" y="65"/>
                    </a:cubicBezTo>
                    <a:cubicBezTo>
                      <a:pt x="15" y="214"/>
                      <a:pt x="15" y="363"/>
                      <a:pt x="30" y="528"/>
                    </a:cubicBezTo>
                    <a:cubicBezTo>
                      <a:pt x="30" y="557"/>
                      <a:pt x="60" y="587"/>
                      <a:pt x="90" y="587"/>
                    </a:cubicBezTo>
                    <a:cubicBezTo>
                      <a:pt x="120" y="587"/>
                      <a:pt x="150" y="557"/>
                      <a:pt x="150" y="528"/>
                    </a:cubicBezTo>
                    <a:cubicBezTo>
                      <a:pt x="135" y="363"/>
                      <a:pt x="135" y="214"/>
                      <a:pt x="120" y="65"/>
                    </a:cubicBezTo>
                    <a:cubicBezTo>
                      <a:pt x="120" y="35"/>
                      <a:pt x="90" y="5"/>
                      <a:pt x="60" y="5"/>
                    </a:cubicBezTo>
                    <a:cubicBezTo>
                      <a:pt x="55" y="2"/>
                      <a:pt x="50" y="1"/>
                      <a:pt x="45" y="1"/>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2"/>
              <p:cNvSpPr/>
              <p:nvPr/>
            </p:nvSpPr>
            <p:spPr>
              <a:xfrm>
                <a:off x="-2666225" y="1727150"/>
                <a:ext cx="4875" cy="16450"/>
              </a:xfrm>
              <a:custGeom>
                <a:rect b="b" l="l" r="r" t="t"/>
                <a:pathLst>
                  <a:path extrusionOk="0" h="658" w="195">
                    <a:moveTo>
                      <a:pt x="60" y="0"/>
                    </a:moveTo>
                    <a:cubicBezTo>
                      <a:pt x="45" y="0"/>
                      <a:pt x="0" y="30"/>
                      <a:pt x="0" y="60"/>
                    </a:cubicBezTo>
                    <a:cubicBezTo>
                      <a:pt x="15" y="239"/>
                      <a:pt x="30" y="418"/>
                      <a:pt x="60" y="597"/>
                    </a:cubicBezTo>
                    <a:cubicBezTo>
                      <a:pt x="60" y="627"/>
                      <a:pt x="75" y="657"/>
                      <a:pt x="120" y="657"/>
                    </a:cubicBezTo>
                    <a:cubicBezTo>
                      <a:pt x="150" y="657"/>
                      <a:pt x="195" y="627"/>
                      <a:pt x="180" y="597"/>
                    </a:cubicBezTo>
                    <a:cubicBezTo>
                      <a:pt x="165" y="418"/>
                      <a:pt x="135" y="239"/>
                      <a:pt x="120" y="60"/>
                    </a:cubicBezTo>
                    <a:cubicBezTo>
                      <a:pt x="120" y="30"/>
                      <a:pt x="90" y="0"/>
                      <a:pt x="60"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2"/>
              <p:cNvSpPr/>
              <p:nvPr/>
            </p:nvSpPr>
            <p:spPr>
              <a:xfrm>
                <a:off x="-2768900" y="1816375"/>
                <a:ext cx="116150" cy="11225"/>
              </a:xfrm>
              <a:custGeom>
                <a:rect b="b" l="l" r="r" t="t"/>
                <a:pathLst>
                  <a:path extrusionOk="0" h="449" w="4646">
                    <a:moveTo>
                      <a:pt x="60" y="1"/>
                    </a:moveTo>
                    <a:cubicBezTo>
                      <a:pt x="30" y="1"/>
                      <a:pt x="0" y="31"/>
                      <a:pt x="0" y="60"/>
                    </a:cubicBezTo>
                    <a:lnTo>
                      <a:pt x="0" y="344"/>
                    </a:lnTo>
                    <a:lnTo>
                      <a:pt x="0" y="389"/>
                    </a:lnTo>
                    <a:cubicBezTo>
                      <a:pt x="0" y="419"/>
                      <a:pt x="30" y="449"/>
                      <a:pt x="60" y="449"/>
                    </a:cubicBezTo>
                    <a:cubicBezTo>
                      <a:pt x="90" y="449"/>
                      <a:pt x="120" y="419"/>
                      <a:pt x="120" y="389"/>
                    </a:cubicBezTo>
                    <a:lnTo>
                      <a:pt x="120" y="105"/>
                    </a:lnTo>
                    <a:lnTo>
                      <a:pt x="120" y="60"/>
                    </a:lnTo>
                    <a:cubicBezTo>
                      <a:pt x="120" y="31"/>
                      <a:pt x="90" y="1"/>
                      <a:pt x="60" y="1"/>
                    </a:cubicBezTo>
                    <a:close/>
                    <a:moveTo>
                      <a:pt x="523" y="1"/>
                    </a:moveTo>
                    <a:cubicBezTo>
                      <a:pt x="478" y="1"/>
                      <a:pt x="463" y="31"/>
                      <a:pt x="463" y="60"/>
                    </a:cubicBezTo>
                    <a:lnTo>
                      <a:pt x="463" y="344"/>
                    </a:lnTo>
                    <a:lnTo>
                      <a:pt x="463" y="389"/>
                    </a:lnTo>
                    <a:cubicBezTo>
                      <a:pt x="463" y="419"/>
                      <a:pt x="493" y="449"/>
                      <a:pt x="523" y="449"/>
                    </a:cubicBezTo>
                    <a:cubicBezTo>
                      <a:pt x="553" y="449"/>
                      <a:pt x="583" y="419"/>
                      <a:pt x="583" y="389"/>
                    </a:cubicBezTo>
                    <a:lnTo>
                      <a:pt x="583" y="105"/>
                    </a:lnTo>
                    <a:lnTo>
                      <a:pt x="583" y="60"/>
                    </a:lnTo>
                    <a:cubicBezTo>
                      <a:pt x="583" y="31"/>
                      <a:pt x="553" y="1"/>
                      <a:pt x="523" y="1"/>
                    </a:cubicBezTo>
                    <a:close/>
                    <a:moveTo>
                      <a:pt x="971" y="1"/>
                    </a:moveTo>
                    <a:cubicBezTo>
                      <a:pt x="941" y="1"/>
                      <a:pt x="911" y="31"/>
                      <a:pt x="911" y="60"/>
                    </a:cubicBezTo>
                    <a:lnTo>
                      <a:pt x="911" y="344"/>
                    </a:lnTo>
                    <a:lnTo>
                      <a:pt x="911" y="389"/>
                    </a:lnTo>
                    <a:cubicBezTo>
                      <a:pt x="911" y="419"/>
                      <a:pt x="941" y="449"/>
                      <a:pt x="971" y="449"/>
                    </a:cubicBezTo>
                    <a:cubicBezTo>
                      <a:pt x="1001" y="449"/>
                      <a:pt x="1031" y="419"/>
                      <a:pt x="1031" y="389"/>
                    </a:cubicBezTo>
                    <a:lnTo>
                      <a:pt x="1031" y="105"/>
                    </a:lnTo>
                    <a:lnTo>
                      <a:pt x="1031" y="60"/>
                    </a:lnTo>
                    <a:cubicBezTo>
                      <a:pt x="1031" y="31"/>
                      <a:pt x="1001" y="1"/>
                      <a:pt x="971" y="1"/>
                    </a:cubicBezTo>
                    <a:close/>
                    <a:moveTo>
                      <a:pt x="1419" y="1"/>
                    </a:moveTo>
                    <a:cubicBezTo>
                      <a:pt x="1389" y="1"/>
                      <a:pt x="1359" y="31"/>
                      <a:pt x="1359" y="60"/>
                    </a:cubicBezTo>
                    <a:lnTo>
                      <a:pt x="1359" y="344"/>
                    </a:lnTo>
                    <a:lnTo>
                      <a:pt x="1359" y="389"/>
                    </a:lnTo>
                    <a:cubicBezTo>
                      <a:pt x="1359" y="419"/>
                      <a:pt x="1389" y="449"/>
                      <a:pt x="1419" y="449"/>
                    </a:cubicBezTo>
                    <a:cubicBezTo>
                      <a:pt x="1449" y="449"/>
                      <a:pt x="1479" y="419"/>
                      <a:pt x="1479" y="389"/>
                    </a:cubicBezTo>
                    <a:lnTo>
                      <a:pt x="1479" y="105"/>
                    </a:lnTo>
                    <a:lnTo>
                      <a:pt x="1479" y="60"/>
                    </a:lnTo>
                    <a:cubicBezTo>
                      <a:pt x="1479" y="31"/>
                      <a:pt x="1449" y="1"/>
                      <a:pt x="1419" y="1"/>
                    </a:cubicBezTo>
                    <a:close/>
                    <a:moveTo>
                      <a:pt x="1867" y="1"/>
                    </a:moveTo>
                    <a:cubicBezTo>
                      <a:pt x="1837" y="1"/>
                      <a:pt x="1807" y="31"/>
                      <a:pt x="1807" y="60"/>
                    </a:cubicBezTo>
                    <a:lnTo>
                      <a:pt x="1807" y="344"/>
                    </a:lnTo>
                    <a:lnTo>
                      <a:pt x="1807" y="389"/>
                    </a:lnTo>
                    <a:cubicBezTo>
                      <a:pt x="1807" y="419"/>
                      <a:pt x="1837" y="449"/>
                      <a:pt x="1867" y="449"/>
                    </a:cubicBezTo>
                    <a:cubicBezTo>
                      <a:pt x="1897" y="449"/>
                      <a:pt x="1927" y="419"/>
                      <a:pt x="1927" y="389"/>
                    </a:cubicBezTo>
                    <a:lnTo>
                      <a:pt x="1927" y="105"/>
                    </a:lnTo>
                    <a:lnTo>
                      <a:pt x="1927" y="60"/>
                    </a:lnTo>
                    <a:cubicBezTo>
                      <a:pt x="1927" y="31"/>
                      <a:pt x="1897" y="1"/>
                      <a:pt x="1867" y="1"/>
                    </a:cubicBezTo>
                    <a:close/>
                    <a:moveTo>
                      <a:pt x="2330" y="1"/>
                    </a:moveTo>
                    <a:cubicBezTo>
                      <a:pt x="2285" y="1"/>
                      <a:pt x="2270" y="31"/>
                      <a:pt x="2270" y="60"/>
                    </a:cubicBezTo>
                    <a:lnTo>
                      <a:pt x="2270" y="344"/>
                    </a:lnTo>
                    <a:lnTo>
                      <a:pt x="2270" y="389"/>
                    </a:lnTo>
                    <a:cubicBezTo>
                      <a:pt x="2270" y="419"/>
                      <a:pt x="2300" y="449"/>
                      <a:pt x="2330" y="449"/>
                    </a:cubicBezTo>
                    <a:cubicBezTo>
                      <a:pt x="2360" y="449"/>
                      <a:pt x="2390" y="419"/>
                      <a:pt x="2390" y="389"/>
                    </a:cubicBezTo>
                    <a:lnTo>
                      <a:pt x="2390" y="105"/>
                    </a:lnTo>
                    <a:lnTo>
                      <a:pt x="2390" y="60"/>
                    </a:lnTo>
                    <a:cubicBezTo>
                      <a:pt x="2390" y="31"/>
                      <a:pt x="2360" y="1"/>
                      <a:pt x="2330" y="1"/>
                    </a:cubicBezTo>
                    <a:close/>
                    <a:moveTo>
                      <a:pt x="2778" y="1"/>
                    </a:moveTo>
                    <a:cubicBezTo>
                      <a:pt x="2748" y="1"/>
                      <a:pt x="2718" y="31"/>
                      <a:pt x="2718" y="60"/>
                    </a:cubicBezTo>
                    <a:lnTo>
                      <a:pt x="2718" y="344"/>
                    </a:lnTo>
                    <a:lnTo>
                      <a:pt x="2718" y="389"/>
                    </a:lnTo>
                    <a:cubicBezTo>
                      <a:pt x="2718" y="419"/>
                      <a:pt x="2748" y="449"/>
                      <a:pt x="2778" y="449"/>
                    </a:cubicBezTo>
                    <a:cubicBezTo>
                      <a:pt x="2808" y="449"/>
                      <a:pt x="2838" y="419"/>
                      <a:pt x="2838" y="389"/>
                    </a:cubicBezTo>
                    <a:lnTo>
                      <a:pt x="2838" y="105"/>
                    </a:lnTo>
                    <a:lnTo>
                      <a:pt x="2838" y="60"/>
                    </a:lnTo>
                    <a:cubicBezTo>
                      <a:pt x="2838" y="31"/>
                      <a:pt x="2808" y="1"/>
                      <a:pt x="2778" y="1"/>
                    </a:cubicBezTo>
                    <a:close/>
                    <a:moveTo>
                      <a:pt x="3226" y="1"/>
                    </a:moveTo>
                    <a:cubicBezTo>
                      <a:pt x="3196" y="1"/>
                      <a:pt x="3167" y="31"/>
                      <a:pt x="3167" y="60"/>
                    </a:cubicBezTo>
                    <a:lnTo>
                      <a:pt x="3167" y="344"/>
                    </a:lnTo>
                    <a:lnTo>
                      <a:pt x="3167" y="389"/>
                    </a:lnTo>
                    <a:cubicBezTo>
                      <a:pt x="3167" y="419"/>
                      <a:pt x="3196" y="449"/>
                      <a:pt x="3226" y="449"/>
                    </a:cubicBezTo>
                    <a:cubicBezTo>
                      <a:pt x="3256" y="449"/>
                      <a:pt x="3286" y="419"/>
                      <a:pt x="3286" y="389"/>
                    </a:cubicBezTo>
                    <a:lnTo>
                      <a:pt x="3286" y="105"/>
                    </a:lnTo>
                    <a:lnTo>
                      <a:pt x="3286" y="60"/>
                    </a:lnTo>
                    <a:cubicBezTo>
                      <a:pt x="3286" y="31"/>
                      <a:pt x="3256" y="1"/>
                      <a:pt x="3226" y="1"/>
                    </a:cubicBezTo>
                    <a:close/>
                    <a:moveTo>
                      <a:pt x="3674" y="1"/>
                    </a:moveTo>
                    <a:cubicBezTo>
                      <a:pt x="3644" y="1"/>
                      <a:pt x="3615" y="31"/>
                      <a:pt x="3615" y="60"/>
                    </a:cubicBezTo>
                    <a:lnTo>
                      <a:pt x="3615" y="344"/>
                    </a:lnTo>
                    <a:lnTo>
                      <a:pt x="3615" y="389"/>
                    </a:lnTo>
                    <a:cubicBezTo>
                      <a:pt x="3615" y="419"/>
                      <a:pt x="3644" y="449"/>
                      <a:pt x="3674" y="449"/>
                    </a:cubicBezTo>
                    <a:cubicBezTo>
                      <a:pt x="3704" y="449"/>
                      <a:pt x="3734" y="419"/>
                      <a:pt x="3734" y="389"/>
                    </a:cubicBezTo>
                    <a:lnTo>
                      <a:pt x="3734" y="105"/>
                    </a:lnTo>
                    <a:lnTo>
                      <a:pt x="3734" y="60"/>
                    </a:lnTo>
                    <a:cubicBezTo>
                      <a:pt x="3734" y="31"/>
                      <a:pt x="3704" y="1"/>
                      <a:pt x="3674" y="1"/>
                    </a:cubicBezTo>
                    <a:close/>
                    <a:moveTo>
                      <a:pt x="4137" y="1"/>
                    </a:moveTo>
                    <a:cubicBezTo>
                      <a:pt x="4107" y="1"/>
                      <a:pt x="4078" y="31"/>
                      <a:pt x="4078" y="60"/>
                    </a:cubicBezTo>
                    <a:lnTo>
                      <a:pt x="4078" y="344"/>
                    </a:lnTo>
                    <a:lnTo>
                      <a:pt x="4078" y="389"/>
                    </a:lnTo>
                    <a:cubicBezTo>
                      <a:pt x="4078" y="419"/>
                      <a:pt x="4107" y="449"/>
                      <a:pt x="4137" y="449"/>
                    </a:cubicBezTo>
                    <a:cubicBezTo>
                      <a:pt x="4167" y="449"/>
                      <a:pt x="4197" y="419"/>
                      <a:pt x="4197" y="389"/>
                    </a:cubicBezTo>
                    <a:lnTo>
                      <a:pt x="4197" y="105"/>
                    </a:lnTo>
                    <a:lnTo>
                      <a:pt x="4197" y="60"/>
                    </a:lnTo>
                    <a:cubicBezTo>
                      <a:pt x="4197" y="31"/>
                      <a:pt x="4167" y="1"/>
                      <a:pt x="4137" y="1"/>
                    </a:cubicBezTo>
                    <a:close/>
                    <a:moveTo>
                      <a:pt x="4585" y="1"/>
                    </a:moveTo>
                    <a:cubicBezTo>
                      <a:pt x="4556" y="1"/>
                      <a:pt x="4526" y="31"/>
                      <a:pt x="4526" y="60"/>
                    </a:cubicBezTo>
                    <a:lnTo>
                      <a:pt x="4526" y="344"/>
                    </a:lnTo>
                    <a:lnTo>
                      <a:pt x="4526" y="389"/>
                    </a:lnTo>
                    <a:cubicBezTo>
                      <a:pt x="4526" y="419"/>
                      <a:pt x="4556" y="449"/>
                      <a:pt x="4585" y="449"/>
                    </a:cubicBezTo>
                    <a:cubicBezTo>
                      <a:pt x="4615" y="449"/>
                      <a:pt x="4645" y="419"/>
                      <a:pt x="4645" y="389"/>
                    </a:cubicBezTo>
                    <a:lnTo>
                      <a:pt x="4645" y="105"/>
                    </a:lnTo>
                    <a:lnTo>
                      <a:pt x="4645" y="60"/>
                    </a:lnTo>
                    <a:cubicBezTo>
                      <a:pt x="4645" y="31"/>
                      <a:pt x="4615" y="1"/>
                      <a:pt x="458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2"/>
              <p:cNvSpPr/>
              <p:nvPr/>
            </p:nvSpPr>
            <p:spPr>
              <a:xfrm>
                <a:off x="-2646800" y="1899550"/>
                <a:ext cx="65725" cy="59000"/>
              </a:xfrm>
              <a:custGeom>
                <a:rect b="b" l="l" r="r" t="t"/>
                <a:pathLst>
                  <a:path extrusionOk="0" h="2360" w="2629">
                    <a:moveTo>
                      <a:pt x="2496" y="0"/>
                    </a:moveTo>
                    <a:cubicBezTo>
                      <a:pt x="2490" y="0"/>
                      <a:pt x="2485" y="2"/>
                      <a:pt x="2479" y="4"/>
                    </a:cubicBezTo>
                    <a:cubicBezTo>
                      <a:pt x="2450" y="4"/>
                      <a:pt x="2420" y="49"/>
                      <a:pt x="2435" y="79"/>
                    </a:cubicBezTo>
                    <a:cubicBezTo>
                      <a:pt x="2450" y="169"/>
                      <a:pt x="2465" y="258"/>
                      <a:pt x="2494" y="363"/>
                    </a:cubicBezTo>
                    <a:cubicBezTo>
                      <a:pt x="2494" y="378"/>
                      <a:pt x="2494" y="378"/>
                      <a:pt x="2494" y="393"/>
                    </a:cubicBezTo>
                    <a:cubicBezTo>
                      <a:pt x="2507" y="417"/>
                      <a:pt x="2529" y="441"/>
                      <a:pt x="2553" y="441"/>
                    </a:cubicBezTo>
                    <a:cubicBezTo>
                      <a:pt x="2558" y="441"/>
                      <a:pt x="2564" y="440"/>
                      <a:pt x="2569" y="438"/>
                    </a:cubicBezTo>
                    <a:cubicBezTo>
                      <a:pt x="2599" y="438"/>
                      <a:pt x="2629" y="408"/>
                      <a:pt x="2614" y="363"/>
                    </a:cubicBezTo>
                    <a:cubicBezTo>
                      <a:pt x="2599" y="273"/>
                      <a:pt x="2584" y="184"/>
                      <a:pt x="2554" y="79"/>
                    </a:cubicBezTo>
                    <a:cubicBezTo>
                      <a:pt x="2554" y="64"/>
                      <a:pt x="2554" y="64"/>
                      <a:pt x="2554" y="49"/>
                    </a:cubicBezTo>
                    <a:cubicBezTo>
                      <a:pt x="2542" y="25"/>
                      <a:pt x="2520" y="0"/>
                      <a:pt x="2496" y="0"/>
                    </a:cubicBezTo>
                    <a:close/>
                    <a:moveTo>
                      <a:pt x="2031" y="94"/>
                    </a:moveTo>
                    <a:cubicBezTo>
                      <a:pt x="2002" y="109"/>
                      <a:pt x="1987" y="139"/>
                      <a:pt x="1987" y="184"/>
                    </a:cubicBezTo>
                    <a:cubicBezTo>
                      <a:pt x="2016" y="273"/>
                      <a:pt x="2031" y="363"/>
                      <a:pt x="2046" y="452"/>
                    </a:cubicBezTo>
                    <a:cubicBezTo>
                      <a:pt x="2046" y="467"/>
                      <a:pt x="2061" y="482"/>
                      <a:pt x="2061" y="497"/>
                    </a:cubicBezTo>
                    <a:cubicBezTo>
                      <a:pt x="2061" y="527"/>
                      <a:pt x="2106" y="542"/>
                      <a:pt x="2136" y="542"/>
                    </a:cubicBezTo>
                    <a:cubicBezTo>
                      <a:pt x="2166" y="527"/>
                      <a:pt x="2196" y="497"/>
                      <a:pt x="2181" y="467"/>
                    </a:cubicBezTo>
                    <a:cubicBezTo>
                      <a:pt x="2151" y="378"/>
                      <a:pt x="2136" y="273"/>
                      <a:pt x="2121" y="184"/>
                    </a:cubicBezTo>
                    <a:cubicBezTo>
                      <a:pt x="2121" y="169"/>
                      <a:pt x="2106" y="169"/>
                      <a:pt x="2106" y="154"/>
                    </a:cubicBezTo>
                    <a:cubicBezTo>
                      <a:pt x="2106" y="124"/>
                      <a:pt x="2061" y="94"/>
                      <a:pt x="2031" y="94"/>
                    </a:cubicBezTo>
                    <a:close/>
                    <a:moveTo>
                      <a:pt x="1595" y="332"/>
                    </a:moveTo>
                    <a:cubicBezTo>
                      <a:pt x="1584" y="332"/>
                      <a:pt x="1574" y="336"/>
                      <a:pt x="1568" y="348"/>
                    </a:cubicBezTo>
                    <a:cubicBezTo>
                      <a:pt x="1539" y="363"/>
                      <a:pt x="1524" y="408"/>
                      <a:pt x="1553" y="438"/>
                    </a:cubicBezTo>
                    <a:cubicBezTo>
                      <a:pt x="1598" y="512"/>
                      <a:pt x="1658" y="587"/>
                      <a:pt x="1703" y="676"/>
                    </a:cubicBezTo>
                    <a:cubicBezTo>
                      <a:pt x="1703" y="676"/>
                      <a:pt x="1718" y="691"/>
                      <a:pt x="1733" y="706"/>
                    </a:cubicBezTo>
                    <a:cubicBezTo>
                      <a:pt x="1741" y="724"/>
                      <a:pt x="1760" y="731"/>
                      <a:pt x="1778" y="731"/>
                    </a:cubicBezTo>
                    <a:cubicBezTo>
                      <a:pt x="1790" y="731"/>
                      <a:pt x="1801" y="727"/>
                      <a:pt x="1807" y="721"/>
                    </a:cubicBezTo>
                    <a:cubicBezTo>
                      <a:pt x="1837" y="691"/>
                      <a:pt x="1852" y="662"/>
                      <a:pt x="1822" y="632"/>
                    </a:cubicBezTo>
                    <a:cubicBezTo>
                      <a:pt x="1777" y="557"/>
                      <a:pt x="1718" y="482"/>
                      <a:pt x="1673" y="393"/>
                    </a:cubicBezTo>
                    <a:cubicBezTo>
                      <a:pt x="1658" y="393"/>
                      <a:pt x="1658" y="378"/>
                      <a:pt x="1643" y="363"/>
                    </a:cubicBezTo>
                    <a:cubicBezTo>
                      <a:pt x="1634" y="344"/>
                      <a:pt x="1613" y="332"/>
                      <a:pt x="1595" y="332"/>
                    </a:cubicBezTo>
                    <a:close/>
                    <a:moveTo>
                      <a:pt x="1218" y="586"/>
                    </a:moveTo>
                    <a:cubicBezTo>
                      <a:pt x="1205" y="586"/>
                      <a:pt x="1191" y="590"/>
                      <a:pt x="1180" y="602"/>
                    </a:cubicBezTo>
                    <a:cubicBezTo>
                      <a:pt x="1165" y="617"/>
                      <a:pt x="1150" y="647"/>
                      <a:pt x="1165" y="676"/>
                    </a:cubicBezTo>
                    <a:cubicBezTo>
                      <a:pt x="1225" y="751"/>
                      <a:pt x="1285" y="841"/>
                      <a:pt x="1329" y="915"/>
                    </a:cubicBezTo>
                    <a:cubicBezTo>
                      <a:pt x="1329" y="930"/>
                      <a:pt x="1344" y="945"/>
                      <a:pt x="1344" y="945"/>
                    </a:cubicBezTo>
                    <a:cubicBezTo>
                      <a:pt x="1354" y="964"/>
                      <a:pt x="1374" y="977"/>
                      <a:pt x="1396" y="977"/>
                    </a:cubicBezTo>
                    <a:cubicBezTo>
                      <a:pt x="1409" y="977"/>
                      <a:pt x="1423" y="972"/>
                      <a:pt x="1434" y="960"/>
                    </a:cubicBezTo>
                    <a:cubicBezTo>
                      <a:pt x="1464" y="945"/>
                      <a:pt x="1464" y="901"/>
                      <a:pt x="1449" y="886"/>
                    </a:cubicBezTo>
                    <a:cubicBezTo>
                      <a:pt x="1389" y="811"/>
                      <a:pt x="1344" y="721"/>
                      <a:pt x="1300" y="647"/>
                    </a:cubicBezTo>
                    <a:cubicBezTo>
                      <a:pt x="1285" y="632"/>
                      <a:pt x="1285" y="617"/>
                      <a:pt x="1270" y="617"/>
                    </a:cubicBezTo>
                    <a:cubicBezTo>
                      <a:pt x="1260" y="598"/>
                      <a:pt x="1240" y="586"/>
                      <a:pt x="1218" y="586"/>
                    </a:cubicBezTo>
                    <a:close/>
                    <a:moveTo>
                      <a:pt x="895" y="950"/>
                    </a:moveTo>
                    <a:cubicBezTo>
                      <a:pt x="877" y="950"/>
                      <a:pt x="854" y="958"/>
                      <a:pt x="837" y="975"/>
                    </a:cubicBezTo>
                    <a:cubicBezTo>
                      <a:pt x="822" y="1005"/>
                      <a:pt x="822" y="1050"/>
                      <a:pt x="851" y="1080"/>
                    </a:cubicBezTo>
                    <a:cubicBezTo>
                      <a:pt x="926" y="1125"/>
                      <a:pt x="1001" y="1184"/>
                      <a:pt x="1076" y="1244"/>
                    </a:cubicBezTo>
                    <a:cubicBezTo>
                      <a:pt x="1090" y="1244"/>
                      <a:pt x="1105" y="1259"/>
                      <a:pt x="1105" y="1274"/>
                    </a:cubicBezTo>
                    <a:cubicBezTo>
                      <a:pt x="1116" y="1279"/>
                      <a:pt x="1129" y="1283"/>
                      <a:pt x="1142" y="1283"/>
                    </a:cubicBezTo>
                    <a:cubicBezTo>
                      <a:pt x="1164" y="1283"/>
                      <a:pt x="1186" y="1272"/>
                      <a:pt x="1195" y="1244"/>
                    </a:cubicBezTo>
                    <a:cubicBezTo>
                      <a:pt x="1225" y="1214"/>
                      <a:pt x="1210" y="1184"/>
                      <a:pt x="1180" y="1154"/>
                    </a:cubicBezTo>
                    <a:cubicBezTo>
                      <a:pt x="1105" y="1110"/>
                      <a:pt x="1031" y="1050"/>
                      <a:pt x="956" y="990"/>
                    </a:cubicBezTo>
                    <a:cubicBezTo>
                      <a:pt x="956" y="975"/>
                      <a:pt x="941" y="975"/>
                      <a:pt x="926" y="960"/>
                    </a:cubicBezTo>
                    <a:cubicBezTo>
                      <a:pt x="920" y="954"/>
                      <a:pt x="909" y="950"/>
                      <a:pt x="895" y="950"/>
                    </a:cubicBezTo>
                    <a:close/>
                    <a:moveTo>
                      <a:pt x="627" y="1309"/>
                    </a:moveTo>
                    <a:cubicBezTo>
                      <a:pt x="608" y="1309"/>
                      <a:pt x="585" y="1316"/>
                      <a:pt x="568" y="1334"/>
                    </a:cubicBezTo>
                    <a:cubicBezTo>
                      <a:pt x="538" y="1378"/>
                      <a:pt x="553" y="1408"/>
                      <a:pt x="583" y="1423"/>
                    </a:cubicBezTo>
                    <a:cubicBezTo>
                      <a:pt x="657" y="1483"/>
                      <a:pt x="732" y="1543"/>
                      <a:pt x="807" y="1603"/>
                    </a:cubicBezTo>
                    <a:cubicBezTo>
                      <a:pt x="822" y="1603"/>
                      <a:pt x="837" y="1617"/>
                      <a:pt x="837" y="1617"/>
                    </a:cubicBezTo>
                    <a:cubicBezTo>
                      <a:pt x="848" y="1629"/>
                      <a:pt x="862" y="1634"/>
                      <a:pt x="875" y="1634"/>
                    </a:cubicBezTo>
                    <a:cubicBezTo>
                      <a:pt x="896" y="1634"/>
                      <a:pt x="917" y="1621"/>
                      <a:pt x="926" y="1603"/>
                    </a:cubicBezTo>
                    <a:cubicBezTo>
                      <a:pt x="956" y="1573"/>
                      <a:pt x="941" y="1543"/>
                      <a:pt x="911" y="1513"/>
                    </a:cubicBezTo>
                    <a:cubicBezTo>
                      <a:pt x="837" y="1453"/>
                      <a:pt x="762" y="1393"/>
                      <a:pt x="687" y="1349"/>
                    </a:cubicBezTo>
                    <a:cubicBezTo>
                      <a:pt x="687" y="1334"/>
                      <a:pt x="672" y="1334"/>
                      <a:pt x="657" y="1319"/>
                    </a:cubicBezTo>
                    <a:cubicBezTo>
                      <a:pt x="651" y="1313"/>
                      <a:pt x="640" y="1309"/>
                      <a:pt x="627" y="1309"/>
                    </a:cubicBezTo>
                    <a:close/>
                    <a:moveTo>
                      <a:pt x="346" y="1667"/>
                    </a:moveTo>
                    <a:cubicBezTo>
                      <a:pt x="324" y="1667"/>
                      <a:pt x="301" y="1675"/>
                      <a:pt x="284" y="1692"/>
                    </a:cubicBezTo>
                    <a:cubicBezTo>
                      <a:pt x="269" y="1737"/>
                      <a:pt x="284" y="1767"/>
                      <a:pt x="299" y="1797"/>
                    </a:cubicBezTo>
                    <a:cubicBezTo>
                      <a:pt x="388" y="1841"/>
                      <a:pt x="463" y="1901"/>
                      <a:pt x="523" y="1961"/>
                    </a:cubicBezTo>
                    <a:cubicBezTo>
                      <a:pt x="538" y="1976"/>
                      <a:pt x="553" y="1976"/>
                      <a:pt x="568" y="1991"/>
                    </a:cubicBezTo>
                    <a:cubicBezTo>
                      <a:pt x="574" y="1997"/>
                      <a:pt x="585" y="2001"/>
                      <a:pt x="598" y="2001"/>
                    </a:cubicBezTo>
                    <a:cubicBezTo>
                      <a:pt x="617" y="2001"/>
                      <a:pt x="640" y="1993"/>
                      <a:pt x="657" y="1976"/>
                    </a:cubicBezTo>
                    <a:cubicBezTo>
                      <a:pt x="672" y="1931"/>
                      <a:pt x="672" y="1901"/>
                      <a:pt x="642" y="1871"/>
                    </a:cubicBezTo>
                    <a:cubicBezTo>
                      <a:pt x="568" y="1827"/>
                      <a:pt x="478" y="1767"/>
                      <a:pt x="418" y="1707"/>
                    </a:cubicBezTo>
                    <a:cubicBezTo>
                      <a:pt x="403" y="1692"/>
                      <a:pt x="388" y="1692"/>
                      <a:pt x="388" y="1677"/>
                    </a:cubicBezTo>
                    <a:cubicBezTo>
                      <a:pt x="376" y="1671"/>
                      <a:pt x="361" y="1667"/>
                      <a:pt x="346" y="1667"/>
                    </a:cubicBezTo>
                    <a:close/>
                    <a:moveTo>
                      <a:pt x="81" y="2034"/>
                    </a:moveTo>
                    <a:cubicBezTo>
                      <a:pt x="58" y="2034"/>
                      <a:pt x="34" y="2047"/>
                      <a:pt x="15" y="2066"/>
                    </a:cubicBezTo>
                    <a:cubicBezTo>
                      <a:pt x="0" y="2095"/>
                      <a:pt x="0" y="2125"/>
                      <a:pt x="30" y="2155"/>
                    </a:cubicBezTo>
                    <a:cubicBezTo>
                      <a:pt x="120" y="2215"/>
                      <a:pt x="194" y="2275"/>
                      <a:pt x="254" y="2319"/>
                    </a:cubicBezTo>
                    <a:cubicBezTo>
                      <a:pt x="269" y="2334"/>
                      <a:pt x="284" y="2334"/>
                      <a:pt x="284" y="2349"/>
                    </a:cubicBezTo>
                    <a:cubicBezTo>
                      <a:pt x="296" y="2355"/>
                      <a:pt x="311" y="2359"/>
                      <a:pt x="327" y="2359"/>
                    </a:cubicBezTo>
                    <a:cubicBezTo>
                      <a:pt x="348" y="2359"/>
                      <a:pt x="371" y="2352"/>
                      <a:pt x="388" y="2334"/>
                    </a:cubicBezTo>
                    <a:cubicBezTo>
                      <a:pt x="403" y="2304"/>
                      <a:pt x="403" y="2260"/>
                      <a:pt x="374" y="2245"/>
                    </a:cubicBezTo>
                    <a:cubicBezTo>
                      <a:pt x="284" y="2185"/>
                      <a:pt x="209" y="2125"/>
                      <a:pt x="149" y="2066"/>
                    </a:cubicBezTo>
                    <a:cubicBezTo>
                      <a:pt x="135" y="2066"/>
                      <a:pt x="120" y="2051"/>
                      <a:pt x="120" y="2051"/>
                    </a:cubicBezTo>
                    <a:cubicBezTo>
                      <a:pt x="108" y="2039"/>
                      <a:pt x="95" y="2034"/>
                      <a:pt x="81" y="2034"/>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2"/>
              <p:cNvSpPr/>
              <p:nvPr/>
            </p:nvSpPr>
            <p:spPr>
              <a:xfrm>
                <a:off x="-2830900" y="1893900"/>
                <a:ext cx="62400" cy="63800"/>
              </a:xfrm>
              <a:custGeom>
                <a:rect b="b" l="l" r="r" t="t"/>
                <a:pathLst>
                  <a:path extrusionOk="0" h="2552" w="2496">
                    <a:moveTo>
                      <a:pt x="216" y="0"/>
                    </a:moveTo>
                    <a:cubicBezTo>
                      <a:pt x="195" y="0"/>
                      <a:pt x="176" y="14"/>
                      <a:pt x="165" y="36"/>
                    </a:cubicBezTo>
                    <a:cubicBezTo>
                      <a:pt x="120" y="126"/>
                      <a:pt x="75" y="201"/>
                      <a:pt x="31" y="290"/>
                    </a:cubicBezTo>
                    <a:cubicBezTo>
                      <a:pt x="31" y="305"/>
                      <a:pt x="16" y="305"/>
                      <a:pt x="16" y="320"/>
                    </a:cubicBezTo>
                    <a:cubicBezTo>
                      <a:pt x="1" y="365"/>
                      <a:pt x="16" y="395"/>
                      <a:pt x="46" y="410"/>
                    </a:cubicBezTo>
                    <a:cubicBezTo>
                      <a:pt x="54" y="414"/>
                      <a:pt x="63" y="415"/>
                      <a:pt x="72" y="415"/>
                    </a:cubicBezTo>
                    <a:cubicBezTo>
                      <a:pt x="97" y="415"/>
                      <a:pt x="124" y="402"/>
                      <a:pt x="135" y="380"/>
                    </a:cubicBezTo>
                    <a:cubicBezTo>
                      <a:pt x="180" y="290"/>
                      <a:pt x="225" y="215"/>
                      <a:pt x="255" y="126"/>
                    </a:cubicBezTo>
                    <a:cubicBezTo>
                      <a:pt x="270" y="111"/>
                      <a:pt x="270" y="111"/>
                      <a:pt x="270" y="81"/>
                    </a:cubicBezTo>
                    <a:cubicBezTo>
                      <a:pt x="285" y="51"/>
                      <a:pt x="270" y="21"/>
                      <a:pt x="240" y="6"/>
                    </a:cubicBezTo>
                    <a:cubicBezTo>
                      <a:pt x="232" y="2"/>
                      <a:pt x="224" y="0"/>
                      <a:pt x="216" y="0"/>
                    </a:cubicBezTo>
                    <a:close/>
                    <a:moveTo>
                      <a:pt x="611" y="207"/>
                    </a:moveTo>
                    <a:cubicBezTo>
                      <a:pt x="593" y="207"/>
                      <a:pt x="578" y="217"/>
                      <a:pt x="568" y="245"/>
                    </a:cubicBezTo>
                    <a:cubicBezTo>
                      <a:pt x="524" y="335"/>
                      <a:pt x="479" y="410"/>
                      <a:pt x="434" y="499"/>
                    </a:cubicBezTo>
                    <a:cubicBezTo>
                      <a:pt x="434" y="514"/>
                      <a:pt x="419" y="514"/>
                      <a:pt x="419" y="529"/>
                    </a:cubicBezTo>
                    <a:cubicBezTo>
                      <a:pt x="404" y="574"/>
                      <a:pt x="419" y="604"/>
                      <a:pt x="449" y="619"/>
                    </a:cubicBezTo>
                    <a:cubicBezTo>
                      <a:pt x="457" y="623"/>
                      <a:pt x="466" y="625"/>
                      <a:pt x="475" y="625"/>
                    </a:cubicBezTo>
                    <a:cubicBezTo>
                      <a:pt x="501" y="625"/>
                      <a:pt x="528" y="611"/>
                      <a:pt x="538" y="589"/>
                    </a:cubicBezTo>
                    <a:cubicBezTo>
                      <a:pt x="583" y="499"/>
                      <a:pt x="628" y="425"/>
                      <a:pt x="658" y="335"/>
                    </a:cubicBezTo>
                    <a:cubicBezTo>
                      <a:pt x="673" y="320"/>
                      <a:pt x="673" y="305"/>
                      <a:pt x="673" y="290"/>
                    </a:cubicBezTo>
                    <a:cubicBezTo>
                      <a:pt x="688" y="260"/>
                      <a:pt x="673" y="230"/>
                      <a:pt x="643" y="215"/>
                    </a:cubicBezTo>
                    <a:cubicBezTo>
                      <a:pt x="632" y="210"/>
                      <a:pt x="621" y="207"/>
                      <a:pt x="611" y="207"/>
                    </a:cubicBezTo>
                    <a:close/>
                    <a:moveTo>
                      <a:pt x="1033" y="474"/>
                    </a:moveTo>
                    <a:cubicBezTo>
                      <a:pt x="1012" y="474"/>
                      <a:pt x="989" y="482"/>
                      <a:pt x="972" y="499"/>
                    </a:cubicBezTo>
                    <a:cubicBezTo>
                      <a:pt x="912" y="574"/>
                      <a:pt x="852" y="649"/>
                      <a:pt x="792" y="708"/>
                    </a:cubicBezTo>
                    <a:cubicBezTo>
                      <a:pt x="792" y="723"/>
                      <a:pt x="777" y="738"/>
                      <a:pt x="777" y="738"/>
                    </a:cubicBezTo>
                    <a:cubicBezTo>
                      <a:pt x="748" y="768"/>
                      <a:pt x="748" y="813"/>
                      <a:pt x="777" y="843"/>
                    </a:cubicBezTo>
                    <a:cubicBezTo>
                      <a:pt x="790" y="849"/>
                      <a:pt x="805" y="853"/>
                      <a:pt x="819" y="853"/>
                    </a:cubicBezTo>
                    <a:cubicBezTo>
                      <a:pt x="839" y="853"/>
                      <a:pt x="858" y="845"/>
                      <a:pt x="867" y="828"/>
                    </a:cubicBezTo>
                    <a:cubicBezTo>
                      <a:pt x="927" y="753"/>
                      <a:pt x="987" y="678"/>
                      <a:pt x="1061" y="619"/>
                    </a:cubicBezTo>
                    <a:cubicBezTo>
                      <a:pt x="1061" y="604"/>
                      <a:pt x="1076" y="589"/>
                      <a:pt x="1076" y="589"/>
                    </a:cubicBezTo>
                    <a:cubicBezTo>
                      <a:pt x="1106" y="559"/>
                      <a:pt x="1106" y="514"/>
                      <a:pt x="1076" y="484"/>
                    </a:cubicBezTo>
                    <a:cubicBezTo>
                      <a:pt x="1064" y="478"/>
                      <a:pt x="1049" y="474"/>
                      <a:pt x="1033" y="474"/>
                    </a:cubicBezTo>
                    <a:close/>
                    <a:moveTo>
                      <a:pt x="1368" y="773"/>
                    </a:moveTo>
                    <a:cubicBezTo>
                      <a:pt x="1350" y="773"/>
                      <a:pt x="1333" y="780"/>
                      <a:pt x="1315" y="798"/>
                    </a:cubicBezTo>
                    <a:cubicBezTo>
                      <a:pt x="1255" y="858"/>
                      <a:pt x="1196" y="932"/>
                      <a:pt x="1136" y="1007"/>
                    </a:cubicBezTo>
                    <a:cubicBezTo>
                      <a:pt x="1121" y="1007"/>
                      <a:pt x="1121" y="1037"/>
                      <a:pt x="1106" y="1037"/>
                    </a:cubicBezTo>
                    <a:cubicBezTo>
                      <a:pt x="1091" y="1067"/>
                      <a:pt x="1091" y="1112"/>
                      <a:pt x="1121" y="1127"/>
                    </a:cubicBezTo>
                    <a:cubicBezTo>
                      <a:pt x="1136" y="1141"/>
                      <a:pt x="1151" y="1149"/>
                      <a:pt x="1166" y="1149"/>
                    </a:cubicBezTo>
                    <a:cubicBezTo>
                      <a:pt x="1181" y="1149"/>
                      <a:pt x="1196" y="1141"/>
                      <a:pt x="1211" y="1127"/>
                    </a:cubicBezTo>
                    <a:cubicBezTo>
                      <a:pt x="1270" y="1052"/>
                      <a:pt x="1330" y="977"/>
                      <a:pt x="1390" y="902"/>
                    </a:cubicBezTo>
                    <a:cubicBezTo>
                      <a:pt x="1405" y="902"/>
                      <a:pt x="1405" y="888"/>
                      <a:pt x="1420" y="873"/>
                    </a:cubicBezTo>
                    <a:cubicBezTo>
                      <a:pt x="1435" y="858"/>
                      <a:pt x="1435" y="813"/>
                      <a:pt x="1405" y="783"/>
                    </a:cubicBezTo>
                    <a:cubicBezTo>
                      <a:pt x="1392" y="777"/>
                      <a:pt x="1380" y="773"/>
                      <a:pt x="1368" y="773"/>
                    </a:cubicBezTo>
                    <a:close/>
                    <a:moveTo>
                      <a:pt x="1707" y="1072"/>
                    </a:moveTo>
                    <a:cubicBezTo>
                      <a:pt x="1686" y="1072"/>
                      <a:pt x="1667" y="1079"/>
                      <a:pt x="1659" y="1097"/>
                    </a:cubicBezTo>
                    <a:cubicBezTo>
                      <a:pt x="1599" y="1156"/>
                      <a:pt x="1539" y="1231"/>
                      <a:pt x="1479" y="1306"/>
                    </a:cubicBezTo>
                    <a:cubicBezTo>
                      <a:pt x="1464" y="1321"/>
                      <a:pt x="1450" y="1336"/>
                      <a:pt x="1450" y="1336"/>
                    </a:cubicBezTo>
                    <a:cubicBezTo>
                      <a:pt x="1420" y="1366"/>
                      <a:pt x="1420" y="1410"/>
                      <a:pt x="1450" y="1425"/>
                    </a:cubicBezTo>
                    <a:cubicBezTo>
                      <a:pt x="1472" y="1440"/>
                      <a:pt x="1491" y="1448"/>
                      <a:pt x="1507" y="1448"/>
                    </a:cubicBezTo>
                    <a:cubicBezTo>
                      <a:pt x="1524" y="1448"/>
                      <a:pt x="1539" y="1440"/>
                      <a:pt x="1554" y="1425"/>
                    </a:cubicBezTo>
                    <a:cubicBezTo>
                      <a:pt x="1614" y="1351"/>
                      <a:pt x="1674" y="1276"/>
                      <a:pt x="1733" y="1201"/>
                    </a:cubicBezTo>
                    <a:cubicBezTo>
                      <a:pt x="1748" y="1201"/>
                      <a:pt x="1748" y="1186"/>
                      <a:pt x="1763" y="1171"/>
                    </a:cubicBezTo>
                    <a:cubicBezTo>
                      <a:pt x="1778" y="1156"/>
                      <a:pt x="1778" y="1112"/>
                      <a:pt x="1748" y="1082"/>
                    </a:cubicBezTo>
                    <a:cubicBezTo>
                      <a:pt x="1736" y="1076"/>
                      <a:pt x="1721" y="1072"/>
                      <a:pt x="1707" y="1072"/>
                    </a:cubicBezTo>
                    <a:close/>
                    <a:moveTo>
                      <a:pt x="2006" y="1484"/>
                    </a:moveTo>
                    <a:cubicBezTo>
                      <a:pt x="1995" y="1484"/>
                      <a:pt x="1984" y="1489"/>
                      <a:pt x="1972" y="1500"/>
                    </a:cubicBezTo>
                    <a:cubicBezTo>
                      <a:pt x="1883" y="1545"/>
                      <a:pt x="1793" y="1575"/>
                      <a:pt x="1718" y="1619"/>
                    </a:cubicBezTo>
                    <a:cubicBezTo>
                      <a:pt x="1689" y="1634"/>
                      <a:pt x="1689" y="1634"/>
                      <a:pt x="1674" y="1634"/>
                    </a:cubicBezTo>
                    <a:cubicBezTo>
                      <a:pt x="1644" y="1649"/>
                      <a:pt x="1629" y="1694"/>
                      <a:pt x="1644" y="1724"/>
                    </a:cubicBezTo>
                    <a:cubicBezTo>
                      <a:pt x="1655" y="1746"/>
                      <a:pt x="1682" y="1760"/>
                      <a:pt x="1707" y="1760"/>
                    </a:cubicBezTo>
                    <a:cubicBezTo>
                      <a:pt x="1716" y="1760"/>
                      <a:pt x="1725" y="1758"/>
                      <a:pt x="1733" y="1754"/>
                    </a:cubicBezTo>
                    <a:cubicBezTo>
                      <a:pt x="1823" y="1694"/>
                      <a:pt x="1898" y="1664"/>
                      <a:pt x="1987" y="1619"/>
                    </a:cubicBezTo>
                    <a:cubicBezTo>
                      <a:pt x="2002" y="1604"/>
                      <a:pt x="2017" y="1604"/>
                      <a:pt x="2032" y="1604"/>
                    </a:cubicBezTo>
                    <a:cubicBezTo>
                      <a:pt x="2062" y="1590"/>
                      <a:pt x="2077" y="1545"/>
                      <a:pt x="2047" y="1515"/>
                    </a:cubicBezTo>
                    <a:cubicBezTo>
                      <a:pt x="2038" y="1496"/>
                      <a:pt x="2023" y="1484"/>
                      <a:pt x="2006" y="1484"/>
                    </a:cubicBezTo>
                    <a:close/>
                    <a:moveTo>
                      <a:pt x="2207" y="1882"/>
                    </a:moveTo>
                    <a:cubicBezTo>
                      <a:pt x="2199" y="1882"/>
                      <a:pt x="2190" y="1884"/>
                      <a:pt x="2181" y="1888"/>
                    </a:cubicBezTo>
                    <a:cubicBezTo>
                      <a:pt x="2092" y="1933"/>
                      <a:pt x="2002" y="1978"/>
                      <a:pt x="1913" y="2023"/>
                    </a:cubicBezTo>
                    <a:cubicBezTo>
                      <a:pt x="1898" y="2023"/>
                      <a:pt x="1898" y="2038"/>
                      <a:pt x="1883" y="2038"/>
                    </a:cubicBezTo>
                    <a:cubicBezTo>
                      <a:pt x="1853" y="2053"/>
                      <a:pt x="1838" y="2082"/>
                      <a:pt x="1853" y="2112"/>
                    </a:cubicBezTo>
                    <a:cubicBezTo>
                      <a:pt x="1864" y="2134"/>
                      <a:pt x="1891" y="2148"/>
                      <a:pt x="1916" y="2148"/>
                    </a:cubicBezTo>
                    <a:cubicBezTo>
                      <a:pt x="1925" y="2148"/>
                      <a:pt x="1934" y="2146"/>
                      <a:pt x="1942" y="2142"/>
                    </a:cubicBezTo>
                    <a:cubicBezTo>
                      <a:pt x="2032" y="2097"/>
                      <a:pt x="2107" y="2053"/>
                      <a:pt x="2196" y="2008"/>
                    </a:cubicBezTo>
                    <a:cubicBezTo>
                      <a:pt x="2211" y="2008"/>
                      <a:pt x="2226" y="1993"/>
                      <a:pt x="2241" y="1993"/>
                    </a:cubicBezTo>
                    <a:cubicBezTo>
                      <a:pt x="2271" y="1978"/>
                      <a:pt x="2286" y="1933"/>
                      <a:pt x="2256" y="1903"/>
                    </a:cubicBezTo>
                    <a:cubicBezTo>
                      <a:pt x="2246" y="1893"/>
                      <a:pt x="2228" y="1882"/>
                      <a:pt x="2207" y="1882"/>
                    </a:cubicBezTo>
                    <a:close/>
                    <a:moveTo>
                      <a:pt x="2411" y="2285"/>
                    </a:moveTo>
                    <a:cubicBezTo>
                      <a:pt x="2401" y="2285"/>
                      <a:pt x="2389" y="2287"/>
                      <a:pt x="2376" y="2292"/>
                    </a:cubicBezTo>
                    <a:cubicBezTo>
                      <a:pt x="2301" y="2336"/>
                      <a:pt x="2211" y="2366"/>
                      <a:pt x="2122" y="2426"/>
                    </a:cubicBezTo>
                    <a:cubicBezTo>
                      <a:pt x="2107" y="2426"/>
                      <a:pt x="2107" y="2441"/>
                      <a:pt x="2092" y="2441"/>
                    </a:cubicBezTo>
                    <a:cubicBezTo>
                      <a:pt x="2062" y="2456"/>
                      <a:pt x="2047" y="2486"/>
                      <a:pt x="2062" y="2516"/>
                    </a:cubicBezTo>
                    <a:cubicBezTo>
                      <a:pt x="2073" y="2537"/>
                      <a:pt x="2100" y="2551"/>
                      <a:pt x="2125" y="2551"/>
                    </a:cubicBezTo>
                    <a:cubicBezTo>
                      <a:pt x="2134" y="2551"/>
                      <a:pt x="2144" y="2549"/>
                      <a:pt x="2152" y="2545"/>
                    </a:cubicBezTo>
                    <a:cubicBezTo>
                      <a:pt x="2241" y="2501"/>
                      <a:pt x="2316" y="2456"/>
                      <a:pt x="2405" y="2411"/>
                    </a:cubicBezTo>
                    <a:cubicBezTo>
                      <a:pt x="2420" y="2411"/>
                      <a:pt x="2435" y="2396"/>
                      <a:pt x="2450" y="2396"/>
                    </a:cubicBezTo>
                    <a:cubicBezTo>
                      <a:pt x="2480" y="2381"/>
                      <a:pt x="2495" y="2336"/>
                      <a:pt x="2465" y="2306"/>
                    </a:cubicBezTo>
                    <a:cubicBezTo>
                      <a:pt x="2455" y="2296"/>
                      <a:pt x="2437" y="2285"/>
                      <a:pt x="2411" y="2285"/>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2"/>
              <p:cNvSpPr/>
              <p:nvPr/>
            </p:nvSpPr>
            <p:spPr>
              <a:xfrm>
                <a:off x="-2799525" y="1589350"/>
                <a:ext cx="172525" cy="19925"/>
              </a:xfrm>
              <a:custGeom>
                <a:rect b="b" l="l" r="r" t="t"/>
                <a:pathLst>
                  <a:path extrusionOk="0" h="797" w="6901">
                    <a:moveTo>
                      <a:pt x="3690" y="1"/>
                    </a:moveTo>
                    <a:cubicBezTo>
                      <a:pt x="3660" y="1"/>
                      <a:pt x="3630" y="31"/>
                      <a:pt x="3615" y="60"/>
                    </a:cubicBezTo>
                    <a:cubicBezTo>
                      <a:pt x="3615" y="150"/>
                      <a:pt x="3600" y="240"/>
                      <a:pt x="3600" y="344"/>
                    </a:cubicBezTo>
                    <a:lnTo>
                      <a:pt x="3600" y="389"/>
                    </a:lnTo>
                    <a:cubicBezTo>
                      <a:pt x="3600" y="419"/>
                      <a:pt x="3630" y="449"/>
                      <a:pt x="3660" y="449"/>
                    </a:cubicBezTo>
                    <a:cubicBezTo>
                      <a:pt x="3704" y="449"/>
                      <a:pt x="3734" y="434"/>
                      <a:pt x="3734" y="389"/>
                    </a:cubicBezTo>
                    <a:cubicBezTo>
                      <a:pt x="3749" y="299"/>
                      <a:pt x="3749" y="210"/>
                      <a:pt x="3749" y="105"/>
                    </a:cubicBezTo>
                    <a:lnTo>
                      <a:pt x="3749" y="75"/>
                    </a:lnTo>
                    <a:cubicBezTo>
                      <a:pt x="3749" y="31"/>
                      <a:pt x="3734" y="1"/>
                      <a:pt x="3690" y="1"/>
                    </a:cubicBezTo>
                    <a:close/>
                    <a:moveTo>
                      <a:pt x="4153" y="31"/>
                    </a:moveTo>
                    <a:cubicBezTo>
                      <a:pt x="4108" y="31"/>
                      <a:pt x="4078" y="60"/>
                      <a:pt x="4078" y="90"/>
                    </a:cubicBezTo>
                    <a:cubicBezTo>
                      <a:pt x="4063" y="180"/>
                      <a:pt x="4063" y="270"/>
                      <a:pt x="4063" y="374"/>
                    </a:cubicBezTo>
                    <a:lnTo>
                      <a:pt x="4063" y="419"/>
                    </a:lnTo>
                    <a:cubicBezTo>
                      <a:pt x="4063" y="449"/>
                      <a:pt x="4078" y="479"/>
                      <a:pt x="4123" y="479"/>
                    </a:cubicBezTo>
                    <a:cubicBezTo>
                      <a:pt x="4153" y="479"/>
                      <a:pt x="4182" y="464"/>
                      <a:pt x="4197" y="419"/>
                    </a:cubicBezTo>
                    <a:cubicBezTo>
                      <a:pt x="4197" y="329"/>
                      <a:pt x="4212" y="240"/>
                      <a:pt x="4212" y="135"/>
                    </a:cubicBezTo>
                    <a:lnTo>
                      <a:pt x="4212" y="105"/>
                    </a:lnTo>
                    <a:cubicBezTo>
                      <a:pt x="4212" y="75"/>
                      <a:pt x="4182" y="31"/>
                      <a:pt x="4153" y="31"/>
                    </a:cubicBezTo>
                    <a:close/>
                    <a:moveTo>
                      <a:pt x="3197" y="31"/>
                    </a:moveTo>
                    <a:cubicBezTo>
                      <a:pt x="3167" y="31"/>
                      <a:pt x="3137" y="75"/>
                      <a:pt x="3152" y="105"/>
                    </a:cubicBezTo>
                    <a:cubicBezTo>
                      <a:pt x="3152" y="195"/>
                      <a:pt x="3167" y="299"/>
                      <a:pt x="3182" y="389"/>
                    </a:cubicBezTo>
                    <a:cubicBezTo>
                      <a:pt x="3182" y="404"/>
                      <a:pt x="3182" y="419"/>
                      <a:pt x="3182" y="434"/>
                    </a:cubicBezTo>
                    <a:cubicBezTo>
                      <a:pt x="3182" y="458"/>
                      <a:pt x="3212" y="483"/>
                      <a:pt x="3239" y="483"/>
                    </a:cubicBezTo>
                    <a:cubicBezTo>
                      <a:pt x="3245" y="483"/>
                      <a:pt x="3251" y="481"/>
                      <a:pt x="3256" y="479"/>
                    </a:cubicBezTo>
                    <a:cubicBezTo>
                      <a:pt x="3286" y="479"/>
                      <a:pt x="3316" y="449"/>
                      <a:pt x="3316" y="419"/>
                    </a:cubicBezTo>
                    <a:cubicBezTo>
                      <a:pt x="3301" y="329"/>
                      <a:pt x="3301" y="225"/>
                      <a:pt x="3286" y="135"/>
                    </a:cubicBezTo>
                    <a:cubicBezTo>
                      <a:pt x="3286" y="120"/>
                      <a:pt x="3286" y="105"/>
                      <a:pt x="3271" y="90"/>
                    </a:cubicBezTo>
                    <a:cubicBezTo>
                      <a:pt x="3271" y="60"/>
                      <a:pt x="3241" y="31"/>
                      <a:pt x="3197" y="31"/>
                    </a:cubicBezTo>
                    <a:close/>
                    <a:moveTo>
                      <a:pt x="4586" y="60"/>
                    </a:moveTo>
                    <a:cubicBezTo>
                      <a:pt x="4556" y="60"/>
                      <a:pt x="4526" y="90"/>
                      <a:pt x="4526" y="120"/>
                    </a:cubicBezTo>
                    <a:cubicBezTo>
                      <a:pt x="4511" y="210"/>
                      <a:pt x="4511" y="314"/>
                      <a:pt x="4511" y="404"/>
                    </a:cubicBezTo>
                    <a:lnTo>
                      <a:pt x="4511" y="449"/>
                    </a:lnTo>
                    <a:cubicBezTo>
                      <a:pt x="4511" y="479"/>
                      <a:pt x="4526" y="509"/>
                      <a:pt x="4571" y="509"/>
                    </a:cubicBezTo>
                    <a:cubicBezTo>
                      <a:pt x="4601" y="509"/>
                      <a:pt x="4630" y="494"/>
                      <a:pt x="4645" y="449"/>
                    </a:cubicBezTo>
                    <a:cubicBezTo>
                      <a:pt x="4645" y="359"/>
                      <a:pt x="4660" y="270"/>
                      <a:pt x="4660" y="165"/>
                    </a:cubicBezTo>
                    <a:lnTo>
                      <a:pt x="4660" y="135"/>
                    </a:lnTo>
                    <a:cubicBezTo>
                      <a:pt x="4660" y="105"/>
                      <a:pt x="4630" y="60"/>
                      <a:pt x="4586" y="60"/>
                    </a:cubicBezTo>
                    <a:close/>
                    <a:moveTo>
                      <a:pt x="2749" y="75"/>
                    </a:moveTo>
                    <a:cubicBezTo>
                      <a:pt x="2719" y="90"/>
                      <a:pt x="2689" y="120"/>
                      <a:pt x="2689" y="150"/>
                    </a:cubicBezTo>
                    <a:cubicBezTo>
                      <a:pt x="2704" y="240"/>
                      <a:pt x="2704" y="329"/>
                      <a:pt x="2719" y="434"/>
                    </a:cubicBezTo>
                    <a:cubicBezTo>
                      <a:pt x="2719" y="449"/>
                      <a:pt x="2719" y="449"/>
                      <a:pt x="2734" y="464"/>
                    </a:cubicBezTo>
                    <a:cubicBezTo>
                      <a:pt x="2734" y="489"/>
                      <a:pt x="2767" y="526"/>
                      <a:pt x="2795" y="526"/>
                    </a:cubicBezTo>
                    <a:cubicBezTo>
                      <a:pt x="2800" y="526"/>
                      <a:pt x="2804" y="525"/>
                      <a:pt x="2808" y="523"/>
                    </a:cubicBezTo>
                    <a:cubicBezTo>
                      <a:pt x="2838" y="509"/>
                      <a:pt x="2868" y="494"/>
                      <a:pt x="2853" y="449"/>
                    </a:cubicBezTo>
                    <a:cubicBezTo>
                      <a:pt x="2853" y="359"/>
                      <a:pt x="2838" y="270"/>
                      <a:pt x="2823" y="165"/>
                    </a:cubicBezTo>
                    <a:cubicBezTo>
                      <a:pt x="2823" y="150"/>
                      <a:pt x="2823" y="150"/>
                      <a:pt x="2823" y="135"/>
                    </a:cubicBezTo>
                    <a:cubicBezTo>
                      <a:pt x="2823" y="105"/>
                      <a:pt x="2778" y="75"/>
                      <a:pt x="2749" y="75"/>
                    </a:cubicBezTo>
                    <a:close/>
                    <a:moveTo>
                      <a:pt x="5049" y="90"/>
                    </a:moveTo>
                    <a:cubicBezTo>
                      <a:pt x="5004" y="90"/>
                      <a:pt x="4974" y="120"/>
                      <a:pt x="4974" y="150"/>
                    </a:cubicBezTo>
                    <a:cubicBezTo>
                      <a:pt x="4974" y="240"/>
                      <a:pt x="4959" y="344"/>
                      <a:pt x="4959" y="434"/>
                    </a:cubicBezTo>
                    <a:lnTo>
                      <a:pt x="4959" y="479"/>
                    </a:lnTo>
                    <a:cubicBezTo>
                      <a:pt x="4959" y="509"/>
                      <a:pt x="4989" y="553"/>
                      <a:pt x="5019" y="553"/>
                    </a:cubicBezTo>
                    <a:cubicBezTo>
                      <a:pt x="5049" y="553"/>
                      <a:pt x="5094" y="523"/>
                      <a:pt x="5094" y="479"/>
                    </a:cubicBezTo>
                    <a:cubicBezTo>
                      <a:pt x="5108" y="389"/>
                      <a:pt x="5108" y="299"/>
                      <a:pt x="5108" y="195"/>
                    </a:cubicBezTo>
                    <a:lnTo>
                      <a:pt x="5108" y="165"/>
                    </a:lnTo>
                    <a:cubicBezTo>
                      <a:pt x="5108" y="135"/>
                      <a:pt x="5094" y="90"/>
                      <a:pt x="5049" y="90"/>
                    </a:cubicBezTo>
                    <a:close/>
                    <a:moveTo>
                      <a:pt x="2301" y="120"/>
                    </a:moveTo>
                    <a:cubicBezTo>
                      <a:pt x="2271" y="135"/>
                      <a:pt x="2241" y="165"/>
                      <a:pt x="2241" y="195"/>
                    </a:cubicBezTo>
                    <a:cubicBezTo>
                      <a:pt x="2256" y="284"/>
                      <a:pt x="2256" y="374"/>
                      <a:pt x="2271" y="479"/>
                    </a:cubicBezTo>
                    <a:cubicBezTo>
                      <a:pt x="2271" y="494"/>
                      <a:pt x="2271" y="494"/>
                      <a:pt x="2286" y="509"/>
                    </a:cubicBezTo>
                    <a:cubicBezTo>
                      <a:pt x="2286" y="545"/>
                      <a:pt x="2316" y="572"/>
                      <a:pt x="2343" y="572"/>
                    </a:cubicBezTo>
                    <a:cubicBezTo>
                      <a:pt x="2349" y="572"/>
                      <a:pt x="2355" y="571"/>
                      <a:pt x="2360" y="568"/>
                    </a:cubicBezTo>
                    <a:cubicBezTo>
                      <a:pt x="2390" y="568"/>
                      <a:pt x="2420" y="538"/>
                      <a:pt x="2405" y="494"/>
                    </a:cubicBezTo>
                    <a:cubicBezTo>
                      <a:pt x="2405" y="404"/>
                      <a:pt x="2390" y="314"/>
                      <a:pt x="2375" y="210"/>
                    </a:cubicBezTo>
                    <a:cubicBezTo>
                      <a:pt x="2375" y="195"/>
                      <a:pt x="2375" y="195"/>
                      <a:pt x="2375" y="180"/>
                    </a:cubicBezTo>
                    <a:cubicBezTo>
                      <a:pt x="2375" y="150"/>
                      <a:pt x="2330" y="120"/>
                      <a:pt x="2301" y="120"/>
                    </a:cubicBezTo>
                    <a:close/>
                    <a:moveTo>
                      <a:pt x="5497" y="120"/>
                    </a:moveTo>
                    <a:cubicBezTo>
                      <a:pt x="5452" y="120"/>
                      <a:pt x="5422" y="150"/>
                      <a:pt x="5422" y="180"/>
                    </a:cubicBezTo>
                    <a:cubicBezTo>
                      <a:pt x="5422" y="270"/>
                      <a:pt x="5407" y="374"/>
                      <a:pt x="5407" y="464"/>
                    </a:cubicBezTo>
                    <a:lnTo>
                      <a:pt x="5407" y="509"/>
                    </a:lnTo>
                    <a:cubicBezTo>
                      <a:pt x="5407" y="538"/>
                      <a:pt x="5437" y="583"/>
                      <a:pt x="5467" y="583"/>
                    </a:cubicBezTo>
                    <a:cubicBezTo>
                      <a:pt x="5497" y="583"/>
                      <a:pt x="5542" y="553"/>
                      <a:pt x="5542" y="509"/>
                    </a:cubicBezTo>
                    <a:cubicBezTo>
                      <a:pt x="5557" y="419"/>
                      <a:pt x="5557" y="329"/>
                      <a:pt x="5557" y="225"/>
                    </a:cubicBezTo>
                    <a:lnTo>
                      <a:pt x="5557" y="195"/>
                    </a:lnTo>
                    <a:cubicBezTo>
                      <a:pt x="5557" y="165"/>
                      <a:pt x="5542" y="120"/>
                      <a:pt x="5497" y="120"/>
                    </a:cubicBezTo>
                    <a:close/>
                    <a:moveTo>
                      <a:pt x="5945" y="150"/>
                    </a:moveTo>
                    <a:cubicBezTo>
                      <a:pt x="5915" y="150"/>
                      <a:pt x="5885" y="180"/>
                      <a:pt x="5870" y="210"/>
                    </a:cubicBezTo>
                    <a:cubicBezTo>
                      <a:pt x="5870" y="299"/>
                      <a:pt x="5855" y="389"/>
                      <a:pt x="5855" y="494"/>
                    </a:cubicBezTo>
                    <a:lnTo>
                      <a:pt x="5855" y="538"/>
                    </a:lnTo>
                    <a:cubicBezTo>
                      <a:pt x="5855" y="568"/>
                      <a:pt x="5885" y="598"/>
                      <a:pt x="5915" y="598"/>
                    </a:cubicBezTo>
                    <a:cubicBezTo>
                      <a:pt x="5945" y="598"/>
                      <a:pt x="5990" y="583"/>
                      <a:pt x="5990" y="538"/>
                    </a:cubicBezTo>
                    <a:cubicBezTo>
                      <a:pt x="6005" y="449"/>
                      <a:pt x="6005" y="359"/>
                      <a:pt x="6005" y="255"/>
                    </a:cubicBezTo>
                    <a:lnTo>
                      <a:pt x="6005" y="210"/>
                    </a:lnTo>
                    <a:cubicBezTo>
                      <a:pt x="6005" y="180"/>
                      <a:pt x="5990" y="150"/>
                      <a:pt x="5945" y="150"/>
                    </a:cubicBezTo>
                    <a:close/>
                    <a:moveTo>
                      <a:pt x="1852" y="165"/>
                    </a:moveTo>
                    <a:cubicBezTo>
                      <a:pt x="1823" y="165"/>
                      <a:pt x="1793" y="195"/>
                      <a:pt x="1793" y="240"/>
                    </a:cubicBezTo>
                    <a:cubicBezTo>
                      <a:pt x="1808" y="329"/>
                      <a:pt x="1808" y="419"/>
                      <a:pt x="1823" y="523"/>
                    </a:cubicBezTo>
                    <a:cubicBezTo>
                      <a:pt x="1823" y="538"/>
                      <a:pt x="1823" y="553"/>
                      <a:pt x="1837" y="568"/>
                    </a:cubicBezTo>
                    <a:cubicBezTo>
                      <a:pt x="1837" y="593"/>
                      <a:pt x="1867" y="617"/>
                      <a:pt x="1895" y="617"/>
                    </a:cubicBezTo>
                    <a:cubicBezTo>
                      <a:pt x="1901" y="617"/>
                      <a:pt x="1907" y="616"/>
                      <a:pt x="1912" y="613"/>
                    </a:cubicBezTo>
                    <a:cubicBezTo>
                      <a:pt x="1942" y="613"/>
                      <a:pt x="1972" y="583"/>
                      <a:pt x="1957" y="553"/>
                    </a:cubicBezTo>
                    <a:cubicBezTo>
                      <a:pt x="1957" y="449"/>
                      <a:pt x="1942" y="359"/>
                      <a:pt x="1927" y="255"/>
                    </a:cubicBezTo>
                    <a:cubicBezTo>
                      <a:pt x="1927" y="240"/>
                      <a:pt x="1927" y="240"/>
                      <a:pt x="1927" y="225"/>
                    </a:cubicBezTo>
                    <a:cubicBezTo>
                      <a:pt x="1927" y="195"/>
                      <a:pt x="1882" y="165"/>
                      <a:pt x="1852" y="165"/>
                    </a:cubicBezTo>
                    <a:close/>
                    <a:moveTo>
                      <a:pt x="6393" y="180"/>
                    </a:moveTo>
                    <a:cubicBezTo>
                      <a:pt x="6363" y="180"/>
                      <a:pt x="6333" y="210"/>
                      <a:pt x="6333" y="240"/>
                    </a:cubicBezTo>
                    <a:cubicBezTo>
                      <a:pt x="6318" y="329"/>
                      <a:pt x="6318" y="419"/>
                      <a:pt x="6318" y="523"/>
                    </a:cubicBezTo>
                    <a:lnTo>
                      <a:pt x="6318" y="568"/>
                    </a:lnTo>
                    <a:cubicBezTo>
                      <a:pt x="6318" y="598"/>
                      <a:pt x="6333" y="628"/>
                      <a:pt x="6378" y="628"/>
                    </a:cubicBezTo>
                    <a:cubicBezTo>
                      <a:pt x="6408" y="628"/>
                      <a:pt x="6438" y="613"/>
                      <a:pt x="6438" y="568"/>
                    </a:cubicBezTo>
                    <a:cubicBezTo>
                      <a:pt x="6453" y="479"/>
                      <a:pt x="6468" y="389"/>
                      <a:pt x="6468" y="284"/>
                    </a:cubicBezTo>
                    <a:lnTo>
                      <a:pt x="6468" y="240"/>
                    </a:lnTo>
                    <a:cubicBezTo>
                      <a:pt x="6468" y="210"/>
                      <a:pt x="6438" y="180"/>
                      <a:pt x="6393" y="180"/>
                    </a:cubicBezTo>
                    <a:close/>
                    <a:moveTo>
                      <a:pt x="6841" y="210"/>
                    </a:moveTo>
                    <a:cubicBezTo>
                      <a:pt x="6811" y="210"/>
                      <a:pt x="6781" y="225"/>
                      <a:pt x="6781" y="270"/>
                    </a:cubicBezTo>
                    <a:cubicBezTo>
                      <a:pt x="6766" y="359"/>
                      <a:pt x="6766" y="449"/>
                      <a:pt x="6766" y="553"/>
                    </a:cubicBezTo>
                    <a:lnTo>
                      <a:pt x="6766" y="598"/>
                    </a:lnTo>
                    <a:cubicBezTo>
                      <a:pt x="6766" y="628"/>
                      <a:pt x="6781" y="658"/>
                      <a:pt x="6826" y="658"/>
                    </a:cubicBezTo>
                    <a:cubicBezTo>
                      <a:pt x="6856" y="658"/>
                      <a:pt x="6886" y="643"/>
                      <a:pt x="6886" y="598"/>
                    </a:cubicBezTo>
                    <a:cubicBezTo>
                      <a:pt x="6901" y="509"/>
                      <a:pt x="6901" y="419"/>
                      <a:pt x="6901" y="314"/>
                    </a:cubicBezTo>
                    <a:lnTo>
                      <a:pt x="6901" y="270"/>
                    </a:lnTo>
                    <a:cubicBezTo>
                      <a:pt x="6901" y="240"/>
                      <a:pt x="6886" y="210"/>
                      <a:pt x="6841" y="210"/>
                    </a:cubicBezTo>
                    <a:close/>
                    <a:moveTo>
                      <a:pt x="1404" y="210"/>
                    </a:moveTo>
                    <a:cubicBezTo>
                      <a:pt x="1374" y="210"/>
                      <a:pt x="1345" y="240"/>
                      <a:pt x="1345" y="284"/>
                    </a:cubicBezTo>
                    <a:cubicBezTo>
                      <a:pt x="1360" y="374"/>
                      <a:pt x="1360" y="464"/>
                      <a:pt x="1389" y="568"/>
                    </a:cubicBezTo>
                    <a:cubicBezTo>
                      <a:pt x="1389" y="583"/>
                      <a:pt x="1389" y="598"/>
                      <a:pt x="1389" y="613"/>
                    </a:cubicBezTo>
                    <a:cubicBezTo>
                      <a:pt x="1389" y="637"/>
                      <a:pt x="1419" y="662"/>
                      <a:pt x="1447" y="662"/>
                    </a:cubicBezTo>
                    <a:cubicBezTo>
                      <a:pt x="1453" y="662"/>
                      <a:pt x="1459" y="661"/>
                      <a:pt x="1464" y="658"/>
                    </a:cubicBezTo>
                    <a:cubicBezTo>
                      <a:pt x="1494" y="658"/>
                      <a:pt x="1524" y="628"/>
                      <a:pt x="1509" y="598"/>
                    </a:cubicBezTo>
                    <a:cubicBezTo>
                      <a:pt x="1509" y="494"/>
                      <a:pt x="1494" y="404"/>
                      <a:pt x="1479" y="314"/>
                    </a:cubicBezTo>
                    <a:cubicBezTo>
                      <a:pt x="1479" y="299"/>
                      <a:pt x="1479" y="284"/>
                      <a:pt x="1479" y="270"/>
                    </a:cubicBezTo>
                    <a:cubicBezTo>
                      <a:pt x="1479" y="240"/>
                      <a:pt x="1434" y="210"/>
                      <a:pt x="1404" y="210"/>
                    </a:cubicBezTo>
                    <a:close/>
                    <a:moveTo>
                      <a:pt x="973" y="251"/>
                    </a:moveTo>
                    <a:cubicBezTo>
                      <a:pt x="967" y="251"/>
                      <a:pt x="962" y="252"/>
                      <a:pt x="956" y="255"/>
                    </a:cubicBezTo>
                    <a:cubicBezTo>
                      <a:pt x="926" y="255"/>
                      <a:pt x="897" y="299"/>
                      <a:pt x="897" y="329"/>
                    </a:cubicBezTo>
                    <a:cubicBezTo>
                      <a:pt x="911" y="419"/>
                      <a:pt x="926" y="509"/>
                      <a:pt x="941" y="613"/>
                    </a:cubicBezTo>
                    <a:cubicBezTo>
                      <a:pt x="941" y="628"/>
                      <a:pt x="941" y="628"/>
                      <a:pt x="941" y="643"/>
                    </a:cubicBezTo>
                    <a:cubicBezTo>
                      <a:pt x="941" y="673"/>
                      <a:pt x="986" y="703"/>
                      <a:pt x="1016" y="703"/>
                    </a:cubicBezTo>
                    <a:cubicBezTo>
                      <a:pt x="1046" y="688"/>
                      <a:pt x="1076" y="673"/>
                      <a:pt x="1061" y="628"/>
                    </a:cubicBezTo>
                    <a:cubicBezTo>
                      <a:pt x="1061" y="538"/>
                      <a:pt x="1046" y="449"/>
                      <a:pt x="1031" y="344"/>
                    </a:cubicBezTo>
                    <a:cubicBezTo>
                      <a:pt x="1031" y="329"/>
                      <a:pt x="1031" y="329"/>
                      <a:pt x="1031" y="314"/>
                    </a:cubicBezTo>
                    <a:cubicBezTo>
                      <a:pt x="1031" y="277"/>
                      <a:pt x="1001" y="251"/>
                      <a:pt x="973" y="251"/>
                    </a:cubicBezTo>
                    <a:close/>
                    <a:moveTo>
                      <a:pt x="508" y="299"/>
                    </a:moveTo>
                    <a:cubicBezTo>
                      <a:pt x="478" y="314"/>
                      <a:pt x="448" y="329"/>
                      <a:pt x="448" y="374"/>
                    </a:cubicBezTo>
                    <a:cubicBezTo>
                      <a:pt x="463" y="464"/>
                      <a:pt x="463" y="553"/>
                      <a:pt x="478" y="658"/>
                    </a:cubicBezTo>
                    <a:cubicBezTo>
                      <a:pt x="478" y="673"/>
                      <a:pt x="478" y="673"/>
                      <a:pt x="493" y="688"/>
                    </a:cubicBezTo>
                    <a:cubicBezTo>
                      <a:pt x="493" y="714"/>
                      <a:pt x="516" y="750"/>
                      <a:pt x="541" y="750"/>
                    </a:cubicBezTo>
                    <a:cubicBezTo>
                      <a:pt x="545" y="750"/>
                      <a:pt x="549" y="750"/>
                      <a:pt x="553" y="747"/>
                    </a:cubicBezTo>
                    <a:cubicBezTo>
                      <a:pt x="583" y="733"/>
                      <a:pt x="613" y="718"/>
                      <a:pt x="613" y="673"/>
                    </a:cubicBezTo>
                    <a:cubicBezTo>
                      <a:pt x="598" y="583"/>
                      <a:pt x="598" y="494"/>
                      <a:pt x="583" y="389"/>
                    </a:cubicBezTo>
                    <a:cubicBezTo>
                      <a:pt x="583" y="374"/>
                      <a:pt x="583" y="374"/>
                      <a:pt x="568" y="359"/>
                    </a:cubicBezTo>
                    <a:cubicBezTo>
                      <a:pt x="568" y="329"/>
                      <a:pt x="538" y="299"/>
                      <a:pt x="508" y="299"/>
                    </a:cubicBezTo>
                    <a:close/>
                    <a:moveTo>
                      <a:pt x="60" y="344"/>
                    </a:moveTo>
                    <a:cubicBezTo>
                      <a:pt x="30" y="344"/>
                      <a:pt x="0" y="374"/>
                      <a:pt x="0" y="419"/>
                    </a:cubicBezTo>
                    <a:cubicBezTo>
                      <a:pt x="15" y="509"/>
                      <a:pt x="15" y="598"/>
                      <a:pt x="30" y="703"/>
                    </a:cubicBezTo>
                    <a:cubicBezTo>
                      <a:pt x="30" y="718"/>
                      <a:pt x="30" y="718"/>
                      <a:pt x="45" y="733"/>
                    </a:cubicBezTo>
                    <a:cubicBezTo>
                      <a:pt x="45" y="769"/>
                      <a:pt x="65" y="796"/>
                      <a:pt x="89" y="796"/>
                    </a:cubicBezTo>
                    <a:cubicBezTo>
                      <a:pt x="94" y="796"/>
                      <a:pt x="100" y="795"/>
                      <a:pt x="105" y="792"/>
                    </a:cubicBezTo>
                    <a:cubicBezTo>
                      <a:pt x="135" y="792"/>
                      <a:pt x="165" y="762"/>
                      <a:pt x="165" y="718"/>
                    </a:cubicBezTo>
                    <a:cubicBezTo>
                      <a:pt x="150" y="628"/>
                      <a:pt x="150" y="538"/>
                      <a:pt x="135" y="434"/>
                    </a:cubicBezTo>
                    <a:cubicBezTo>
                      <a:pt x="135" y="419"/>
                      <a:pt x="135" y="419"/>
                      <a:pt x="120" y="404"/>
                    </a:cubicBezTo>
                    <a:cubicBezTo>
                      <a:pt x="120" y="374"/>
                      <a:pt x="90" y="344"/>
                      <a:pt x="60" y="344"/>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2"/>
              <p:cNvSpPr/>
              <p:nvPr/>
            </p:nvSpPr>
            <p:spPr>
              <a:xfrm>
                <a:off x="-2765550" y="1656575"/>
                <a:ext cx="26175" cy="12700"/>
              </a:xfrm>
              <a:custGeom>
                <a:rect b="b" l="l" r="r" t="t"/>
                <a:pathLst>
                  <a:path extrusionOk="0" h="508" w="1047">
                    <a:moveTo>
                      <a:pt x="971" y="0"/>
                    </a:moveTo>
                    <a:cubicBezTo>
                      <a:pt x="927" y="0"/>
                      <a:pt x="897" y="30"/>
                      <a:pt x="897" y="60"/>
                    </a:cubicBezTo>
                    <a:cubicBezTo>
                      <a:pt x="912" y="164"/>
                      <a:pt x="912" y="254"/>
                      <a:pt x="912" y="344"/>
                    </a:cubicBezTo>
                    <a:lnTo>
                      <a:pt x="912" y="388"/>
                    </a:lnTo>
                    <a:cubicBezTo>
                      <a:pt x="912" y="418"/>
                      <a:pt x="956" y="448"/>
                      <a:pt x="986" y="448"/>
                    </a:cubicBezTo>
                    <a:cubicBezTo>
                      <a:pt x="1016" y="448"/>
                      <a:pt x="1046" y="418"/>
                      <a:pt x="1046" y="388"/>
                    </a:cubicBezTo>
                    <a:cubicBezTo>
                      <a:pt x="1046" y="284"/>
                      <a:pt x="1031" y="194"/>
                      <a:pt x="1031" y="90"/>
                    </a:cubicBezTo>
                    <a:lnTo>
                      <a:pt x="1031" y="60"/>
                    </a:lnTo>
                    <a:cubicBezTo>
                      <a:pt x="1031" y="30"/>
                      <a:pt x="1001" y="0"/>
                      <a:pt x="971" y="0"/>
                    </a:cubicBezTo>
                    <a:close/>
                    <a:moveTo>
                      <a:pt x="508" y="30"/>
                    </a:moveTo>
                    <a:cubicBezTo>
                      <a:pt x="478" y="30"/>
                      <a:pt x="449" y="60"/>
                      <a:pt x="449" y="90"/>
                    </a:cubicBezTo>
                    <a:cubicBezTo>
                      <a:pt x="449" y="194"/>
                      <a:pt x="464" y="284"/>
                      <a:pt x="464" y="388"/>
                    </a:cubicBezTo>
                    <a:lnTo>
                      <a:pt x="464" y="418"/>
                    </a:lnTo>
                    <a:cubicBezTo>
                      <a:pt x="464" y="448"/>
                      <a:pt x="493" y="478"/>
                      <a:pt x="538" y="478"/>
                    </a:cubicBezTo>
                    <a:cubicBezTo>
                      <a:pt x="568" y="478"/>
                      <a:pt x="598" y="448"/>
                      <a:pt x="598" y="418"/>
                    </a:cubicBezTo>
                    <a:cubicBezTo>
                      <a:pt x="583" y="314"/>
                      <a:pt x="583" y="224"/>
                      <a:pt x="583" y="120"/>
                    </a:cubicBezTo>
                    <a:lnTo>
                      <a:pt x="583" y="90"/>
                    </a:lnTo>
                    <a:cubicBezTo>
                      <a:pt x="583" y="60"/>
                      <a:pt x="553" y="30"/>
                      <a:pt x="508" y="30"/>
                    </a:cubicBezTo>
                    <a:close/>
                    <a:moveTo>
                      <a:pt x="60" y="45"/>
                    </a:moveTo>
                    <a:cubicBezTo>
                      <a:pt x="30" y="60"/>
                      <a:pt x="1" y="90"/>
                      <a:pt x="1" y="120"/>
                    </a:cubicBezTo>
                    <a:cubicBezTo>
                      <a:pt x="15" y="209"/>
                      <a:pt x="15" y="299"/>
                      <a:pt x="15" y="403"/>
                    </a:cubicBezTo>
                    <a:lnTo>
                      <a:pt x="15" y="448"/>
                    </a:lnTo>
                    <a:cubicBezTo>
                      <a:pt x="15" y="478"/>
                      <a:pt x="45" y="508"/>
                      <a:pt x="90" y="508"/>
                    </a:cubicBezTo>
                    <a:cubicBezTo>
                      <a:pt x="120" y="508"/>
                      <a:pt x="150" y="478"/>
                      <a:pt x="150" y="433"/>
                    </a:cubicBezTo>
                    <a:cubicBezTo>
                      <a:pt x="135" y="344"/>
                      <a:pt x="135" y="254"/>
                      <a:pt x="135" y="149"/>
                    </a:cubicBezTo>
                    <a:lnTo>
                      <a:pt x="135" y="105"/>
                    </a:lnTo>
                    <a:cubicBezTo>
                      <a:pt x="135" y="75"/>
                      <a:pt x="105" y="45"/>
                      <a:pt x="60" y="45"/>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2"/>
              <p:cNvSpPr/>
              <p:nvPr/>
            </p:nvSpPr>
            <p:spPr>
              <a:xfrm>
                <a:off x="-2686750" y="1651700"/>
                <a:ext cx="26525" cy="13475"/>
              </a:xfrm>
              <a:custGeom>
                <a:rect b="b" l="l" r="r" t="t"/>
                <a:pathLst>
                  <a:path extrusionOk="0" h="539" w="1061">
                    <a:moveTo>
                      <a:pt x="971" y="1"/>
                    </a:moveTo>
                    <a:cubicBezTo>
                      <a:pt x="926" y="16"/>
                      <a:pt x="911" y="31"/>
                      <a:pt x="911" y="76"/>
                    </a:cubicBezTo>
                    <a:cubicBezTo>
                      <a:pt x="911" y="165"/>
                      <a:pt x="926" y="255"/>
                      <a:pt x="926" y="359"/>
                    </a:cubicBezTo>
                    <a:lnTo>
                      <a:pt x="926" y="404"/>
                    </a:lnTo>
                    <a:cubicBezTo>
                      <a:pt x="926" y="434"/>
                      <a:pt x="956" y="464"/>
                      <a:pt x="1001" y="464"/>
                    </a:cubicBezTo>
                    <a:cubicBezTo>
                      <a:pt x="1031" y="449"/>
                      <a:pt x="1060" y="434"/>
                      <a:pt x="1060" y="389"/>
                    </a:cubicBezTo>
                    <a:cubicBezTo>
                      <a:pt x="1060" y="300"/>
                      <a:pt x="1046" y="210"/>
                      <a:pt x="1046" y="106"/>
                    </a:cubicBezTo>
                    <a:lnTo>
                      <a:pt x="1046" y="61"/>
                    </a:lnTo>
                    <a:cubicBezTo>
                      <a:pt x="1046" y="31"/>
                      <a:pt x="1016" y="1"/>
                      <a:pt x="971" y="1"/>
                    </a:cubicBezTo>
                    <a:close/>
                    <a:moveTo>
                      <a:pt x="523" y="46"/>
                    </a:moveTo>
                    <a:cubicBezTo>
                      <a:pt x="478" y="46"/>
                      <a:pt x="448" y="76"/>
                      <a:pt x="463" y="120"/>
                    </a:cubicBezTo>
                    <a:cubicBezTo>
                      <a:pt x="463" y="210"/>
                      <a:pt x="478" y="300"/>
                      <a:pt x="478" y="404"/>
                    </a:cubicBezTo>
                    <a:lnTo>
                      <a:pt x="478" y="434"/>
                    </a:lnTo>
                    <a:cubicBezTo>
                      <a:pt x="478" y="464"/>
                      <a:pt x="508" y="494"/>
                      <a:pt x="553" y="494"/>
                    </a:cubicBezTo>
                    <a:cubicBezTo>
                      <a:pt x="583" y="494"/>
                      <a:pt x="612" y="464"/>
                      <a:pt x="612" y="434"/>
                    </a:cubicBezTo>
                    <a:cubicBezTo>
                      <a:pt x="612" y="344"/>
                      <a:pt x="597" y="240"/>
                      <a:pt x="597" y="150"/>
                    </a:cubicBezTo>
                    <a:lnTo>
                      <a:pt x="597" y="106"/>
                    </a:lnTo>
                    <a:cubicBezTo>
                      <a:pt x="597" y="76"/>
                      <a:pt x="568" y="46"/>
                      <a:pt x="523" y="46"/>
                    </a:cubicBezTo>
                    <a:close/>
                    <a:moveTo>
                      <a:pt x="75" y="76"/>
                    </a:moveTo>
                    <a:cubicBezTo>
                      <a:pt x="30" y="91"/>
                      <a:pt x="0" y="120"/>
                      <a:pt x="15" y="150"/>
                    </a:cubicBezTo>
                    <a:cubicBezTo>
                      <a:pt x="15" y="240"/>
                      <a:pt x="30" y="344"/>
                      <a:pt x="30" y="434"/>
                    </a:cubicBezTo>
                    <a:lnTo>
                      <a:pt x="30" y="479"/>
                    </a:lnTo>
                    <a:cubicBezTo>
                      <a:pt x="30" y="509"/>
                      <a:pt x="60" y="539"/>
                      <a:pt x="105" y="539"/>
                    </a:cubicBezTo>
                    <a:cubicBezTo>
                      <a:pt x="134" y="524"/>
                      <a:pt x="164" y="509"/>
                      <a:pt x="164" y="464"/>
                    </a:cubicBezTo>
                    <a:cubicBezTo>
                      <a:pt x="164" y="374"/>
                      <a:pt x="149" y="285"/>
                      <a:pt x="149" y="180"/>
                    </a:cubicBezTo>
                    <a:lnTo>
                      <a:pt x="149" y="150"/>
                    </a:lnTo>
                    <a:cubicBezTo>
                      <a:pt x="149" y="120"/>
                      <a:pt x="119" y="76"/>
                      <a:pt x="75" y="76"/>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 name="Google Shape;95;p32"/>
            <p:cNvGrpSpPr/>
            <p:nvPr/>
          </p:nvGrpSpPr>
          <p:grpSpPr>
            <a:xfrm rot="-535852">
              <a:off x="-375221" y="3642155"/>
              <a:ext cx="1193684" cy="1852117"/>
              <a:chOff x="-3695300" y="2406050"/>
              <a:chExt cx="284175" cy="440925"/>
            </a:xfrm>
          </p:grpSpPr>
          <p:sp>
            <p:nvSpPr>
              <p:cNvPr id="96" name="Google Shape;96;p32"/>
              <p:cNvSpPr/>
              <p:nvPr/>
            </p:nvSpPr>
            <p:spPr>
              <a:xfrm>
                <a:off x="-3695300" y="2451900"/>
                <a:ext cx="243850" cy="393575"/>
              </a:xfrm>
              <a:custGeom>
                <a:rect b="b" l="l" r="r" t="t"/>
                <a:pathLst>
                  <a:path extrusionOk="0" h="15743" w="9754">
                    <a:moveTo>
                      <a:pt x="852" y="1"/>
                    </a:moveTo>
                    <a:cubicBezTo>
                      <a:pt x="852" y="1"/>
                      <a:pt x="553" y="538"/>
                      <a:pt x="434" y="986"/>
                    </a:cubicBezTo>
                    <a:cubicBezTo>
                      <a:pt x="0" y="5885"/>
                      <a:pt x="30" y="10829"/>
                      <a:pt x="478" y="15743"/>
                    </a:cubicBezTo>
                    <a:cubicBezTo>
                      <a:pt x="3570" y="15713"/>
                      <a:pt x="6662" y="15594"/>
                      <a:pt x="9753" y="15369"/>
                    </a:cubicBezTo>
                    <a:cubicBezTo>
                      <a:pt x="8857" y="10366"/>
                      <a:pt x="8424" y="5258"/>
                      <a:pt x="8469" y="165"/>
                    </a:cubicBezTo>
                    <a:cubicBezTo>
                      <a:pt x="6064" y="165"/>
                      <a:pt x="852" y="1"/>
                      <a:pt x="85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2"/>
              <p:cNvSpPr/>
              <p:nvPr/>
            </p:nvSpPr>
            <p:spPr>
              <a:xfrm>
                <a:off x="-3690450" y="2450025"/>
                <a:ext cx="251325" cy="395450"/>
              </a:xfrm>
              <a:custGeom>
                <a:rect b="b" l="l" r="r" t="t"/>
                <a:pathLst>
                  <a:path extrusionOk="0" h="15818" w="10053">
                    <a:moveTo>
                      <a:pt x="8275" y="1"/>
                    </a:moveTo>
                    <a:cubicBezTo>
                      <a:pt x="5870" y="76"/>
                      <a:pt x="658" y="90"/>
                      <a:pt x="658" y="90"/>
                    </a:cubicBezTo>
                    <a:cubicBezTo>
                      <a:pt x="658" y="90"/>
                      <a:pt x="389" y="628"/>
                      <a:pt x="269" y="1076"/>
                    </a:cubicBezTo>
                    <a:cubicBezTo>
                      <a:pt x="1" y="5990"/>
                      <a:pt x="180" y="10919"/>
                      <a:pt x="792" y="15818"/>
                    </a:cubicBezTo>
                    <a:cubicBezTo>
                      <a:pt x="3884" y="15698"/>
                      <a:pt x="6976" y="15474"/>
                      <a:pt x="10052" y="15146"/>
                    </a:cubicBezTo>
                    <a:cubicBezTo>
                      <a:pt x="8992" y="10172"/>
                      <a:pt x="8409" y="5079"/>
                      <a:pt x="827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2"/>
              <p:cNvSpPr/>
              <p:nvPr/>
            </p:nvSpPr>
            <p:spPr>
              <a:xfrm>
                <a:off x="-3682225" y="2439200"/>
                <a:ext cx="263625" cy="405175"/>
              </a:xfrm>
              <a:custGeom>
                <a:rect b="b" l="l" r="r" t="t"/>
                <a:pathLst>
                  <a:path extrusionOk="0" h="16207" w="10545">
                    <a:moveTo>
                      <a:pt x="7931" y="1"/>
                    </a:moveTo>
                    <a:cubicBezTo>
                      <a:pt x="5526" y="210"/>
                      <a:pt x="329" y="509"/>
                      <a:pt x="329" y="509"/>
                    </a:cubicBezTo>
                    <a:cubicBezTo>
                      <a:pt x="329" y="509"/>
                      <a:pt x="90" y="1076"/>
                      <a:pt x="0" y="1524"/>
                    </a:cubicBezTo>
                    <a:cubicBezTo>
                      <a:pt x="15" y="6438"/>
                      <a:pt x="463" y="11367"/>
                      <a:pt x="1359" y="16206"/>
                    </a:cubicBezTo>
                    <a:cubicBezTo>
                      <a:pt x="4436" y="15922"/>
                      <a:pt x="7498" y="15519"/>
                      <a:pt x="10545" y="15026"/>
                    </a:cubicBezTo>
                    <a:cubicBezTo>
                      <a:pt x="9216" y="10112"/>
                      <a:pt x="8334" y="5079"/>
                      <a:pt x="793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2"/>
              <p:cNvSpPr/>
              <p:nvPr/>
            </p:nvSpPr>
            <p:spPr>
              <a:xfrm>
                <a:off x="-3684475" y="2445550"/>
                <a:ext cx="273350" cy="386125"/>
              </a:xfrm>
              <a:custGeom>
                <a:rect b="b" l="l" r="r" t="t"/>
                <a:pathLst>
                  <a:path extrusionOk="0" h="15445" w="10934">
                    <a:moveTo>
                      <a:pt x="8394" y="1"/>
                    </a:moveTo>
                    <a:lnTo>
                      <a:pt x="8394" y="1"/>
                    </a:lnTo>
                    <a:cubicBezTo>
                      <a:pt x="5736" y="60"/>
                      <a:pt x="3092" y="120"/>
                      <a:pt x="419" y="150"/>
                    </a:cubicBezTo>
                    <a:cubicBezTo>
                      <a:pt x="1" y="5303"/>
                      <a:pt x="673" y="10545"/>
                      <a:pt x="2360" y="15444"/>
                    </a:cubicBezTo>
                    <a:cubicBezTo>
                      <a:pt x="5213" y="14981"/>
                      <a:pt x="8066" y="14518"/>
                      <a:pt x="10934" y="14070"/>
                    </a:cubicBezTo>
                    <a:cubicBezTo>
                      <a:pt x="10784" y="13786"/>
                      <a:pt x="10665" y="13488"/>
                      <a:pt x="10545" y="13189"/>
                    </a:cubicBezTo>
                    <a:cubicBezTo>
                      <a:pt x="10336" y="12696"/>
                      <a:pt x="10157" y="12188"/>
                      <a:pt x="10008" y="11665"/>
                    </a:cubicBezTo>
                    <a:cubicBezTo>
                      <a:pt x="8828" y="7902"/>
                      <a:pt x="8275" y="3944"/>
                      <a:pt x="83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2"/>
              <p:cNvSpPr/>
              <p:nvPr/>
            </p:nvSpPr>
            <p:spPr>
              <a:xfrm>
                <a:off x="-3676625" y="2446300"/>
                <a:ext cx="258775" cy="374175"/>
              </a:xfrm>
              <a:custGeom>
                <a:rect b="b" l="l" r="r" t="t"/>
                <a:pathLst>
                  <a:path extrusionOk="0" h="14967" w="10351">
                    <a:moveTo>
                      <a:pt x="2106" y="90"/>
                    </a:moveTo>
                    <a:lnTo>
                      <a:pt x="1449" y="105"/>
                    </a:lnTo>
                    <a:cubicBezTo>
                      <a:pt x="1434" y="120"/>
                      <a:pt x="1419" y="135"/>
                      <a:pt x="1419" y="150"/>
                    </a:cubicBezTo>
                    <a:cubicBezTo>
                      <a:pt x="1389" y="180"/>
                      <a:pt x="1374" y="210"/>
                      <a:pt x="1359" y="225"/>
                    </a:cubicBezTo>
                    <a:cubicBezTo>
                      <a:pt x="1329" y="254"/>
                      <a:pt x="1315" y="284"/>
                      <a:pt x="1300" y="299"/>
                    </a:cubicBezTo>
                    <a:lnTo>
                      <a:pt x="1285" y="284"/>
                    </a:lnTo>
                    <a:cubicBezTo>
                      <a:pt x="1270" y="269"/>
                      <a:pt x="1255" y="225"/>
                      <a:pt x="1240" y="180"/>
                    </a:cubicBezTo>
                    <a:cubicBezTo>
                      <a:pt x="1225" y="165"/>
                      <a:pt x="1210" y="135"/>
                      <a:pt x="1210" y="105"/>
                    </a:cubicBezTo>
                    <a:lnTo>
                      <a:pt x="568" y="120"/>
                    </a:lnTo>
                    <a:cubicBezTo>
                      <a:pt x="583" y="165"/>
                      <a:pt x="598" y="210"/>
                      <a:pt x="613" y="254"/>
                    </a:cubicBezTo>
                    <a:cubicBezTo>
                      <a:pt x="628" y="329"/>
                      <a:pt x="642" y="374"/>
                      <a:pt x="672" y="419"/>
                    </a:cubicBezTo>
                    <a:cubicBezTo>
                      <a:pt x="702" y="478"/>
                      <a:pt x="732" y="553"/>
                      <a:pt x="762" y="613"/>
                    </a:cubicBezTo>
                    <a:lnTo>
                      <a:pt x="777" y="628"/>
                    </a:lnTo>
                    <a:lnTo>
                      <a:pt x="807" y="658"/>
                    </a:lnTo>
                    <a:cubicBezTo>
                      <a:pt x="822" y="688"/>
                      <a:pt x="837" y="702"/>
                      <a:pt x="852" y="717"/>
                    </a:cubicBezTo>
                    <a:cubicBezTo>
                      <a:pt x="881" y="762"/>
                      <a:pt x="926" y="807"/>
                      <a:pt x="971" y="837"/>
                    </a:cubicBezTo>
                    <a:cubicBezTo>
                      <a:pt x="1046" y="897"/>
                      <a:pt x="1150" y="926"/>
                      <a:pt x="1255" y="926"/>
                    </a:cubicBezTo>
                    <a:cubicBezTo>
                      <a:pt x="1269" y="928"/>
                      <a:pt x="1283" y="928"/>
                      <a:pt x="1297" y="928"/>
                    </a:cubicBezTo>
                    <a:cubicBezTo>
                      <a:pt x="1447" y="928"/>
                      <a:pt x="1594" y="857"/>
                      <a:pt x="1703" y="747"/>
                    </a:cubicBezTo>
                    <a:cubicBezTo>
                      <a:pt x="1748" y="688"/>
                      <a:pt x="1793" y="658"/>
                      <a:pt x="1822" y="613"/>
                    </a:cubicBezTo>
                    <a:cubicBezTo>
                      <a:pt x="1852" y="583"/>
                      <a:pt x="1882" y="538"/>
                      <a:pt x="1912" y="493"/>
                    </a:cubicBezTo>
                    <a:cubicBezTo>
                      <a:pt x="2002" y="374"/>
                      <a:pt x="2061" y="239"/>
                      <a:pt x="2106" y="90"/>
                    </a:cubicBezTo>
                    <a:close/>
                    <a:moveTo>
                      <a:pt x="6871" y="0"/>
                    </a:moveTo>
                    <a:lnTo>
                      <a:pt x="6124" y="15"/>
                    </a:lnTo>
                    <a:cubicBezTo>
                      <a:pt x="6109" y="45"/>
                      <a:pt x="6094" y="75"/>
                      <a:pt x="6079" y="105"/>
                    </a:cubicBezTo>
                    <a:cubicBezTo>
                      <a:pt x="5989" y="299"/>
                      <a:pt x="5915" y="493"/>
                      <a:pt x="5885" y="688"/>
                    </a:cubicBezTo>
                    <a:cubicBezTo>
                      <a:pt x="5810" y="1091"/>
                      <a:pt x="5810" y="1509"/>
                      <a:pt x="5885" y="1897"/>
                    </a:cubicBezTo>
                    <a:cubicBezTo>
                      <a:pt x="5975" y="2301"/>
                      <a:pt x="6124" y="2674"/>
                      <a:pt x="6333" y="3003"/>
                    </a:cubicBezTo>
                    <a:cubicBezTo>
                      <a:pt x="6542" y="3346"/>
                      <a:pt x="6826" y="3645"/>
                      <a:pt x="7154" y="3884"/>
                    </a:cubicBezTo>
                    <a:cubicBezTo>
                      <a:pt x="7468" y="4123"/>
                      <a:pt x="7842" y="4302"/>
                      <a:pt x="8230" y="4392"/>
                    </a:cubicBezTo>
                    <a:cubicBezTo>
                      <a:pt x="8215" y="4168"/>
                      <a:pt x="8185" y="3944"/>
                      <a:pt x="8170" y="3734"/>
                    </a:cubicBezTo>
                    <a:cubicBezTo>
                      <a:pt x="7632" y="3555"/>
                      <a:pt x="7169" y="3167"/>
                      <a:pt x="6856" y="2674"/>
                    </a:cubicBezTo>
                    <a:cubicBezTo>
                      <a:pt x="6691" y="2405"/>
                      <a:pt x="6557" y="2091"/>
                      <a:pt x="6497" y="1778"/>
                    </a:cubicBezTo>
                    <a:cubicBezTo>
                      <a:pt x="6423" y="1464"/>
                      <a:pt x="6423" y="1136"/>
                      <a:pt x="6482" y="822"/>
                    </a:cubicBezTo>
                    <a:cubicBezTo>
                      <a:pt x="6542" y="508"/>
                      <a:pt x="6677" y="225"/>
                      <a:pt x="6871" y="0"/>
                    </a:cubicBezTo>
                    <a:close/>
                    <a:moveTo>
                      <a:pt x="45" y="5064"/>
                    </a:moveTo>
                    <a:lnTo>
                      <a:pt x="45" y="5079"/>
                    </a:lnTo>
                    <a:cubicBezTo>
                      <a:pt x="45" y="5079"/>
                      <a:pt x="45" y="5080"/>
                      <a:pt x="46" y="5080"/>
                    </a:cubicBezTo>
                    <a:lnTo>
                      <a:pt x="46" y="5080"/>
                    </a:lnTo>
                    <a:cubicBezTo>
                      <a:pt x="45" y="5075"/>
                      <a:pt x="45" y="5069"/>
                      <a:pt x="45" y="5064"/>
                    </a:cubicBezTo>
                    <a:close/>
                    <a:moveTo>
                      <a:pt x="3630" y="60"/>
                    </a:moveTo>
                    <a:lnTo>
                      <a:pt x="3002" y="75"/>
                    </a:lnTo>
                    <a:cubicBezTo>
                      <a:pt x="3002" y="329"/>
                      <a:pt x="3032" y="568"/>
                      <a:pt x="3092" y="807"/>
                    </a:cubicBezTo>
                    <a:cubicBezTo>
                      <a:pt x="3152" y="1076"/>
                      <a:pt x="3241" y="1345"/>
                      <a:pt x="3316" y="1599"/>
                    </a:cubicBezTo>
                    <a:cubicBezTo>
                      <a:pt x="3495" y="2106"/>
                      <a:pt x="3689" y="2614"/>
                      <a:pt x="3809" y="3092"/>
                    </a:cubicBezTo>
                    <a:cubicBezTo>
                      <a:pt x="3854" y="3331"/>
                      <a:pt x="3898" y="3570"/>
                      <a:pt x="3884" y="3794"/>
                    </a:cubicBezTo>
                    <a:cubicBezTo>
                      <a:pt x="3884" y="3899"/>
                      <a:pt x="3854" y="4018"/>
                      <a:pt x="3824" y="4108"/>
                    </a:cubicBezTo>
                    <a:cubicBezTo>
                      <a:pt x="3794" y="4227"/>
                      <a:pt x="3764" y="4317"/>
                      <a:pt x="3704" y="4407"/>
                    </a:cubicBezTo>
                    <a:cubicBezTo>
                      <a:pt x="3600" y="4586"/>
                      <a:pt x="3450" y="4720"/>
                      <a:pt x="3271" y="4780"/>
                    </a:cubicBezTo>
                    <a:cubicBezTo>
                      <a:pt x="3175" y="4812"/>
                      <a:pt x="3070" y="4827"/>
                      <a:pt x="2962" y="4827"/>
                    </a:cubicBezTo>
                    <a:cubicBezTo>
                      <a:pt x="2868" y="4827"/>
                      <a:pt x="2771" y="4816"/>
                      <a:pt x="2674" y="4795"/>
                    </a:cubicBezTo>
                    <a:cubicBezTo>
                      <a:pt x="2256" y="4690"/>
                      <a:pt x="1912" y="4362"/>
                      <a:pt x="1643" y="3958"/>
                    </a:cubicBezTo>
                    <a:cubicBezTo>
                      <a:pt x="1374" y="3555"/>
                      <a:pt x="1180" y="3062"/>
                      <a:pt x="911" y="2569"/>
                    </a:cubicBezTo>
                    <a:cubicBezTo>
                      <a:pt x="852" y="2450"/>
                      <a:pt x="777" y="2330"/>
                      <a:pt x="702" y="2211"/>
                    </a:cubicBezTo>
                    <a:cubicBezTo>
                      <a:pt x="672" y="2166"/>
                      <a:pt x="613" y="2091"/>
                      <a:pt x="568" y="2032"/>
                    </a:cubicBezTo>
                    <a:cubicBezTo>
                      <a:pt x="523" y="1972"/>
                      <a:pt x="478" y="1912"/>
                      <a:pt x="418" y="1853"/>
                    </a:cubicBezTo>
                    <a:cubicBezTo>
                      <a:pt x="314" y="1733"/>
                      <a:pt x="179" y="1628"/>
                      <a:pt x="15" y="1554"/>
                    </a:cubicBezTo>
                    <a:cubicBezTo>
                      <a:pt x="15" y="1808"/>
                      <a:pt x="0" y="2062"/>
                      <a:pt x="0" y="2301"/>
                    </a:cubicBezTo>
                    <a:cubicBezTo>
                      <a:pt x="30" y="2330"/>
                      <a:pt x="60" y="2360"/>
                      <a:pt x="75" y="2405"/>
                    </a:cubicBezTo>
                    <a:cubicBezTo>
                      <a:pt x="120" y="2435"/>
                      <a:pt x="150" y="2480"/>
                      <a:pt x="179" y="2540"/>
                    </a:cubicBezTo>
                    <a:cubicBezTo>
                      <a:pt x="239" y="2644"/>
                      <a:pt x="299" y="2749"/>
                      <a:pt x="359" y="2868"/>
                    </a:cubicBezTo>
                    <a:cubicBezTo>
                      <a:pt x="598" y="3301"/>
                      <a:pt x="807" y="3809"/>
                      <a:pt x="1120" y="4287"/>
                    </a:cubicBezTo>
                    <a:cubicBezTo>
                      <a:pt x="1285" y="4526"/>
                      <a:pt x="1464" y="4765"/>
                      <a:pt x="1703" y="4959"/>
                    </a:cubicBezTo>
                    <a:cubicBezTo>
                      <a:pt x="1822" y="5049"/>
                      <a:pt x="1942" y="5138"/>
                      <a:pt x="2091" y="5213"/>
                    </a:cubicBezTo>
                    <a:cubicBezTo>
                      <a:pt x="2226" y="5288"/>
                      <a:pt x="2375" y="5348"/>
                      <a:pt x="2524" y="5392"/>
                    </a:cubicBezTo>
                    <a:cubicBezTo>
                      <a:pt x="2663" y="5425"/>
                      <a:pt x="2804" y="5444"/>
                      <a:pt x="2947" y="5444"/>
                    </a:cubicBezTo>
                    <a:cubicBezTo>
                      <a:pt x="3128" y="5444"/>
                      <a:pt x="3312" y="5414"/>
                      <a:pt x="3495" y="5348"/>
                    </a:cubicBezTo>
                    <a:cubicBezTo>
                      <a:pt x="3659" y="5288"/>
                      <a:pt x="3809" y="5213"/>
                      <a:pt x="3928" y="5094"/>
                    </a:cubicBezTo>
                    <a:cubicBezTo>
                      <a:pt x="4063" y="4989"/>
                      <a:pt x="4167" y="4855"/>
                      <a:pt x="4242" y="4720"/>
                    </a:cubicBezTo>
                    <a:cubicBezTo>
                      <a:pt x="4421" y="4436"/>
                      <a:pt x="4496" y="4123"/>
                      <a:pt x="4511" y="3824"/>
                    </a:cubicBezTo>
                    <a:cubicBezTo>
                      <a:pt x="4526" y="3525"/>
                      <a:pt x="4481" y="3227"/>
                      <a:pt x="4421" y="2943"/>
                    </a:cubicBezTo>
                    <a:cubicBezTo>
                      <a:pt x="4287" y="2405"/>
                      <a:pt x="4078" y="1912"/>
                      <a:pt x="3913" y="1404"/>
                    </a:cubicBezTo>
                    <a:cubicBezTo>
                      <a:pt x="3824" y="1165"/>
                      <a:pt x="3764" y="912"/>
                      <a:pt x="3704" y="673"/>
                    </a:cubicBezTo>
                    <a:cubicBezTo>
                      <a:pt x="3659" y="478"/>
                      <a:pt x="3630" y="269"/>
                      <a:pt x="3630" y="60"/>
                    </a:cubicBezTo>
                    <a:close/>
                    <a:moveTo>
                      <a:pt x="8319" y="5392"/>
                    </a:moveTo>
                    <a:cubicBezTo>
                      <a:pt x="8110" y="5422"/>
                      <a:pt x="7901" y="5467"/>
                      <a:pt x="7677" y="5512"/>
                    </a:cubicBezTo>
                    <a:cubicBezTo>
                      <a:pt x="7468" y="5557"/>
                      <a:pt x="7259" y="5616"/>
                      <a:pt x="7050" y="5676"/>
                    </a:cubicBezTo>
                    <a:cubicBezTo>
                      <a:pt x="6841" y="5736"/>
                      <a:pt x="6632" y="5796"/>
                      <a:pt x="6408" y="5900"/>
                    </a:cubicBezTo>
                    <a:cubicBezTo>
                      <a:pt x="6199" y="5990"/>
                      <a:pt x="5989" y="6124"/>
                      <a:pt x="5795" y="6303"/>
                    </a:cubicBezTo>
                    <a:cubicBezTo>
                      <a:pt x="5601" y="6483"/>
                      <a:pt x="5452" y="6707"/>
                      <a:pt x="5392" y="6990"/>
                    </a:cubicBezTo>
                    <a:cubicBezTo>
                      <a:pt x="5347" y="7110"/>
                      <a:pt x="5332" y="7259"/>
                      <a:pt x="5347" y="7409"/>
                    </a:cubicBezTo>
                    <a:cubicBezTo>
                      <a:pt x="5362" y="7558"/>
                      <a:pt x="5407" y="7707"/>
                      <a:pt x="5467" y="7827"/>
                    </a:cubicBezTo>
                    <a:cubicBezTo>
                      <a:pt x="5616" y="8081"/>
                      <a:pt x="5810" y="8260"/>
                      <a:pt x="6049" y="8394"/>
                    </a:cubicBezTo>
                    <a:cubicBezTo>
                      <a:pt x="6273" y="8514"/>
                      <a:pt x="6512" y="8574"/>
                      <a:pt x="6751" y="8618"/>
                    </a:cubicBezTo>
                    <a:cubicBezTo>
                      <a:pt x="6975" y="8648"/>
                      <a:pt x="7199" y="8663"/>
                      <a:pt x="7423" y="8663"/>
                    </a:cubicBezTo>
                    <a:cubicBezTo>
                      <a:pt x="7489" y="8668"/>
                      <a:pt x="7553" y="8669"/>
                      <a:pt x="7617" y="8669"/>
                    </a:cubicBezTo>
                    <a:cubicBezTo>
                      <a:pt x="7771" y="8669"/>
                      <a:pt x="7922" y="8659"/>
                      <a:pt x="8080" y="8648"/>
                    </a:cubicBezTo>
                    <a:cubicBezTo>
                      <a:pt x="8349" y="8633"/>
                      <a:pt x="8618" y="8589"/>
                      <a:pt x="8872" y="8544"/>
                    </a:cubicBezTo>
                    <a:cubicBezTo>
                      <a:pt x="8827" y="8350"/>
                      <a:pt x="8782" y="8141"/>
                      <a:pt x="8753" y="7931"/>
                    </a:cubicBezTo>
                    <a:cubicBezTo>
                      <a:pt x="8514" y="7976"/>
                      <a:pt x="8275" y="8021"/>
                      <a:pt x="8036" y="8036"/>
                    </a:cubicBezTo>
                    <a:cubicBezTo>
                      <a:pt x="7842" y="8051"/>
                      <a:pt x="7632" y="8051"/>
                      <a:pt x="7438" y="8051"/>
                    </a:cubicBezTo>
                    <a:cubicBezTo>
                      <a:pt x="7229" y="8036"/>
                      <a:pt x="7020" y="8036"/>
                      <a:pt x="6841" y="8006"/>
                    </a:cubicBezTo>
                    <a:cubicBezTo>
                      <a:pt x="6662" y="7976"/>
                      <a:pt x="6482" y="7931"/>
                      <a:pt x="6333" y="7842"/>
                    </a:cubicBezTo>
                    <a:cubicBezTo>
                      <a:pt x="6199" y="7767"/>
                      <a:pt x="6079" y="7663"/>
                      <a:pt x="6019" y="7543"/>
                    </a:cubicBezTo>
                    <a:cubicBezTo>
                      <a:pt x="5989" y="7483"/>
                      <a:pt x="5975" y="7409"/>
                      <a:pt x="5960" y="7349"/>
                    </a:cubicBezTo>
                    <a:cubicBezTo>
                      <a:pt x="5945" y="7289"/>
                      <a:pt x="5945" y="7214"/>
                      <a:pt x="5975" y="7140"/>
                    </a:cubicBezTo>
                    <a:cubicBezTo>
                      <a:pt x="6019" y="7005"/>
                      <a:pt x="6094" y="6856"/>
                      <a:pt x="6213" y="6751"/>
                    </a:cubicBezTo>
                    <a:cubicBezTo>
                      <a:pt x="6452" y="6527"/>
                      <a:pt x="6811" y="6378"/>
                      <a:pt x="7214" y="6259"/>
                    </a:cubicBezTo>
                    <a:cubicBezTo>
                      <a:pt x="7408" y="6199"/>
                      <a:pt x="7603" y="6154"/>
                      <a:pt x="7812" y="6109"/>
                    </a:cubicBezTo>
                    <a:cubicBezTo>
                      <a:pt x="8006" y="6079"/>
                      <a:pt x="8200" y="6035"/>
                      <a:pt x="8409" y="6005"/>
                    </a:cubicBezTo>
                    <a:lnTo>
                      <a:pt x="8424" y="6005"/>
                    </a:lnTo>
                    <a:cubicBezTo>
                      <a:pt x="8394" y="5796"/>
                      <a:pt x="8364" y="5601"/>
                      <a:pt x="8334" y="5392"/>
                    </a:cubicBezTo>
                    <a:close/>
                    <a:moveTo>
                      <a:pt x="46" y="5080"/>
                    </a:moveTo>
                    <a:lnTo>
                      <a:pt x="46" y="5080"/>
                    </a:lnTo>
                    <a:cubicBezTo>
                      <a:pt x="61" y="5478"/>
                      <a:pt x="90" y="5891"/>
                      <a:pt x="120" y="6303"/>
                    </a:cubicBezTo>
                    <a:cubicBezTo>
                      <a:pt x="224" y="6408"/>
                      <a:pt x="344" y="6498"/>
                      <a:pt x="463" y="6587"/>
                    </a:cubicBezTo>
                    <a:cubicBezTo>
                      <a:pt x="881" y="6901"/>
                      <a:pt x="1329" y="7125"/>
                      <a:pt x="1748" y="7364"/>
                    </a:cubicBezTo>
                    <a:cubicBezTo>
                      <a:pt x="2151" y="7588"/>
                      <a:pt x="2554" y="7842"/>
                      <a:pt x="2823" y="8170"/>
                    </a:cubicBezTo>
                    <a:cubicBezTo>
                      <a:pt x="3092" y="8484"/>
                      <a:pt x="3271" y="8902"/>
                      <a:pt x="3241" y="9291"/>
                    </a:cubicBezTo>
                    <a:cubicBezTo>
                      <a:pt x="3226" y="9649"/>
                      <a:pt x="2957" y="10007"/>
                      <a:pt x="2614" y="10291"/>
                    </a:cubicBezTo>
                    <a:cubicBezTo>
                      <a:pt x="2270" y="10575"/>
                      <a:pt x="1867" y="10769"/>
                      <a:pt x="1434" y="10859"/>
                    </a:cubicBezTo>
                    <a:cubicBezTo>
                      <a:pt x="1315" y="10889"/>
                      <a:pt x="1210" y="10919"/>
                      <a:pt x="1105" y="10919"/>
                    </a:cubicBezTo>
                    <a:cubicBezTo>
                      <a:pt x="1053" y="10926"/>
                      <a:pt x="1001" y="10930"/>
                      <a:pt x="950" y="10930"/>
                    </a:cubicBezTo>
                    <a:cubicBezTo>
                      <a:pt x="900" y="10930"/>
                      <a:pt x="852" y="10926"/>
                      <a:pt x="807" y="10919"/>
                    </a:cubicBezTo>
                    <a:lnTo>
                      <a:pt x="807" y="10919"/>
                    </a:lnTo>
                    <a:cubicBezTo>
                      <a:pt x="852" y="11128"/>
                      <a:pt x="896" y="11337"/>
                      <a:pt x="941" y="11546"/>
                    </a:cubicBezTo>
                    <a:cubicBezTo>
                      <a:pt x="1016" y="11546"/>
                      <a:pt x="1091" y="11531"/>
                      <a:pt x="1180" y="11531"/>
                    </a:cubicBezTo>
                    <a:cubicBezTo>
                      <a:pt x="1315" y="11516"/>
                      <a:pt x="1449" y="11486"/>
                      <a:pt x="1583" y="11456"/>
                    </a:cubicBezTo>
                    <a:cubicBezTo>
                      <a:pt x="2106" y="11337"/>
                      <a:pt x="2599" y="11098"/>
                      <a:pt x="3017" y="10754"/>
                    </a:cubicBezTo>
                    <a:cubicBezTo>
                      <a:pt x="3226" y="10590"/>
                      <a:pt x="3421" y="10396"/>
                      <a:pt x="3570" y="10157"/>
                    </a:cubicBezTo>
                    <a:cubicBezTo>
                      <a:pt x="3659" y="10037"/>
                      <a:pt x="3719" y="9903"/>
                      <a:pt x="3779" y="9769"/>
                    </a:cubicBezTo>
                    <a:cubicBezTo>
                      <a:pt x="3824" y="9634"/>
                      <a:pt x="3854" y="9470"/>
                      <a:pt x="3884" y="9335"/>
                    </a:cubicBezTo>
                    <a:cubicBezTo>
                      <a:pt x="3913" y="9022"/>
                      <a:pt x="3854" y="8738"/>
                      <a:pt x="3749" y="8469"/>
                    </a:cubicBezTo>
                    <a:cubicBezTo>
                      <a:pt x="3645" y="8215"/>
                      <a:pt x="3495" y="7976"/>
                      <a:pt x="3316" y="7767"/>
                    </a:cubicBezTo>
                    <a:cubicBezTo>
                      <a:pt x="2943" y="7334"/>
                      <a:pt x="2494" y="7065"/>
                      <a:pt x="2061" y="6811"/>
                    </a:cubicBezTo>
                    <a:cubicBezTo>
                      <a:pt x="1628" y="6572"/>
                      <a:pt x="1210" y="6348"/>
                      <a:pt x="837" y="6079"/>
                    </a:cubicBezTo>
                    <a:cubicBezTo>
                      <a:pt x="672" y="5945"/>
                      <a:pt x="508" y="5796"/>
                      <a:pt x="359" y="5631"/>
                    </a:cubicBezTo>
                    <a:cubicBezTo>
                      <a:pt x="299" y="5542"/>
                      <a:pt x="239" y="5467"/>
                      <a:pt x="194" y="5377"/>
                    </a:cubicBezTo>
                    <a:cubicBezTo>
                      <a:pt x="135" y="5273"/>
                      <a:pt x="90" y="5184"/>
                      <a:pt x="46" y="5080"/>
                    </a:cubicBezTo>
                    <a:close/>
                    <a:moveTo>
                      <a:pt x="9425" y="10739"/>
                    </a:moveTo>
                    <a:cubicBezTo>
                      <a:pt x="9290" y="10739"/>
                      <a:pt x="9156" y="10769"/>
                      <a:pt x="9036" y="10799"/>
                    </a:cubicBezTo>
                    <a:cubicBezTo>
                      <a:pt x="8768" y="10859"/>
                      <a:pt x="8484" y="11008"/>
                      <a:pt x="8275" y="11232"/>
                    </a:cubicBezTo>
                    <a:cubicBezTo>
                      <a:pt x="8080" y="11456"/>
                      <a:pt x="7946" y="11740"/>
                      <a:pt x="7931" y="12069"/>
                    </a:cubicBezTo>
                    <a:cubicBezTo>
                      <a:pt x="7916" y="12233"/>
                      <a:pt x="7946" y="12397"/>
                      <a:pt x="8006" y="12547"/>
                    </a:cubicBezTo>
                    <a:cubicBezTo>
                      <a:pt x="8080" y="12696"/>
                      <a:pt x="8170" y="12830"/>
                      <a:pt x="8275" y="12935"/>
                    </a:cubicBezTo>
                    <a:cubicBezTo>
                      <a:pt x="8379" y="13039"/>
                      <a:pt x="8499" y="13129"/>
                      <a:pt x="8633" y="13204"/>
                    </a:cubicBezTo>
                    <a:cubicBezTo>
                      <a:pt x="8768" y="13278"/>
                      <a:pt x="8887" y="13323"/>
                      <a:pt x="9021" y="13353"/>
                    </a:cubicBezTo>
                    <a:cubicBezTo>
                      <a:pt x="9290" y="13428"/>
                      <a:pt x="9544" y="13458"/>
                      <a:pt x="9798" y="13473"/>
                    </a:cubicBezTo>
                    <a:cubicBezTo>
                      <a:pt x="9977" y="13473"/>
                      <a:pt x="10171" y="13473"/>
                      <a:pt x="10351" y="13458"/>
                    </a:cubicBezTo>
                    <a:cubicBezTo>
                      <a:pt x="10306" y="13353"/>
                      <a:pt x="10261" y="13264"/>
                      <a:pt x="10231" y="13159"/>
                    </a:cubicBezTo>
                    <a:cubicBezTo>
                      <a:pt x="10186" y="13054"/>
                      <a:pt x="10142" y="12950"/>
                      <a:pt x="10112" y="12845"/>
                    </a:cubicBezTo>
                    <a:cubicBezTo>
                      <a:pt x="10042" y="12845"/>
                      <a:pt x="9972" y="12852"/>
                      <a:pt x="9903" y="12852"/>
                    </a:cubicBezTo>
                    <a:cubicBezTo>
                      <a:pt x="9868" y="12852"/>
                      <a:pt x="9833" y="12850"/>
                      <a:pt x="9798" y="12845"/>
                    </a:cubicBezTo>
                    <a:cubicBezTo>
                      <a:pt x="9574" y="12845"/>
                      <a:pt x="9365" y="12815"/>
                      <a:pt x="9171" y="12771"/>
                    </a:cubicBezTo>
                    <a:cubicBezTo>
                      <a:pt x="9081" y="12741"/>
                      <a:pt x="8992" y="12696"/>
                      <a:pt x="8902" y="12651"/>
                    </a:cubicBezTo>
                    <a:cubicBezTo>
                      <a:pt x="8827" y="12621"/>
                      <a:pt x="8768" y="12562"/>
                      <a:pt x="8693" y="12502"/>
                    </a:cubicBezTo>
                    <a:cubicBezTo>
                      <a:pt x="8648" y="12442"/>
                      <a:pt x="8603" y="12382"/>
                      <a:pt x="8573" y="12308"/>
                    </a:cubicBezTo>
                    <a:cubicBezTo>
                      <a:pt x="8543" y="12233"/>
                      <a:pt x="8529" y="12173"/>
                      <a:pt x="8529" y="12099"/>
                    </a:cubicBezTo>
                    <a:cubicBezTo>
                      <a:pt x="8543" y="11934"/>
                      <a:pt x="8603" y="11770"/>
                      <a:pt x="8723" y="11650"/>
                    </a:cubicBezTo>
                    <a:cubicBezTo>
                      <a:pt x="8842" y="11516"/>
                      <a:pt x="8992" y="11441"/>
                      <a:pt x="9171" y="11397"/>
                    </a:cubicBezTo>
                    <a:cubicBezTo>
                      <a:pt x="9305" y="11352"/>
                      <a:pt x="9455" y="11352"/>
                      <a:pt x="9604" y="11352"/>
                    </a:cubicBezTo>
                    <a:cubicBezTo>
                      <a:pt x="9544" y="11158"/>
                      <a:pt x="9484" y="10948"/>
                      <a:pt x="9425" y="10739"/>
                    </a:cubicBezTo>
                    <a:close/>
                    <a:moveTo>
                      <a:pt x="9096" y="9500"/>
                    </a:moveTo>
                    <a:cubicBezTo>
                      <a:pt x="8857" y="9559"/>
                      <a:pt x="8603" y="9589"/>
                      <a:pt x="8349" y="9604"/>
                    </a:cubicBezTo>
                    <a:cubicBezTo>
                      <a:pt x="7856" y="9634"/>
                      <a:pt x="7319" y="9604"/>
                      <a:pt x="6781" y="9649"/>
                    </a:cubicBezTo>
                    <a:cubicBezTo>
                      <a:pt x="6497" y="9664"/>
                      <a:pt x="6228" y="9694"/>
                      <a:pt x="5945" y="9769"/>
                    </a:cubicBezTo>
                    <a:cubicBezTo>
                      <a:pt x="5661" y="9843"/>
                      <a:pt x="5377" y="9948"/>
                      <a:pt x="5123" y="10127"/>
                    </a:cubicBezTo>
                    <a:cubicBezTo>
                      <a:pt x="4989" y="10217"/>
                      <a:pt x="4884" y="10321"/>
                      <a:pt x="4765" y="10456"/>
                    </a:cubicBezTo>
                    <a:cubicBezTo>
                      <a:pt x="4675" y="10575"/>
                      <a:pt x="4585" y="10724"/>
                      <a:pt x="4526" y="10874"/>
                    </a:cubicBezTo>
                    <a:cubicBezTo>
                      <a:pt x="4466" y="11023"/>
                      <a:pt x="4436" y="11187"/>
                      <a:pt x="4436" y="11367"/>
                    </a:cubicBezTo>
                    <a:cubicBezTo>
                      <a:pt x="4436" y="11531"/>
                      <a:pt x="4466" y="11725"/>
                      <a:pt x="4541" y="11874"/>
                    </a:cubicBezTo>
                    <a:cubicBezTo>
                      <a:pt x="4615" y="12039"/>
                      <a:pt x="4720" y="12173"/>
                      <a:pt x="4839" y="12293"/>
                    </a:cubicBezTo>
                    <a:cubicBezTo>
                      <a:pt x="4944" y="12397"/>
                      <a:pt x="5078" y="12487"/>
                      <a:pt x="5198" y="12576"/>
                    </a:cubicBezTo>
                    <a:cubicBezTo>
                      <a:pt x="5332" y="12651"/>
                      <a:pt x="5452" y="12711"/>
                      <a:pt x="5586" y="12786"/>
                    </a:cubicBezTo>
                    <a:cubicBezTo>
                      <a:pt x="5706" y="12845"/>
                      <a:pt x="5825" y="12890"/>
                      <a:pt x="5945" y="12935"/>
                    </a:cubicBezTo>
                    <a:cubicBezTo>
                      <a:pt x="6169" y="13039"/>
                      <a:pt x="6393" y="13144"/>
                      <a:pt x="6557" y="13278"/>
                    </a:cubicBezTo>
                    <a:cubicBezTo>
                      <a:pt x="6632" y="13353"/>
                      <a:pt x="6706" y="13428"/>
                      <a:pt x="6766" y="13517"/>
                    </a:cubicBezTo>
                    <a:cubicBezTo>
                      <a:pt x="6826" y="13592"/>
                      <a:pt x="6886" y="13697"/>
                      <a:pt x="6930" y="13801"/>
                    </a:cubicBezTo>
                    <a:cubicBezTo>
                      <a:pt x="7020" y="14010"/>
                      <a:pt x="7080" y="14249"/>
                      <a:pt x="7140" y="14503"/>
                    </a:cubicBezTo>
                    <a:lnTo>
                      <a:pt x="7154" y="14593"/>
                    </a:lnTo>
                    <a:lnTo>
                      <a:pt x="7767" y="14488"/>
                    </a:lnTo>
                    <a:cubicBezTo>
                      <a:pt x="7752" y="14458"/>
                      <a:pt x="7737" y="14414"/>
                      <a:pt x="7737" y="14384"/>
                    </a:cubicBezTo>
                    <a:cubicBezTo>
                      <a:pt x="7677" y="14115"/>
                      <a:pt x="7603" y="13831"/>
                      <a:pt x="7483" y="13562"/>
                    </a:cubicBezTo>
                    <a:cubicBezTo>
                      <a:pt x="7423" y="13428"/>
                      <a:pt x="7364" y="13293"/>
                      <a:pt x="7259" y="13159"/>
                    </a:cubicBezTo>
                    <a:cubicBezTo>
                      <a:pt x="7169" y="13039"/>
                      <a:pt x="7065" y="12920"/>
                      <a:pt x="6945" y="12815"/>
                    </a:cubicBezTo>
                    <a:cubicBezTo>
                      <a:pt x="6691" y="12621"/>
                      <a:pt x="6438" y="12487"/>
                      <a:pt x="6184" y="12382"/>
                    </a:cubicBezTo>
                    <a:cubicBezTo>
                      <a:pt x="6064" y="12337"/>
                      <a:pt x="5945" y="12293"/>
                      <a:pt x="5825" y="12233"/>
                    </a:cubicBezTo>
                    <a:cubicBezTo>
                      <a:pt x="5721" y="12173"/>
                      <a:pt x="5616" y="12128"/>
                      <a:pt x="5526" y="12069"/>
                    </a:cubicBezTo>
                    <a:cubicBezTo>
                      <a:pt x="5332" y="11934"/>
                      <a:pt x="5168" y="11785"/>
                      <a:pt x="5093" y="11635"/>
                    </a:cubicBezTo>
                    <a:cubicBezTo>
                      <a:pt x="5063" y="11546"/>
                      <a:pt x="5049" y="11456"/>
                      <a:pt x="5049" y="11382"/>
                    </a:cubicBezTo>
                    <a:cubicBezTo>
                      <a:pt x="5049" y="11292"/>
                      <a:pt x="5063" y="11202"/>
                      <a:pt x="5093" y="11098"/>
                    </a:cubicBezTo>
                    <a:cubicBezTo>
                      <a:pt x="5168" y="10919"/>
                      <a:pt x="5302" y="10769"/>
                      <a:pt x="5467" y="10635"/>
                    </a:cubicBezTo>
                    <a:cubicBezTo>
                      <a:pt x="5825" y="10396"/>
                      <a:pt x="6318" y="10306"/>
                      <a:pt x="6811" y="10276"/>
                    </a:cubicBezTo>
                    <a:cubicBezTo>
                      <a:pt x="7319" y="10232"/>
                      <a:pt x="7842" y="10261"/>
                      <a:pt x="8394" y="10232"/>
                    </a:cubicBezTo>
                    <a:cubicBezTo>
                      <a:pt x="8663" y="10202"/>
                      <a:pt x="8947" y="10172"/>
                      <a:pt x="9231" y="10097"/>
                    </a:cubicBezTo>
                    <a:lnTo>
                      <a:pt x="9245" y="10097"/>
                    </a:lnTo>
                    <a:cubicBezTo>
                      <a:pt x="9186" y="9903"/>
                      <a:pt x="9141" y="9694"/>
                      <a:pt x="9096" y="9500"/>
                    </a:cubicBezTo>
                    <a:close/>
                    <a:moveTo>
                      <a:pt x="2622" y="12103"/>
                    </a:moveTo>
                    <a:cubicBezTo>
                      <a:pt x="2387" y="12103"/>
                      <a:pt x="2154" y="12142"/>
                      <a:pt x="1927" y="12218"/>
                    </a:cubicBezTo>
                    <a:cubicBezTo>
                      <a:pt x="1748" y="12278"/>
                      <a:pt x="1598" y="12367"/>
                      <a:pt x="1434" y="12487"/>
                    </a:cubicBezTo>
                    <a:cubicBezTo>
                      <a:pt x="1359" y="12547"/>
                      <a:pt x="1285" y="12606"/>
                      <a:pt x="1210" y="12681"/>
                    </a:cubicBezTo>
                    <a:cubicBezTo>
                      <a:pt x="1270" y="12920"/>
                      <a:pt x="1344" y="13144"/>
                      <a:pt x="1404" y="13368"/>
                    </a:cubicBezTo>
                    <a:cubicBezTo>
                      <a:pt x="1434" y="13338"/>
                      <a:pt x="1479" y="13293"/>
                      <a:pt x="1509" y="13264"/>
                    </a:cubicBezTo>
                    <a:cubicBezTo>
                      <a:pt x="1613" y="13144"/>
                      <a:pt x="1703" y="13054"/>
                      <a:pt x="1793" y="12980"/>
                    </a:cubicBezTo>
                    <a:cubicBezTo>
                      <a:pt x="1897" y="12890"/>
                      <a:pt x="2002" y="12845"/>
                      <a:pt x="2136" y="12800"/>
                    </a:cubicBezTo>
                    <a:cubicBezTo>
                      <a:pt x="2279" y="12747"/>
                      <a:pt x="2434" y="12720"/>
                      <a:pt x="2586" y="12720"/>
                    </a:cubicBezTo>
                    <a:cubicBezTo>
                      <a:pt x="2687" y="12720"/>
                      <a:pt x="2787" y="12732"/>
                      <a:pt x="2883" y="12756"/>
                    </a:cubicBezTo>
                    <a:cubicBezTo>
                      <a:pt x="3017" y="12771"/>
                      <a:pt x="3122" y="12815"/>
                      <a:pt x="3241" y="12875"/>
                    </a:cubicBezTo>
                    <a:cubicBezTo>
                      <a:pt x="3346" y="12935"/>
                      <a:pt x="3435" y="13025"/>
                      <a:pt x="3495" y="13099"/>
                    </a:cubicBezTo>
                    <a:cubicBezTo>
                      <a:pt x="3540" y="13159"/>
                      <a:pt x="3570" y="13278"/>
                      <a:pt x="3615" y="13443"/>
                    </a:cubicBezTo>
                    <a:cubicBezTo>
                      <a:pt x="3630" y="13517"/>
                      <a:pt x="3659" y="13592"/>
                      <a:pt x="3689" y="13697"/>
                    </a:cubicBezTo>
                    <a:cubicBezTo>
                      <a:pt x="3719" y="13771"/>
                      <a:pt x="3749" y="13861"/>
                      <a:pt x="3794" y="13951"/>
                    </a:cubicBezTo>
                    <a:cubicBezTo>
                      <a:pt x="3973" y="14264"/>
                      <a:pt x="4227" y="14533"/>
                      <a:pt x="4481" y="14742"/>
                    </a:cubicBezTo>
                    <a:cubicBezTo>
                      <a:pt x="4585" y="14832"/>
                      <a:pt x="4690" y="14906"/>
                      <a:pt x="4795" y="14966"/>
                    </a:cubicBezTo>
                    <a:lnTo>
                      <a:pt x="5691" y="14832"/>
                    </a:lnTo>
                    <a:cubicBezTo>
                      <a:pt x="5392" y="14638"/>
                      <a:pt x="5123" y="14473"/>
                      <a:pt x="4884" y="14279"/>
                    </a:cubicBezTo>
                    <a:cubicBezTo>
                      <a:pt x="4660" y="14100"/>
                      <a:pt x="4466" y="13891"/>
                      <a:pt x="4361" y="13667"/>
                    </a:cubicBezTo>
                    <a:cubicBezTo>
                      <a:pt x="4317" y="13607"/>
                      <a:pt x="4302" y="13547"/>
                      <a:pt x="4272" y="13488"/>
                    </a:cubicBezTo>
                    <a:cubicBezTo>
                      <a:pt x="4257" y="13443"/>
                      <a:pt x="4242" y="13368"/>
                      <a:pt x="4227" y="13293"/>
                    </a:cubicBezTo>
                    <a:cubicBezTo>
                      <a:pt x="4182" y="13129"/>
                      <a:pt x="4137" y="12935"/>
                      <a:pt x="4003" y="12756"/>
                    </a:cubicBezTo>
                    <a:cubicBezTo>
                      <a:pt x="3884" y="12562"/>
                      <a:pt x="3719" y="12442"/>
                      <a:pt x="3555" y="12352"/>
                    </a:cubicBezTo>
                    <a:cubicBezTo>
                      <a:pt x="3391" y="12248"/>
                      <a:pt x="3211" y="12188"/>
                      <a:pt x="3032" y="12143"/>
                    </a:cubicBezTo>
                    <a:cubicBezTo>
                      <a:pt x="2895" y="12116"/>
                      <a:pt x="2758" y="12103"/>
                      <a:pt x="2622" y="12103"/>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2"/>
              <p:cNvSpPr/>
              <p:nvPr/>
            </p:nvSpPr>
            <p:spPr>
              <a:xfrm>
                <a:off x="-3674400" y="2406050"/>
                <a:ext cx="214000" cy="82475"/>
              </a:xfrm>
              <a:custGeom>
                <a:rect b="b" l="l" r="r" t="t"/>
                <a:pathLst>
                  <a:path extrusionOk="0" h="3299" w="8560">
                    <a:moveTo>
                      <a:pt x="7742" y="1"/>
                    </a:moveTo>
                    <a:cubicBezTo>
                      <a:pt x="7589" y="1"/>
                      <a:pt x="7441" y="80"/>
                      <a:pt x="7334" y="221"/>
                    </a:cubicBezTo>
                    <a:cubicBezTo>
                      <a:pt x="7260" y="311"/>
                      <a:pt x="7200" y="401"/>
                      <a:pt x="7155" y="505"/>
                    </a:cubicBezTo>
                    <a:cubicBezTo>
                      <a:pt x="7095" y="356"/>
                      <a:pt x="7006" y="236"/>
                      <a:pt x="6901" y="147"/>
                    </a:cubicBezTo>
                    <a:cubicBezTo>
                      <a:pt x="6804" y="61"/>
                      <a:pt x="6696" y="23"/>
                      <a:pt x="6590" y="23"/>
                    </a:cubicBezTo>
                    <a:cubicBezTo>
                      <a:pt x="6436" y="23"/>
                      <a:pt x="6284" y="104"/>
                      <a:pt x="6169" y="236"/>
                    </a:cubicBezTo>
                    <a:cubicBezTo>
                      <a:pt x="6110" y="326"/>
                      <a:pt x="6050" y="431"/>
                      <a:pt x="6005" y="520"/>
                    </a:cubicBezTo>
                    <a:cubicBezTo>
                      <a:pt x="5945" y="386"/>
                      <a:pt x="5856" y="266"/>
                      <a:pt x="5736" y="162"/>
                    </a:cubicBezTo>
                    <a:cubicBezTo>
                      <a:pt x="5639" y="83"/>
                      <a:pt x="5532" y="46"/>
                      <a:pt x="5427" y="46"/>
                    </a:cubicBezTo>
                    <a:cubicBezTo>
                      <a:pt x="5274" y="46"/>
                      <a:pt x="5126" y="124"/>
                      <a:pt x="5019" y="266"/>
                    </a:cubicBezTo>
                    <a:cubicBezTo>
                      <a:pt x="4945" y="356"/>
                      <a:pt x="4885" y="445"/>
                      <a:pt x="4840" y="550"/>
                    </a:cubicBezTo>
                    <a:cubicBezTo>
                      <a:pt x="4780" y="416"/>
                      <a:pt x="4691" y="281"/>
                      <a:pt x="4586" y="192"/>
                    </a:cubicBezTo>
                    <a:cubicBezTo>
                      <a:pt x="4490" y="107"/>
                      <a:pt x="4384" y="69"/>
                      <a:pt x="4279" y="69"/>
                    </a:cubicBezTo>
                    <a:cubicBezTo>
                      <a:pt x="4124" y="69"/>
                      <a:pt x="3970" y="153"/>
                      <a:pt x="3854" y="296"/>
                    </a:cubicBezTo>
                    <a:cubicBezTo>
                      <a:pt x="3795" y="371"/>
                      <a:pt x="3735" y="475"/>
                      <a:pt x="3690" y="565"/>
                    </a:cubicBezTo>
                    <a:cubicBezTo>
                      <a:pt x="3615" y="431"/>
                      <a:pt x="3541" y="311"/>
                      <a:pt x="3421" y="206"/>
                    </a:cubicBezTo>
                    <a:cubicBezTo>
                      <a:pt x="3326" y="130"/>
                      <a:pt x="3223" y="95"/>
                      <a:pt x="3120" y="95"/>
                    </a:cubicBezTo>
                    <a:cubicBezTo>
                      <a:pt x="2964" y="95"/>
                      <a:pt x="2812" y="176"/>
                      <a:pt x="2704" y="311"/>
                    </a:cubicBezTo>
                    <a:cubicBezTo>
                      <a:pt x="2630" y="401"/>
                      <a:pt x="2570" y="505"/>
                      <a:pt x="2525" y="595"/>
                    </a:cubicBezTo>
                    <a:cubicBezTo>
                      <a:pt x="2465" y="460"/>
                      <a:pt x="2376" y="326"/>
                      <a:pt x="2256" y="236"/>
                    </a:cubicBezTo>
                    <a:cubicBezTo>
                      <a:pt x="2160" y="152"/>
                      <a:pt x="2054" y="114"/>
                      <a:pt x="1950" y="114"/>
                    </a:cubicBezTo>
                    <a:cubicBezTo>
                      <a:pt x="1796" y="114"/>
                      <a:pt x="1646" y="198"/>
                      <a:pt x="1539" y="341"/>
                    </a:cubicBezTo>
                    <a:cubicBezTo>
                      <a:pt x="1465" y="416"/>
                      <a:pt x="1405" y="520"/>
                      <a:pt x="1360" y="610"/>
                    </a:cubicBezTo>
                    <a:cubicBezTo>
                      <a:pt x="1300" y="475"/>
                      <a:pt x="1211" y="341"/>
                      <a:pt x="1106" y="251"/>
                    </a:cubicBezTo>
                    <a:cubicBezTo>
                      <a:pt x="1009" y="172"/>
                      <a:pt x="899" y="135"/>
                      <a:pt x="792" y="135"/>
                    </a:cubicBezTo>
                    <a:cubicBezTo>
                      <a:pt x="634" y="135"/>
                      <a:pt x="481" y="214"/>
                      <a:pt x="374" y="356"/>
                    </a:cubicBezTo>
                    <a:cubicBezTo>
                      <a:pt x="76" y="714"/>
                      <a:pt x="16" y="1252"/>
                      <a:pt x="1" y="1715"/>
                    </a:cubicBezTo>
                    <a:cubicBezTo>
                      <a:pt x="8" y="1790"/>
                      <a:pt x="68" y="1827"/>
                      <a:pt x="126" y="1827"/>
                    </a:cubicBezTo>
                    <a:cubicBezTo>
                      <a:pt x="184" y="1827"/>
                      <a:pt x="240" y="1790"/>
                      <a:pt x="240" y="1715"/>
                    </a:cubicBezTo>
                    <a:cubicBezTo>
                      <a:pt x="240" y="1342"/>
                      <a:pt x="285" y="953"/>
                      <a:pt x="464" y="625"/>
                    </a:cubicBezTo>
                    <a:cubicBezTo>
                      <a:pt x="532" y="499"/>
                      <a:pt x="654" y="356"/>
                      <a:pt x="794" y="356"/>
                    </a:cubicBezTo>
                    <a:cubicBezTo>
                      <a:pt x="837" y="356"/>
                      <a:pt x="881" y="369"/>
                      <a:pt x="927" y="401"/>
                    </a:cubicBezTo>
                    <a:cubicBezTo>
                      <a:pt x="1091" y="520"/>
                      <a:pt x="1196" y="759"/>
                      <a:pt x="1240" y="968"/>
                    </a:cubicBezTo>
                    <a:cubicBezTo>
                      <a:pt x="1181" y="1207"/>
                      <a:pt x="1166" y="1461"/>
                      <a:pt x="1166" y="1700"/>
                    </a:cubicBezTo>
                    <a:cubicBezTo>
                      <a:pt x="1166" y="1767"/>
                      <a:pt x="1225" y="1801"/>
                      <a:pt x="1279" y="1801"/>
                    </a:cubicBezTo>
                    <a:cubicBezTo>
                      <a:pt x="1297" y="1801"/>
                      <a:pt x="1315" y="1797"/>
                      <a:pt x="1330" y="1790"/>
                    </a:cubicBezTo>
                    <a:lnTo>
                      <a:pt x="1330" y="1790"/>
                    </a:lnTo>
                    <a:cubicBezTo>
                      <a:pt x="1330" y="1999"/>
                      <a:pt x="1300" y="2208"/>
                      <a:pt x="1240" y="2417"/>
                    </a:cubicBezTo>
                    <a:cubicBezTo>
                      <a:pt x="1196" y="2626"/>
                      <a:pt x="1061" y="3059"/>
                      <a:pt x="777" y="3059"/>
                    </a:cubicBezTo>
                    <a:cubicBezTo>
                      <a:pt x="643" y="3059"/>
                      <a:pt x="643" y="3298"/>
                      <a:pt x="777" y="3298"/>
                    </a:cubicBezTo>
                    <a:cubicBezTo>
                      <a:pt x="1121" y="3283"/>
                      <a:pt x="1315" y="2940"/>
                      <a:pt x="1420" y="2656"/>
                    </a:cubicBezTo>
                    <a:cubicBezTo>
                      <a:pt x="1569" y="2223"/>
                      <a:pt x="1599" y="1730"/>
                      <a:pt x="1539" y="1282"/>
                    </a:cubicBezTo>
                    <a:cubicBezTo>
                      <a:pt x="1524" y="1177"/>
                      <a:pt x="1509" y="1073"/>
                      <a:pt x="1479" y="968"/>
                    </a:cubicBezTo>
                    <a:cubicBezTo>
                      <a:pt x="1524" y="849"/>
                      <a:pt x="1569" y="729"/>
                      <a:pt x="1629" y="610"/>
                    </a:cubicBezTo>
                    <a:cubicBezTo>
                      <a:pt x="1697" y="484"/>
                      <a:pt x="1810" y="341"/>
                      <a:pt x="1946" y="341"/>
                    </a:cubicBezTo>
                    <a:cubicBezTo>
                      <a:pt x="1987" y="341"/>
                      <a:pt x="2031" y="354"/>
                      <a:pt x="2077" y="386"/>
                    </a:cubicBezTo>
                    <a:cubicBezTo>
                      <a:pt x="2256" y="520"/>
                      <a:pt x="2346" y="744"/>
                      <a:pt x="2405" y="968"/>
                    </a:cubicBezTo>
                    <a:cubicBezTo>
                      <a:pt x="2346" y="1207"/>
                      <a:pt x="2331" y="1446"/>
                      <a:pt x="2331" y="1670"/>
                    </a:cubicBezTo>
                    <a:cubicBezTo>
                      <a:pt x="2331" y="1741"/>
                      <a:pt x="2387" y="1784"/>
                      <a:pt x="2447" y="1784"/>
                    </a:cubicBezTo>
                    <a:cubicBezTo>
                      <a:pt x="2463" y="1784"/>
                      <a:pt x="2480" y="1781"/>
                      <a:pt x="2495" y="1775"/>
                    </a:cubicBezTo>
                    <a:lnTo>
                      <a:pt x="2495" y="1775"/>
                    </a:lnTo>
                    <a:cubicBezTo>
                      <a:pt x="2480" y="1984"/>
                      <a:pt x="2450" y="2193"/>
                      <a:pt x="2405" y="2402"/>
                    </a:cubicBezTo>
                    <a:cubicBezTo>
                      <a:pt x="2346" y="2611"/>
                      <a:pt x="2226" y="3044"/>
                      <a:pt x="1942" y="3044"/>
                    </a:cubicBezTo>
                    <a:cubicBezTo>
                      <a:pt x="1793" y="3044"/>
                      <a:pt x="1793" y="3283"/>
                      <a:pt x="1942" y="3283"/>
                    </a:cubicBezTo>
                    <a:cubicBezTo>
                      <a:pt x="2286" y="3268"/>
                      <a:pt x="2480" y="2925"/>
                      <a:pt x="2570" y="2641"/>
                    </a:cubicBezTo>
                    <a:cubicBezTo>
                      <a:pt x="2734" y="2208"/>
                      <a:pt x="2764" y="1715"/>
                      <a:pt x="2704" y="1267"/>
                    </a:cubicBezTo>
                    <a:cubicBezTo>
                      <a:pt x="2689" y="1162"/>
                      <a:pt x="2674" y="1073"/>
                      <a:pt x="2644" y="968"/>
                    </a:cubicBezTo>
                    <a:cubicBezTo>
                      <a:pt x="2674" y="834"/>
                      <a:pt x="2734" y="714"/>
                      <a:pt x="2794" y="595"/>
                    </a:cubicBezTo>
                    <a:cubicBezTo>
                      <a:pt x="2862" y="470"/>
                      <a:pt x="2973" y="320"/>
                      <a:pt x="3107" y="320"/>
                    </a:cubicBezTo>
                    <a:cubicBezTo>
                      <a:pt x="3150" y="320"/>
                      <a:pt x="3195" y="335"/>
                      <a:pt x="3242" y="371"/>
                    </a:cubicBezTo>
                    <a:cubicBezTo>
                      <a:pt x="3421" y="490"/>
                      <a:pt x="3511" y="714"/>
                      <a:pt x="3570" y="938"/>
                    </a:cubicBezTo>
                    <a:cubicBezTo>
                      <a:pt x="3511" y="1177"/>
                      <a:pt x="3496" y="1416"/>
                      <a:pt x="3481" y="1640"/>
                    </a:cubicBezTo>
                    <a:cubicBezTo>
                      <a:pt x="3492" y="1720"/>
                      <a:pt x="3546" y="1756"/>
                      <a:pt x="3604" y="1756"/>
                    </a:cubicBezTo>
                    <a:cubicBezTo>
                      <a:pt x="3623" y="1756"/>
                      <a:pt x="3642" y="1752"/>
                      <a:pt x="3660" y="1745"/>
                    </a:cubicBezTo>
                    <a:lnTo>
                      <a:pt x="3660" y="1745"/>
                    </a:lnTo>
                    <a:cubicBezTo>
                      <a:pt x="3645" y="1954"/>
                      <a:pt x="3615" y="2178"/>
                      <a:pt x="3570" y="2372"/>
                    </a:cubicBezTo>
                    <a:cubicBezTo>
                      <a:pt x="3511" y="2581"/>
                      <a:pt x="3391" y="3014"/>
                      <a:pt x="3107" y="3014"/>
                    </a:cubicBezTo>
                    <a:cubicBezTo>
                      <a:pt x="2958" y="3014"/>
                      <a:pt x="2958" y="3253"/>
                      <a:pt x="3107" y="3253"/>
                    </a:cubicBezTo>
                    <a:cubicBezTo>
                      <a:pt x="3451" y="3238"/>
                      <a:pt x="3645" y="2895"/>
                      <a:pt x="3735" y="2626"/>
                    </a:cubicBezTo>
                    <a:cubicBezTo>
                      <a:pt x="3899" y="2193"/>
                      <a:pt x="3929" y="1700"/>
                      <a:pt x="3869" y="1237"/>
                    </a:cubicBezTo>
                    <a:cubicBezTo>
                      <a:pt x="3854" y="1133"/>
                      <a:pt x="3839" y="1028"/>
                      <a:pt x="3809" y="923"/>
                    </a:cubicBezTo>
                    <a:cubicBezTo>
                      <a:pt x="3839" y="804"/>
                      <a:pt x="3884" y="684"/>
                      <a:pt x="3944" y="565"/>
                    </a:cubicBezTo>
                    <a:cubicBezTo>
                      <a:pt x="4024" y="439"/>
                      <a:pt x="4139" y="296"/>
                      <a:pt x="4276" y="296"/>
                    </a:cubicBezTo>
                    <a:cubicBezTo>
                      <a:pt x="4317" y="296"/>
                      <a:pt x="4361" y="309"/>
                      <a:pt x="4407" y="341"/>
                    </a:cubicBezTo>
                    <a:cubicBezTo>
                      <a:pt x="4571" y="460"/>
                      <a:pt x="4661" y="699"/>
                      <a:pt x="4721" y="908"/>
                    </a:cubicBezTo>
                    <a:cubicBezTo>
                      <a:pt x="4661" y="1147"/>
                      <a:pt x="4646" y="1401"/>
                      <a:pt x="4646" y="1625"/>
                    </a:cubicBezTo>
                    <a:cubicBezTo>
                      <a:pt x="4646" y="1696"/>
                      <a:pt x="4711" y="1739"/>
                      <a:pt x="4768" y="1739"/>
                    </a:cubicBezTo>
                    <a:cubicBezTo>
                      <a:pt x="4783" y="1739"/>
                      <a:pt x="4798" y="1736"/>
                      <a:pt x="4810" y="1730"/>
                    </a:cubicBezTo>
                    <a:lnTo>
                      <a:pt x="4810" y="1730"/>
                    </a:lnTo>
                    <a:cubicBezTo>
                      <a:pt x="4810" y="1939"/>
                      <a:pt x="4780" y="2148"/>
                      <a:pt x="4735" y="2357"/>
                    </a:cubicBezTo>
                    <a:cubicBezTo>
                      <a:pt x="4676" y="2551"/>
                      <a:pt x="4541" y="3000"/>
                      <a:pt x="4272" y="3000"/>
                    </a:cubicBezTo>
                    <a:cubicBezTo>
                      <a:pt x="4123" y="3000"/>
                      <a:pt x="4123" y="3224"/>
                      <a:pt x="4272" y="3224"/>
                    </a:cubicBezTo>
                    <a:cubicBezTo>
                      <a:pt x="4601" y="3224"/>
                      <a:pt x="4795" y="2880"/>
                      <a:pt x="4900" y="2596"/>
                    </a:cubicBezTo>
                    <a:cubicBezTo>
                      <a:pt x="5049" y="2163"/>
                      <a:pt x="5079" y="1670"/>
                      <a:pt x="5019" y="1222"/>
                    </a:cubicBezTo>
                    <a:cubicBezTo>
                      <a:pt x="5004" y="1118"/>
                      <a:pt x="4989" y="1013"/>
                      <a:pt x="4960" y="908"/>
                    </a:cubicBezTo>
                    <a:cubicBezTo>
                      <a:pt x="5004" y="774"/>
                      <a:pt x="5049" y="655"/>
                      <a:pt x="5109" y="550"/>
                    </a:cubicBezTo>
                    <a:cubicBezTo>
                      <a:pt x="5177" y="425"/>
                      <a:pt x="5288" y="275"/>
                      <a:pt x="5422" y="275"/>
                    </a:cubicBezTo>
                    <a:cubicBezTo>
                      <a:pt x="5465" y="275"/>
                      <a:pt x="5510" y="290"/>
                      <a:pt x="5557" y="326"/>
                    </a:cubicBezTo>
                    <a:cubicBezTo>
                      <a:pt x="5736" y="445"/>
                      <a:pt x="5826" y="670"/>
                      <a:pt x="5886" y="894"/>
                    </a:cubicBezTo>
                    <a:cubicBezTo>
                      <a:pt x="5826" y="1118"/>
                      <a:pt x="5811" y="1371"/>
                      <a:pt x="5796" y="1596"/>
                    </a:cubicBezTo>
                    <a:cubicBezTo>
                      <a:pt x="5808" y="1684"/>
                      <a:pt x="5874" y="1719"/>
                      <a:pt x="5939" y="1719"/>
                    </a:cubicBezTo>
                    <a:cubicBezTo>
                      <a:pt x="5951" y="1719"/>
                      <a:pt x="5963" y="1717"/>
                      <a:pt x="5975" y="1715"/>
                    </a:cubicBezTo>
                    <a:lnTo>
                      <a:pt x="5975" y="1715"/>
                    </a:lnTo>
                    <a:cubicBezTo>
                      <a:pt x="5960" y="1924"/>
                      <a:pt x="5930" y="2133"/>
                      <a:pt x="5886" y="2327"/>
                    </a:cubicBezTo>
                    <a:cubicBezTo>
                      <a:pt x="5826" y="2536"/>
                      <a:pt x="5706" y="2970"/>
                      <a:pt x="5423" y="2970"/>
                    </a:cubicBezTo>
                    <a:cubicBezTo>
                      <a:pt x="5273" y="2970"/>
                      <a:pt x="5273" y="3209"/>
                      <a:pt x="5423" y="3209"/>
                    </a:cubicBezTo>
                    <a:cubicBezTo>
                      <a:pt x="5766" y="3194"/>
                      <a:pt x="5960" y="2850"/>
                      <a:pt x="6050" y="2566"/>
                    </a:cubicBezTo>
                    <a:cubicBezTo>
                      <a:pt x="6214" y="2148"/>
                      <a:pt x="6244" y="1640"/>
                      <a:pt x="6184" y="1192"/>
                    </a:cubicBezTo>
                    <a:cubicBezTo>
                      <a:pt x="6169" y="1088"/>
                      <a:pt x="6154" y="983"/>
                      <a:pt x="6124" y="879"/>
                    </a:cubicBezTo>
                    <a:cubicBezTo>
                      <a:pt x="6154" y="759"/>
                      <a:pt x="6199" y="640"/>
                      <a:pt x="6259" y="520"/>
                    </a:cubicBezTo>
                    <a:cubicBezTo>
                      <a:pt x="6339" y="394"/>
                      <a:pt x="6454" y="251"/>
                      <a:pt x="6591" y="251"/>
                    </a:cubicBezTo>
                    <a:cubicBezTo>
                      <a:pt x="6632" y="251"/>
                      <a:pt x="6676" y="265"/>
                      <a:pt x="6722" y="296"/>
                    </a:cubicBezTo>
                    <a:cubicBezTo>
                      <a:pt x="6886" y="416"/>
                      <a:pt x="6991" y="640"/>
                      <a:pt x="7036" y="864"/>
                    </a:cubicBezTo>
                    <a:cubicBezTo>
                      <a:pt x="6976" y="1103"/>
                      <a:pt x="6961" y="1357"/>
                      <a:pt x="6961" y="1581"/>
                    </a:cubicBezTo>
                    <a:cubicBezTo>
                      <a:pt x="6961" y="1652"/>
                      <a:pt x="7026" y="1694"/>
                      <a:pt x="7083" y="1694"/>
                    </a:cubicBezTo>
                    <a:cubicBezTo>
                      <a:pt x="7098" y="1694"/>
                      <a:pt x="7113" y="1691"/>
                      <a:pt x="7125" y="1685"/>
                    </a:cubicBezTo>
                    <a:lnTo>
                      <a:pt x="7125" y="1685"/>
                    </a:lnTo>
                    <a:cubicBezTo>
                      <a:pt x="7125" y="1894"/>
                      <a:pt x="7095" y="2103"/>
                      <a:pt x="7051" y="2298"/>
                    </a:cubicBezTo>
                    <a:cubicBezTo>
                      <a:pt x="6991" y="2507"/>
                      <a:pt x="6856" y="2955"/>
                      <a:pt x="6588" y="2955"/>
                    </a:cubicBezTo>
                    <a:cubicBezTo>
                      <a:pt x="6438" y="2955"/>
                      <a:pt x="6438" y="3179"/>
                      <a:pt x="6588" y="3179"/>
                    </a:cubicBezTo>
                    <a:cubicBezTo>
                      <a:pt x="6916" y="3179"/>
                      <a:pt x="7110" y="2835"/>
                      <a:pt x="7215" y="2551"/>
                    </a:cubicBezTo>
                    <a:cubicBezTo>
                      <a:pt x="7364" y="2118"/>
                      <a:pt x="7394" y="1625"/>
                      <a:pt x="7334" y="1162"/>
                    </a:cubicBezTo>
                    <a:cubicBezTo>
                      <a:pt x="7319" y="1073"/>
                      <a:pt x="7304" y="968"/>
                      <a:pt x="7275" y="864"/>
                    </a:cubicBezTo>
                    <a:cubicBezTo>
                      <a:pt x="7319" y="729"/>
                      <a:pt x="7364" y="610"/>
                      <a:pt x="7424" y="490"/>
                    </a:cubicBezTo>
                    <a:cubicBezTo>
                      <a:pt x="7492" y="377"/>
                      <a:pt x="7602" y="230"/>
                      <a:pt x="7737" y="230"/>
                    </a:cubicBezTo>
                    <a:cubicBezTo>
                      <a:pt x="7780" y="230"/>
                      <a:pt x="7825" y="245"/>
                      <a:pt x="7872" y="281"/>
                    </a:cubicBezTo>
                    <a:cubicBezTo>
                      <a:pt x="8111" y="431"/>
                      <a:pt x="8201" y="789"/>
                      <a:pt x="8245" y="1058"/>
                    </a:cubicBezTo>
                    <a:cubicBezTo>
                      <a:pt x="8320" y="1461"/>
                      <a:pt x="8305" y="1894"/>
                      <a:pt x="8201" y="2283"/>
                    </a:cubicBezTo>
                    <a:cubicBezTo>
                      <a:pt x="8141" y="2492"/>
                      <a:pt x="8021" y="2925"/>
                      <a:pt x="7738" y="2925"/>
                    </a:cubicBezTo>
                    <a:cubicBezTo>
                      <a:pt x="7588" y="2925"/>
                      <a:pt x="7588" y="3164"/>
                      <a:pt x="7738" y="3164"/>
                    </a:cubicBezTo>
                    <a:cubicBezTo>
                      <a:pt x="8081" y="3149"/>
                      <a:pt x="8275" y="2805"/>
                      <a:pt x="8365" y="2522"/>
                    </a:cubicBezTo>
                    <a:cubicBezTo>
                      <a:pt x="8529" y="2088"/>
                      <a:pt x="8559" y="1596"/>
                      <a:pt x="8499" y="1147"/>
                    </a:cubicBezTo>
                    <a:cubicBezTo>
                      <a:pt x="8454" y="789"/>
                      <a:pt x="8335" y="356"/>
                      <a:pt x="8051" y="117"/>
                    </a:cubicBezTo>
                    <a:cubicBezTo>
                      <a:pt x="7954" y="38"/>
                      <a:pt x="7847" y="1"/>
                      <a:pt x="77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2"/>
              <p:cNvSpPr/>
              <p:nvPr/>
            </p:nvSpPr>
            <p:spPr>
              <a:xfrm>
                <a:off x="-3647875" y="2531050"/>
                <a:ext cx="163200" cy="126250"/>
              </a:xfrm>
              <a:custGeom>
                <a:rect b="b" l="l" r="r" t="t"/>
                <a:pathLst>
                  <a:path extrusionOk="0" h="5050" w="6528">
                    <a:moveTo>
                      <a:pt x="5930" y="1"/>
                    </a:moveTo>
                    <a:cubicBezTo>
                      <a:pt x="3958" y="120"/>
                      <a:pt x="1987" y="240"/>
                      <a:pt x="15" y="359"/>
                    </a:cubicBezTo>
                    <a:cubicBezTo>
                      <a:pt x="0" y="1928"/>
                      <a:pt x="150" y="3511"/>
                      <a:pt x="478" y="5049"/>
                    </a:cubicBezTo>
                    <a:cubicBezTo>
                      <a:pt x="2495" y="4840"/>
                      <a:pt x="4511" y="4631"/>
                      <a:pt x="6527" y="4437"/>
                    </a:cubicBezTo>
                    <a:cubicBezTo>
                      <a:pt x="6169" y="2973"/>
                      <a:pt x="5975" y="1494"/>
                      <a:pt x="59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2"/>
              <p:cNvSpPr/>
              <p:nvPr/>
            </p:nvSpPr>
            <p:spPr>
              <a:xfrm>
                <a:off x="-3635550" y="2552675"/>
                <a:ext cx="131450" cy="78150"/>
              </a:xfrm>
              <a:custGeom>
                <a:rect b="b" l="l" r="r" t="t"/>
                <a:pathLst>
                  <a:path extrusionOk="0" h="3126" w="5258">
                    <a:moveTo>
                      <a:pt x="5121" y="1"/>
                    </a:moveTo>
                    <a:cubicBezTo>
                      <a:pt x="5117" y="1"/>
                      <a:pt x="5113" y="1"/>
                      <a:pt x="5108" y="2"/>
                    </a:cubicBezTo>
                    <a:cubicBezTo>
                      <a:pt x="3794" y="122"/>
                      <a:pt x="2509" y="241"/>
                      <a:pt x="1195" y="361"/>
                    </a:cubicBezTo>
                    <a:cubicBezTo>
                      <a:pt x="822" y="391"/>
                      <a:pt x="463" y="435"/>
                      <a:pt x="90" y="465"/>
                    </a:cubicBezTo>
                    <a:cubicBezTo>
                      <a:pt x="0" y="465"/>
                      <a:pt x="0" y="585"/>
                      <a:pt x="90" y="585"/>
                    </a:cubicBezTo>
                    <a:cubicBezTo>
                      <a:pt x="1389" y="465"/>
                      <a:pt x="2689" y="346"/>
                      <a:pt x="3988" y="226"/>
                    </a:cubicBezTo>
                    <a:cubicBezTo>
                      <a:pt x="4361" y="196"/>
                      <a:pt x="4735" y="152"/>
                      <a:pt x="5108" y="122"/>
                    </a:cubicBezTo>
                    <a:cubicBezTo>
                      <a:pt x="5178" y="108"/>
                      <a:pt x="5183" y="1"/>
                      <a:pt x="5121" y="1"/>
                    </a:cubicBezTo>
                    <a:close/>
                    <a:moveTo>
                      <a:pt x="5136" y="613"/>
                    </a:moveTo>
                    <a:cubicBezTo>
                      <a:pt x="5132" y="613"/>
                      <a:pt x="5128" y="614"/>
                      <a:pt x="5123" y="615"/>
                    </a:cubicBezTo>
                    <a:cubicBezTo>
                      <a:pt x="3839" y="764"/>
                      <a:pt x="2539" y="883"/>
                      <a:pt x="1255" y="973"/>
                    </a:cubicBezTo>
                    <a:cubicBezTo>
                      <a:pt x="881" y="988"/>
                      <a:pt x="523" y="1018"/>
                      <a:pt x="150" y="1033"/>
                    </a:cubicBezTo>
                    <a:cubicBezTo>
                      <a:pt x="60" y="1033"/>
                      <a:pt x="60" y="1167"/>
                      <a:pt x="135" y="1167"/>
                    </a:cubicBezTo>
                    <a:cubicBezTo>
                      <a:pt x="1434" y="1093"/>
                      <a:pt x="2733" y="988"/>
                      <a:pt x="4018" y="854"/>
                    </a:cubicBezTo>
                    <a:cubicBezTo>
                      <a:pt x="4391" y="809"/>
                      <a:pt x="4750" y="779"/>
                      <a:pt x="5123" y="734"/>
                    </a:cubicBezTo>
                    <a:cubicBezTo>
                      <a:pt x="5194" y="734"/>
                      <a:pt x="5211" y="613"/>
                      <a:pt x="5136" y="613"/>
                    </a:cubicBezTo>
                    <a:close/>
                    <a:moveTo>
                      <a:pt x="4915" y="2528"/>
                    </a:moveTo>
                    <a:cubicBezTo>
                      <a:pt x="4944" y="2528"/>
                      <a:pt x="4974" y="2536"/>
                      <a:pt x="5004" y="2556"/>
                    </a:cubicBezTo>
                    <a:cubicBezTo>
                      <a:pt x="5078" y="2601"/>
                      <a:pt x="5108" y="2735"/>
                      <a:pt x="5093" y="2825"/>
                    </a:cubicBezTo>
                    <a:cubicBezTo>
                      <a:pt x="5078" y="2900"/>
                      <a:pt x="5004" y="2989"/>
                      <a:pt x="4914" y="3004"/>
                    </a:cubicBezTo>
                    <a:cubicBezTo>
                      <a:pt x="4905" y="3006"/>
                      <a:pt x="4895" y="3007"/>
                      <a:pt x="4886" y="3007"/>
                    </a:cubicBezTo>
                    <a:cubicBezTo>
                      <a:pt x="4803" y="3007"/>
                      <a:pt x="4715" y="2950"/>
                      <a:pt x="4675" y="2870"/>
                    </a:cubicBezTo>
                    <a:cubicBezTo>
                      <a:pt x="4648" y="2789"/>
                      <a:pt x="4670" y="2683"/>
                      <a:pt x="4729" y="2620"/>
                    </a:cubicBezTo>
                    <a:lnTo>
                      <a:pt x="4729" y="2620"/>
                    </a:lnTo>
                    <a:cubicBezTo>
                      <a:pt x="4738" y="2616"/>
                      <a:pt x="4745" y="2610"/>
                      <a:pt x="4750" y="2601"/>
                    </a:cubicBezTo>
                    <a:lnTo>
                      <a:pt x="4750" y="2601"/>
                    </a:lnTo>
                    <a:cubicBezTo>
                      <a:pt x="4750" y="2601"/>
                      <a:pt x="4750" y="2601"/>
                      <a:pt x="4750" y="2601"/>
                    </a:cubicBezTo>
                    <a:cubicBezTo>
                      <a:pt x="4762" y="2595"/>
                      <a:pt x="4771" y="2588"/>
                      <a:pt x="4777" y="2580"/>
                    </a:cubicBezTo>
                    <a:lnTo>
                      <a:pt x="4777" y="2580"/>
                    </a:lnTo>
                    <a:cubicBezTo>
                      <a:pt x="4820" y="2550"/>
                      <a:pt x="4867" y="2528"/>
                      <a:pt x="4915" y="2528"/>
                    </a:cubicBezTo>
                    <a:close/>
                    <a:moveTo>
                      <a:pt x="4918" y="2403"/>
                    </a:moveTo>
                    <a:cubicBezTo>
                      <a:pt x="4824" y="2403"/>
                      <a:pt x="4730" y="2442"/>
                      <a:pt x="4660" y="2511"/>
                    </a:cubicBezTo>
                    <a:cubicBezTo>
                      <a:pt x="4657" y="2517"/>
                      <a:pt x="4655" y="2522"/>
                      <a:pt x="4654" y="2527"/>
                    </a:cubicBezTo>
                    <a:lnTo>
                      <a:pt x="4654" y="2527"/>
                    </a:lnTo>
                    <a:cubicBezTo>
                      <a:pt x="4559" y="2618"/>
                      <a:pt x="4516" y="2750"/>
                      <a:pt x="4556" y="2870"/>
                    </a:cubicBezTo>
                    <a:cubicBezTo>
                      <a:pt x="4585" y="3019"/>
                      <a:pt x="4720" y="3124"/>
                      <a:pt x="4869" y="3124"/>
                    </a:cubicBezTo>
                    <a:cubicBezTo>
                      <a:pt x="4879" y="3125"/>
                      <a:pt x="4888" y="3125"/>
                      <a:pt x="4898" y="3125"/>
                    </a:cubicBezTo>
                    <a:cubicBezTo>
                      <a:pt x="5035" y="3125"/>
                      <a:pt x="5156" y="3026"/>
                      <a:pt x="5198" y="2900"/>
                    </a:cubicBezTo>
                    <a:cubicBezTo>
                      <a:pt x="5258" y="2765"/>
                      <a:pt x="5213" y="2571"/>
                      <a:pt x="5108" y="2467"/>
                    </a:cubicBezTo>
                    <a:cubicBezTo>
                      <a:pt x="5052" y="2423"/>
                      <a:pt x="4985" y="2403"/>
                      <a:pt x="4918" y="2403"/>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2"/>
              <p:cNvSpPr/>
              <p:nvPr/>
            </p:nvSpPr>
            <p:spPr>
              <a:xfrm>
                <a:off x="-3687450" y="2509600"/>
                <a:ext cx="261775" cy="337375"/>
              </a:xfrm>
              <a:custGeom>
                <a:rect b="b" l="l" r="r" t="t"/>
                <a:pathLst>
                  <a:path extrusionOk="0" h="13495" w="10471">
                    <a:moveTo>
                      <a:pt x="60" y="2375"/>
                    </a:moveTo>
                    <a:cubicBezTo>
                      <a:pt x="30" y="2375"/>
                      <a:pt x="0" y="2397"/>
                      <a:pt x="0" y="2442"/>
                    </a:cubicBezTo>
                    <a:cubicBezTo>
                      <a:pt x="30" y="3069"/>
                      <a:pt x="30" y="3712"/>
                      <a:pt x="15" y="4339"/>
                    </a:cubicBezTo>
                    <a:cubicBezTo>
                      <a:pt x="22" y="4376"/>
                      <a:pt x="56" y="4395"/>
                      <a:pt x="88" y="4395"/>
                    </a:cubicBezTo>
                    <a:cubicBezTo>
                      <a:pt x="120" y="4395"/>
                      <a:pt x="149" y="4376"/>
                      <a:pt x="149" y="4339"/>
                    </a:cubicBezTo>
                    <a:cubicBezTo>
                      <a:pt x="164" y="3712"/>
                      <a:pt x="149" y="3069"/>
                      <a:pt x="120" y="2442"/>
                    </a:cubicBezTo>
                    <a:cubicBezTo>
                      <a:pt x="120" y="2397"/>
                      <a:pt x="90" y="2375"/>
                      <a:pt x="60" y="2375"/>
                    </a:cubicBezTo>
                    <a:close/>
                    <a:moveTo>
                      <a:pt x="67" y="4824"/>
                    </a:moveTo>
                    <a:cubicBezTo>
                      <a:pt x="34" y="4824"/>
                      <a:pt x="0" y="4847"/>
                      <a:pt x="0" y="4892"/>
                    </a:cubicBezTo>
                    <a:cubicBezTo>
                      <a:pt x="60" y="7132"/>
                      <a:pt x="120" y="9372"/>
                      <a:pt x="373" y="11598"/>
                    </a:cubicBezTo>
                    <a:cubicBezTo>
                      <a:pt x="448" y="12210"/>
                      <a:pt x="523" y="12837"/>
                      <a:pt x="627" y="13450"/>
                    </a:cubicBezTo>
                    <a:cubicBezTo>
                      <a:pt x="633" y="13479"/>
                      <a:pt x="655" y="13492"/>
                      <a:pt x="678" y="13492"/>
                    </a:cubicBezTo>
                    <a:cubicBezTo>
                      <a:pt x="715" y="13492"/>
                      <a:pt x="756" y="13460"/>
                      <a:pt x="747" y="13405"/>
                    </a:cubicBezTo>
                    <a:cubicBezTo>
                      <a:pt x="388" y="11224"/>
                      <a:pt x="269" y="8984"/>
                      <a:pt x="194" y="6774"/>
                    </a:cubicBezTo>
                    <a:cubicBezTo>
                      <a:pt x="164" y="6146"/>
                      <a:pt x="149" y="5519"/>
                      <a:pt x="134" y="4892"/>
                    </a:cubicBezTo>
                    <a:cubicBezTo>
                      <a:pt x="134" y="4847"/>
                      <a:pt x="101" y="4824"/>
                      <a:pt x="67" y="4824"/>
                    </a:cubicBezTo>
                    <a:close/>
                    <a:moveTo>
                      <a:pt x="299" y="0"/>
                    </a:moveTo>
                    <a:cubicBezTo>
                      <a:pt x="269" y="0"/>
                      <a:pt x="239" y="22"/>
                      <a:pt x="239" y="67"/>
                    </a:cubicBezTo>
                    <a:cubicBezTo>
                      <a:pt x="209" y="1800"/>
                      <a:pt x="269" y="3562"/>
                      <a:pt x="388" y="5295"/>
                    </a:cubicBezTo>
                    <a:cubicBezTo>
                      <a:pt x="508" y="7042"/>
                      <a:pt x="717" y="8760"/>
                      <a:pt x="986" y="10493"/>
                    </a:cubicBezTo>
                    <a:cubicBezTo>
                      <a:pt x="1150" y="11448"/>
                      <a:pt x="1329" y="12419"/>
                      <a:pt x="1524" y="13375"/>
                    </a:cubicBezTo>
                    <a:cubicBezTo>
                      <a:pt x="1524" y="13405"/>
                      <a:pt x="1538" y="13405"/>
                      <a:pt x="1553" y="13420"/>
                    </a:cubicBezTo>
                    <a:cubicBezTo>
                      <a:pt x="1538" y="13450"/>
                      <a:pt x="1553" y="13495"/>
                      <a:pt x="1613" y="13495"/>
                    </a:cubicBezTo>
                    <a:cubicBezTo>
                      <a:pt x="2121" y="13450"/>
                      <a:pt x="2644" y="13390"/>
                      <a:pt x="3166" y="13330"/>
                    </a:cubicBezTo>
                    <a:cubicBezTo>
                      <a:pt x="3166" y="13345"/>
                      <a:pt x="3196" y="13360"/>
                      <a:pt x="3211" y="13360"/>
                    </a:cubicBezTo>
                    <a:cubicBezTo>
                      <a:pt x="4869" y="13256"/>
                      <a:pt x="6527" y="13121"/>
                      <a:pt x="8185" y="12972"/>
                    </a:cubicBezTo>
                    <a:cubicBezTo>
                      <a:pt x="8663" y="12927"/>
                      <a:pt x="9126" y="12882"/>
                      <a:pt x="9604" y="12837"/>
                    </a:cubicBezTo>
                    <a:cubicBezTo>
                      <a:pt x="9675" y="12837"/>
                      <a:pt x="9692" y="12717"/>
                      <a:pt x="9617" y="12717"/>
                    </a:cubicBezTo>
                    <a:cubicBezTo>
                      <a:pt x="9613" y="12717"/>
                      <a:pt x="9609" y="12717"/>
                      <a:pt x="9604" y="12718"/>
                    </a:cubicBezTo>
                    <a:cubicBezTo>
                      <a:pt x="8021" y="12867"/>
                      <a:pt x="6452" y="13002"/>
                      <a:pt x="4869" y="13121"/>
                    </a:cubicBezTo>
                    <a:cubicBezTo>
                      <a:pt x="6079" y="12972"/>
                      <a:pt x="7289" y="12793"/>
                      <a:pt x="8499" y="12613"/>
                    </a:cubicBezTo>
                    <a:cubicBezTo>
                      <a:pt x="9126" y="12524"/>
                      <a:pt x="9768" y="12434"/>
                      <a:pt x="10395" y="12345"/>
                    </a:cubicBezTo>
                    <a:cubicBezTo>
                      <a:pt x="10470" y="12330"/>
                      <a:pt x="10440" y="12210"/>
                      <a:pt x="10366" y="12210"/>
                    </a:cubicBezTo>
                    <a:cubicBezTo>
                      <a:pt x="8095" y="12539"/>
                      <a:pt x="5810" y="12897"/>
                      <a:pt x="3525" y="13151"/>
                    </a:cubicBezTo>
                    <a:cubicBezTo>
                      <a:pt x="2898" y="13241"/>
                      <a:pt x="2270" y="13300"/>
                      <a:pt x="1643" y="13360"/>
                    </a:cubicBezTo>
                    <a:cubicBezTo>
                      <a:pt x="1643" y="13345"/>
                      <a:pt x="1643" y="13345"/>
                      <a:pt x="1643" y="13345"/>
                    </a:cubicBezTo>
                    <a:cubicBezTo>
                      <a:pt x="1285" y="11643"/>
                      <a:pt x="1001" y="9910"/>
                      <a:pt x="792" y="8192"/>
                    </a:cubicBezTo>
                    <a:cubicBezTo>
                      <a:pt x="583" y="6460"/>
                      <a:pt x="448" y="4742"/>
                      <a:pt x="388" y="2995"/>
                    </a:cubicBezTo>
                    <a:cubicBezTo>
                      <a:pt x="344" y="2024"/>
                      <a:pt x="344" y="1038"/>
                      <a:pt x="359" y="67"/>
                    </a:cubicBezTo>
                    <a:cubicBezTo>
                      <a:pt x="359" y="22"/>
                      <a:pt x="329" y="0"/>
                      <a:pt x="299"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2"/>
              <p:cNvSpPr/>
              <p:nvPr/>
            </p:nvSpPr>
            <p:spPr>
              <a:xfrm>
                <a:off x="-3629200" y="2598925"/>
                <a:ext cx="58025" cy="23500"/>
              </a:xfrm>
              <a:custGeom>
                <a:rect b="b" l="l" r="r" t="t"/>
                <a:pathLst>
                  <a:path extrusionOk="0" h="940" w="2321">
                    <a:moveTo>
                      <a:pt x="941" y="497"/>
                    </a:moveTo>
                    <a:cubicBezTo>
                      <a:pt x="941" y="502"/>
                      <a:pt x="941" y="507"/>
                      <a:pt x="941" y="512"/>
                    </a:cubicBezTo>
                    <a:cubicBezTo>
                      <a:pt x="926" y="527"/>
                      <a:pt x="926" y="542"/>
                      <a:pt x="926" y="572"/>
                    </a:cubicBezTo>
                    <a:cubicBezTo>
                      <a:pt x="896" y="632"/>
                      <a:pt x="851" y="706"/>
                      <a:pt x="792" y="751"/>
                    </a:cubicBezTo>
                    <a:cubicBezTo>
                      <a:pt x="762" y="766"/>
                      <a:pt x="717" y="796"/>
                      <a:pt x="687" y="796"/>
                    </a:cubicBezTo>
                    <a:cubicBezTo>
                      <a:pt x="687" y="796"/>
                      <a:pt x="672" y="811"/>
                      <a:pt x="672" y="811"/>
                    </a:cubicBezTo>
                    <a:lnTo>
                      <a:pt x="627" y="811"/>
                    </a:lnTo>
                    <a:cubicBezTo>
                      <a:pt x="627" y="811"/>
                      <a:pt x="612" y="811"/>
                      <a:pt x="612" y="796"/>
                    </a:cubicBezTo>
                    <a:lnTo>
                      <a:pt x="583" y="796"/>
                    </a:lnTo>
                    <a:cubicBezTo>
                      <a:pt x="593" y="796"/>
                      <a:pt x="589" y="789"/>
                      <a:pt x="586" y="789"/>
                    </a:cubicBezTo>
                    <a:cubicBezTo>
                      <a:pt x="584" y="789"/>
                      <a:pt x="583" y="791"/>
                      <a:pt x="583" y="796"/>
                    </a:cubicBezTo>
                    <a:cubicBezTo>
                      <a:pt x="583" y="796"/>
                      <a:pt x="583" y="781"/>
                      <a:pt x="583" y="781"/>
                    </a:cubicBezTo>
                    <a:lnTo>
                      <a:pt x="583" y="766"/>
                    </a:lnTo>
                    <a:cubicBezTo>
                      <a:pt x="597" y="721"/>
                      <a:pt x="642" y="691"/>
                      <a:pt x="672" y="661"/>
                    </a:cubicBezTo>
                    <a:cubicBezTo>
                      <a:pt x="747" y="572"/>
                      <a:pt x="836" y="527"/>
                      <a:pt x="941" y="497"/>
                    </a:cubicBezTo>
                    <a:close/>
                    <a:moveTo>
                      <a:pt x="630" y="0"/>
                    </a:moveTo>
                    <a:cubicBezTo>
                      <a:pt x="406" y="0"/>
                      <a:pt x="206" y="123"/>
                      <a:pt x="30" y="258"/>
                    </a:cubicBezTo>
                    <a:cubicBezTo>
                      <a:pt x="0" y="288"/>
                      <a:pt x="0" y="318"/>
                      <a:pt x="15" y="348"/>
                    </a:cubicBezTo>
                    <a:cubicBezTo>
                      <a:pt x="36" y="369"/>
                      <a:pt x="65" y="390"/>
                      <a:pt x="85" y="390"/>
                    </a:cubicBezTo>
                    <a:cubicBezTo>
                      <a:pt x="93" y="390"/>
                      <a:pt x="100" y="386"/>
                      <a:pt x="105" y="378"/>
                    </a:cubicBezTo>
                    <a:cubicBezTo>
                      <a:pt x="254" y="258"/>
                      <a:pt x="433" y="139"/>
                      <a:pt x="627" y="124"/>
                    </a:cubicBezTo>
                    <a:cubicBezTo>
                      <a:pt x="702" y="124"/>
                      <a:pt x="792" y="139"/>
                      <a:pt x="881" y="183"/>
                    </a:cubicBezTo>
                    <a:cubicBezTo>
                      <a:pt x="911" y="198"/>
                      <a:pt x="941" y="228"/>
                      <a:pt x="956" y="273"/>
                    </a:cubicBezTo>
                    <a:cubicBezTo>
                      <a:pt x="941" y="288"/>
                      <a:pt x="926" y="303"/>
                      <a:pt x="941" y="333"/>
                    </a:cubicBezTo>
                    <a:lnTo>
                      <a:pt x="941" y="363"/>
                    </a:lnTo>
                    <a:lnTo>
                      <a:pt x="911" y="363"/>
                    </a:lnTo>
                    <a:cubicBezTo>
                      <a:pt x="792" y="407"/>
                      <a:pt x="687" y="482"/>
                      <a:pt x="583" y="557"/>
                    </a:cubicBezTo>
                    <a:cubicBezTo>
                      <a:pt x="538" y="602"/>
                      <a:pt x="493" y="661"/>
                      <a:pt x="478" y="721"/>
                    </a:cubicBezTo>
                    <a:cubicBezTo>
                      <a:pt x="463" y="781"/>
                      <a:pt x="478" y="856"/>
                      <a:pt x="523" y="900"/>
                    </a:cubicBezTo>
                    <a:cubicBezTo>
                      <a:pt x="564" y="928"/>
                      <a:pt x="613" y="940"/>
                      <a:pt x="661" y="940"/>
                    </a:cubicBezTo>
                    <a:cubicBezTo>
                      <a:pt x="717" y="940"/>
                      <a:pt x="774" y="924"/>
                      <a:pt x="822" y="900"/>
                    </a:cubicBezTo>
                    <a:cubicBezTo>
                      <a:pt x="911" y="841"/>
                      <a:pt x="1001" y="766"/>
                      <a:pt x="1046" y="676"/>
                    </a:cubicBezTo>
                    <a:cubicBezTo>
                      <a:pt x="1075" y="602"/>
                      <a:pt x="1105" y="512"/>
                      <a:pt x="1105" y="422"/>
                    </a:cubicBezTo>
                    <a:cubicBezTo>
                      <a:pt x="1165" y="422"/>
                      <a:pt x="1240" y="452"/>
                      <a:pt x="1299" y="482"/>
                    </a:cubicBezTo>
                    <a:cubicBezTo>
                      <a:pt x="1404" y="527"/>
                      <a:pt x="1494" y="572"/>
                      <a:pt x="1598" y="587"/>
                    </a:cubicBezTo>
                    <a:cubicBezTo>
                      <a:pt x="1718" y="587"/>
                      <a:pt x="1837" y="542"/>
                      <a:pt x="1927" y="512"/>
                    </a:cubicBezTo>
                    <a:cubicBezTo>
                      <a:pt x="2046" y="467"/>
                      <a:pt x="2151" y="422"/>
                      <a:pt x="2270" y="348"/>
                    </a:cubicBezTo>
                    <a:cubicBezTo>
                      <a:pt x="2321" y="323"/>
                      <a:pt x="2286" y="233"/>
                      <a:pt x="2238" y="233"/>
                    </a:cubicBezTo>
                    <a:cubicBezTo>
                      <a:pt x="2229" y="233"/>
                      <a:pt x="2220" y="236"/>
                      <a:pt x="2211" y="243"/>
                    </a:cubicBezTo>
                    <a:cubicBezTo>
                      <a:pt x="2091" y="303"/>
                      <a:pt x="1987" y="363"/>
                      <a:pt x="1867" y="407"/>
                    </a:cubicBezTo>
                    <a:cubicBezTo>
                      <a:pt x="1792" y="440"/>
                      <a:pt x="1701" y="464"/>
                      <a:pt x="1617" y="464"/>
                    </a:cubicBezTo>
                    <a:cubicBezTo>
                      <a:pt x="1584" y="464"/>
                      <a:pt x="1553" y="461"/>
                      <a:pt x="1524" y="452"/>
                    </a:cubicBezTo>
                    <a:cubicBezTo>
                      <a:pt x="1374" y="407"/>
                      <a:pt x="1240" y="303"/>
                      <a:pt x="1090" y="303"/>
                    </a:cubicBezTo>
                    <a:cubicBezTo>
                      <a:pt x="1090" y="243"/>
                      <a:pt x="1060" y="183"/>
                      <a:pt x="1016" y="139"/>
                    </a:cubicBezTo>
                    <a:cubicBezTo>
                      <a:pt x="941" y="49"/>
                      <a:pt x="822" y="19"/>
                      <a:pt x="702" y="4"/>
                    </a:cubicBezTo>
                    <a:cubicBezTo>
                      <a:pt x="678" y="1"/>
                      <a:pt x="654" y="0"/>
                      <a:pt x="63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 name="Google Shape;106;p32"/>
            <p:cNvSpPr/>
            <p:nvPr/>
          </p:nvSpPr>
          <p:spPr>
            <a:xfrm rot="-1705668">
              <a:off x="8246128" y="111652"/>
              <a:ext cx="225499" cy="369297"/>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2"/>
            <p:cNvSpPr/>
            <p:nvPr/>
          </p:nvSpPr>
          <p:spPr>
            <a:xfrm rot="2040770">
              <a:off x="7754379" y="-44075"/>
              <a:ext cx="225497" cy="369295"/>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grpSp>
        <p:nvGrpSpPr>
          <p:cNvPr id="109" name="Google Shape;109;p33"/>
          <p:cNvGrpSpPr/>
          <p:nvPr/>
        </p:nvGrpSpPr>
        <p:grpSpPr>
          <a:xfrm>
            <a:off x="-65" y="-15"/>
            <a:ext cx="9144128" cy="5143530"/>
            <a:chOff x="-2163850" y="-134475"/>
            <a:chExt cx="3075000" cy="5336719"/>
          </a:xfrm>
        </p:grpSpPr>
        <p:cxnSp>
          <p:nvCxnSpPr>
            <p:cNvPr id="110" name="Google Shape;110;p33"/>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 name="Google Shape;111;p33"/>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2" name="Google Shape;112;p33"/>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3" name="Google Shape;113;p33"/>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4" name="Google Shape;114;p33"/>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5" name="Google Shape;115;p33"/>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6" name="Google Shape;116;p33"/>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7" name="Google Shape;117;p33"/>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8" name="Google Shape;118;p33"/>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9" name="Google Shape;119;p33"/>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20" name="Google Shape;120;p33"/>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21" name="Google Shape;121;p33"/>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22" name="Google Shape;122;p33"/>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23" name="Google Shape;123;p33"/>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24" name="Google Shape;124;p33"/>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25" name="Google Shape;125;p33"/>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126" name="Google Shape;126;p33"/>
          <p:cNvSpPr txBox="1"/>
          <p:nvPr>
            <p:ph type="title"/>
          </p:nvPr>
        </p:nvSpPr>
        <p:spPr>
          <a:xfrm>
            <a:off x="890550" y="2643025"/>
            <a:ext cx="4514700" cy="842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7" name="Google Shape;127;p33"/>
          <p:cNvSpPr txBox="1"/>
          <p:nvPr>
            <p:ph idx="2" type="title"/>
          </p:nvPr>
        </p:nvSpPr>
        <p:spPr>
          <a:xfrm>
            <a:off x="890550" y="994375"/>
            <a:ext cx="1652100" cy="91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28" name="Google Shape;128;p33"/>
          <p:cNvSpPr txBox="1"/>
          <p:nvPr>
            <p:ph idx="1" type="subTitle"/>
          </p:nvPr>
        </p:nvSpPr>
        <p:spPr>
          <a:xfrm>
            <a:off x="890550" y="3485425"/>
            <a:ext cx="4514700" cy="43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29" name="Google Shape;129;p33"/>
          <p:cNvGrpSpPr/>
          <p:nvPr/>
        </p:nvGrpSpPr>
        <p:grpSpPr>
          <a:xfrm>
            <a:off x="-42450" y="-42900"/>
            <a:ext cx="453600" cy="5229300"/>
            <a:chOff x="-42450" y="-42900"/>
            <a:chExt cx="453600" cy="5229300"/>
          </a:xfrm>
        </p:grpSpPr>
        <p:sp>
          <p:nvSpPr>
            <p:cNvPr id="130" name="Google Shape;130;p33"/>
            <p:cNvSpPr/>
            <p:nvPr/>
          </p:nvSpPr>
          <p:spPr>
            <a:xfrm>
              <a:off x="-42450" y="-42900"/>
              <a:ext cx="453600" cy="522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131" name="Google Shape;131;p33"/>
            <p:cNvSpPr/>
            <p:nvPr/>
          </p:nvSpPr>
          <p:spPr>
            <a:xfrm>
              <a:off x="83575" y="274600"/>
              <a:ext cx="224400" cy="224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 name="Google Shape;132;p33"/>
          <p:cNvGrpSpPr/>
          <p:nvPr/>
        </p:nvGrpSpPr>
        <p:grpSpPr>
          <a:xfrm rot="2095650">
            <a:off x="8258216" y="2609278"/>
            <a:ext cx="527071" cy="3262139"/>
            <a:chOff x="2359850" y="-1250950"/>
            <a:chExt cx="82525" cy="510775"/>
          </a:xfrm>
        </p:grpSpPr>
        <p:sp>
          <p:nvSpPr>
            <p:cNvPr id="133" name="Google Shape;133;p33"/>
            <p:cNvSpPr/>
            <p:nvPr/>
          </p:nvSpPr>
          <p:spPr>
            <a:xfrm>
              <a:off x="2359850" y="-1249125"/>
              <a:ext cx="79925" cy="508950"/>
            </a:xfrm>
            <a:custGeom>
              <a:rect b="b" l="l" r="r" t="t"/>
              <a:pathLst>
                <a:path extrusionOk="0" h="20358" w="3197">
                  <a:moveTo>
                    <a:pt x="254" y="0"/>
                  </a:moveTo>
                  <a:lnTo>
                    <a:pt x="0" y="20313"/>
                  </a:lnTo>
                  <a:lnTo>
                    <a:pt x="2942" y="20358"/>
                  </a:lnTo>
                  <a:lnTo>
                    <a:pt x="3196" y="45"/>
                  </a:lnTo>
                  <a:lnTo>
                    <a:pt x="254"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3"/>
            <p:cNvSpPr/>
            <p:nvPr/>
          </p:nvSpPr>
          <p:spPr>
            <a:xfrm>
              <a:off x="2424800" y="-1247275"/>
              <a:ext cx="17575" cy="420175"/>
            </a:xfrm>
            <a:custGeom>
              <a:rect b="b" l="l" r="r" t="t"/>
              <a:pathLst>
                <a:path extrusionOk="0" h="16807" w="703">
                  <a:moveTo>
                    <a:pt x="300" y="1"/>
                  </a:moveTo>
                  <a:cubicBezTo>
                    <a:pt x="285" y="1"/>
                    <a:pt x="225" y="16"/>
                    <a:pt x="255" y="46"/>
                  </a:cubicBezTo>
                  <a:cubicBezTo>
                    <a:pt x="255" y="69"/>
                    <a:pt x="272" y="100"/>
                    <a:pt x="287" y="100"/>
                  </a:cubicBezTo>
                  <a:cubicBezTo>
                    <a:pt x="292" y="100"/>
                    <a:pt x="296" y="98"/>
                    <a:pt x="300" y="91"/>
                  </a:cubicBezTo>
                  <a:lnTo>
                    <a:pt x="628" y="91"/>
                  </a:lnTo>
                  <a:cubicBezTo>
                    <a:pt x="658" y="91"/>
                    <a:pt x="703" y="76"/>
                    <a:pt x="673" y="46"/>
                  </a:cubicBezTo>
                  <a:cubicBezTo>
                    <a:pt x="673" y="16"/>
                    <a:pt x="658" y="1"/>
                    <a:pt x="628" y="1"/>
                  </a:cubicBezTo>
                  <a:close/>
                  <a:moveTo>
                    <a:pt x="285" y="449"/>
                  </a:moveTo>
                  <a:cubicBezTo>
                    <a:pt x="255" y="449"/>
                    <a:pt x="210" y="464"/>
                    <a:pt x="225" y="494"/>
                  </a:cubicBezTo>
                  <a:cubicBezTo>
                    <a:pt x="225" y="517"/>
                    <a:pt x="243" y="549"/>
                    <a:pt x="264" y="549"/>
                  </a:cubicBezTo>
                  <a:cubicBezTo>
                    <a:pt x="271" y="549"/>
                    <a:pt x="278" y="546"/>
                    <a:pt x="285" y="539"/>
                  </a:cubicBezTo>
                  <a:lnTo>
                    <a:pt x="598" y="539"/>
                  </a:lnTo>
                  <a:cubicBezTo>
                    <a:pt x="628" y="539"/>
                    <a:pt x="673" y="524"/>
                    <a:pt x="658" y="494"/>
                  </a:cubicBezTo>
                  <a:cubicBezTo>
                    <a:pt x="673" y="464"/>
                    <a:pt x="658" y="449"/>
                    <a:pt x="598" y="449"/>
                  </a:cubicBezTo>
                  <a:close/>
                  <a:moveTo>
                    <a:pt x="285" y="897"/>
                  </a:moveTo>
                  <a:cubicBezTo>
                    <a:pt x="255" y="897"/>
                    <a:pt x="210" y="912"/>
                    <a:pt x="225" y="942"/>
                  </a:cubicBezTo>
                  <a:cubicBezTo>
                    <a:pt x="225" y="965"/>
                    <a:pt x="243" y="997"/>
                    <a:pt x="264" y="997"/>
                  </a:cubicBezTo>
                  <a:cubicBezTo>
                    <a:pt x="271" y="997"/>
                    <a:pt x="278" y="994"/>
                    <a:pt x="285" y="987"/>
                  </a:cubicBezTo>
                  <a:lnTo>
                    <a:pt x="598" y="987"/>
                  </a:lnTo>
                  <a:cubicBezTo>
                    <a:pt x="628" y="987"/>
                    <a:pt x="673" y="972"/>
                    <a:pt x="658" y="942"/>
                  </a:cubicBezTo>
                  <a:cubicBezTo>
                    <a:pt x="658" y="912"/>
                    <a:pt x="628" y="897"/>
                    <a:pt x="598" y="897"/>
                  </a:cubicBezTo>
                  <a:close/>
                  <a:moveTo>
                    <a:pt x="285" y="1345"/>
                  </a:moveTo>
                  <a:cubicBezTo>
                    <a:pt x="255" y="1345"/>
                    <a:pt x="210" y="1360"/>
                    <a:pt x="225" y="1390"/>
                  </a:cubicBezTo>
                  <a:cubicBezTo>
                    <a:pt x="225" y="1413"/>
                    <a:pt x="243" y="1445"/>
                    <a:pt x="264" y="1445"/>
                  </a:cubicBezTo>
                  <a:cubicBezTo>
                    <a:pt x="271" y="1445"/>
                    <a:pt x="278" y="1442"/>
                    <a:pt x="285" y="1435"/>
                  </a:cubicBezTo>
                  <a:lnTo>
                    <a:pt x="598" y="1435"/>
                  </a:lnTo>
                  <a:cubicBezTo>
                    <a:pt x="628" y="1435"/>
                    <a:pt x="673" y="1420"/>
                    <a:pt x="658" y="1390"/>
                  </a:cubicBezTo>
                  <a:cubicBezTo>
                    <a:pt x="658" y="1360"/>
                    <a:pt x="628" y="1345"/>
                    <a:pt x="598" y="1345"/>
                  </a:cubicBezTo>
                  <a:close/>
                  <a:moveTo>
                    <a:pt x="285" y="1793"/>
                  </a:moveTo>
                  <a:cubicBezTo>
                    <a:pt x="255" y="1793"/>
                    <a:pt x="210" y="1808"/>
                    <a:pt x="225" y="1838"/>
                  </a:cubicBezTo>
                  <a:cubicBezTo>
                    <a:pt x="225" y="1861"/>
                    <a:pt x="243" y="1893"/>
                    <a:pt x="264" y="1893"/>
                  </a:cubicBezTo>
                  <a:cubicBezTo>
                    <a:pt x="271" y="1893"/>
                    <a:pt x="278" y="1890"/>
                    <a:pt x="285" y="1883"/>
                  </a:cubicBezTo>
                  <a:lnTo>
                    <a:pt x="598" y="1883"/>
                  </a:lnTo>
                  <a:cubicBezTo>
                    <a:pt x="628" y="1883"/>
                    <a:pt x="673" y="1868"/>
                    <a:pt x="658" y="1838"/>
                  </a:cubicBezTo>
                  <a:cubicBezTo>
                    <a:pt x="658" y="1808"/>
                    <a:pt x="628" y="1793"/>
                    <a:pt x="598" y="1793"/>
                  </a:cubicBezTo>
                  <a:close/>
                  <a:moveTo>
                    <a:pt x="255" y="2241"/>
                  </a:moveTo>
                  <a:cubicBezTo>
                    <a:pt x="225" y="2241"/>
                    <a:pt x="180" y="2256"/>
                    <a:pt x="210" y="2286"/>
                  </a:cubicBezTo>
                  <a:cubicBezTo>
                    <a:pt x="210" y="2309"/>
                    <a:pt x="219" y="2341"/>
                    <a:pt x="236" y="2341"/>
                  </a:cubicBezTo>
                  <a:cubicBezTo>
                    <a:pt x="242" y="2341"/>
                    <a:pt x="248" y="2338"/>
                    <a:pt x="255" y="2331"/>
                  </a:cubicBezTo>
                  <a:lnTo>
                    <a:pt x="583" y="2331"/>
                  </a:lnTo>
                  <a:cubicBezTo>
                    <a:pt x="598" y="2331"/>
                    <a:pt x="658" y="2316"/>
                    <a:pt x="658" y="2286"/>
                  </a:cubicBezTo>
                  <a:cubicBezTo>
                    <a:pt x="658" y="2286"/>
                    <a:pt x="628" y="2256"/>
                    <a:pt x="583" y="2241"/>
                  </a:cubicBezTo>
                  <a:close/>
                  <a:moveTo>
                    <a:pt x="255" y="2704"/>
                  </a:moveTo>
                  <a:cubicBezTo>
                    <a:pt x="225" y="2704"/>
                    <a:pt x="180" y="2734"/>
                    <a:pt x="210" y="2764"/>
                  </a:cubicBezTo>
                  <a:cubicBezTo>
                    <a:pt x="210" y="2776"/>
                    <a:pt x="220" y="2817"/>
                    <a:pt x="239" y="2817"/>
                  </a:cubicBezTo>
                  <a:cubicBezTo>
                    <a:pt x="244" y="2817"/>
                    <a:pt x="249" y="2815"/>
                    <a:pt x="255" y="2809"/>
                  </a:cubicBezTo>
                  <a:lnTo>
                    <a:pt x="583" y="2809"/>
                  </a:lnTo>
                  <a:cubicBezTo>
                    <a:pt x="598" y="2809"/>
                    <a:pt x="658" y="2779"/>
                    <a:pt x="628" y="2764"/>
                  </a:cubicBezTo>
                  <a:cubicBezTo>
                    <a:pt x="628" y="2734"/>
                    <a:pt x="628" y="2704"/>
                    <a:pt x="583" y="2704"/>
                  </a:cubicBezTo>
                  <a:close/>
                  <a:moveTo>
                    <a:pt x="255" y="3152"/>
                  </a:moveTo>
                  <a:cubicBezTo>
                    <a:pt x="225" y="3152"/>
                    <a:pt x="180" y="3182"/>
                    <a:pt x="210" y="3212"/>
                  </a:cubicBezTo>
                  <a:cubicBezTo>
                    <a:pt x="210" y="3224"/>
                    <a:pt x="220" y="3265"/>
                    <a:pt x="239" y="3265"/>
                  </a:cubicBezTo>
                  <a:cubicBezTo>
                    <a:pt x="244" y="3265"/>
                    <a:pt x="249" y="3263"/>
                    <a:pt x="255" y="3257"/>
                  </a:cubicBezTo>
                  <a:lnTo>
                    <a:pt x="583" y="3257"/>
                  </a:lnTo>
                  <a:cubicBezTo>
                    <a:pt x="598" y="3257"/>
                    <a:pt x="658" y="3227"/>
                    <a:pt x="628" y="3212"/>
                  </a:cubicBezTo>
                  <a:cubicBezTo>
                    <a:pt x="628" y="3182"/>
                    <a:pt x="598" y="3152"/>
                    <a:pt x="583" y="3152"/>
                  </a:cubicBezTo>
                  <a:close/>
                  <a:moveTo>
                    <a:pt x="255" y="3601"/>
                  </a:moveTo>
                  <a:cubicBezTo>
                    <a:pt x="225" y="3601"/>
                    <a:pt x="180" y="3630"/>
                    <a:pt x="210" y="3660"/>
                  </a:cubicBezTo>
                  <a:cubicBezTo>
                    <a:pt x="210" y="3672"/>
                    <a:pt x="220" y="3713"/>
                    <a:pt x="239" y="3713"/>
                  </a:cubicBezTo>
                  <a:cubicBezTo>
                    <a:pt x="244" y="3713"/>
                    <a:pt x="249" y="3711"/>
                    <a:pt x="255" y="3705"/>
                  </a:cubicBezTo>
                  <a:lnTo>
                    <a:pt x="583" y="3705"/>
                  </a:lnTo>
                  <a:cubicBezTo>
                    <a:pt x="598" y="3705"/>
                    <a:pt x="658" y="3675"/>
                    <a:pt x="628" y="3660"/>
                  </a:cubicBezTo>
                  <a:cubicBezTo>
                    <a:pt x="628" y="3630"/>
                    <a:pt x="598" y="3601"/>
                    <a:pt x="583" y="3601"/>
                  </a:cubicBezTo>
                  <a:close/>
                  <a:moveTo>
                    <a:pt x="225" y="4049"/>
                  </a:moveTo>
                  <a:cubicBezTo>
                    <a:pt x="210" y="4049"/>
                    <a:pt x="150" y="4078"/>
                    <a:pt x="180" y="4108"/>
                  </a:cubicBezTo>
                  <a:cubicBezTo>
                    <a:pt x="180" y="4120"/>
                    <a:pt x="199" y="4161"/>
                    <a:pt x="215" y="4161"/>
                  </a:cubicBezTo>
                  <a:cubicBezTo>
                    <a:pt x="219" y="4161"/>
                    <a:pt x="222" y="4159"/>
                    <a:pt x="225" y="4153"/>
                  </a:cubicBezTo>
                  <a:lnTo>
                    <a:pt x="554" y="4153"/>
                  </a:lnTo>
                  <a:cubicBezTo>
                    <a:pt x="583" y="4153"/>
                    <a:pt x="628" y="4123"/>
                    <a:pt x="598" y="4108"/>
                  </a:cubicBezTo>
                  <a:cubicBezTo>
                    <a:pt x="628" y="4078"/>
                    <a:pt x="598" y="4049"/>
                    <a:pt x="554" y="4049"/>
                  </a:cubicBezTo>
                  <a:close/>
                  <a:moveTo>
                    <a:pt x="225" y="4497"/>
                  </a:moveTo>
                  <a:cubicBezTo>
                    <a:pt x="210" y="4497"/>
                    <a:pt x="150" y="4527"/>
                    <a:pt x="180" y="4556"/>
                  </a:cubicBezTo>
                  <a:cubicBezTo>
                    <a:pt x="180" y="4568"/>
                    <a:pt x="199" y="4609"/>
                    <a:pt x="215" y="4609"/>
                  </a:cubicBezTo>
                  <a:cubicBezTo>
                    <a:pt x="219" y="4609"/>
                    <a:pt x="222" y="4607"/>
                    <a:pt x="225" y="4601"/>
                  </a:cubicBezTo>
                  <a:lnTo>
                    <a:pt x="554" y="4601"/>
                  </a:lnTo>
                  <a:cubicBezTo>
                    <a:pt x="583" y="4601"/>
                    <a:pt x="628" y="4571"/>
                    <a:pt x="598" y="4556"/>
                  </a:cubicBezTo>
                  <a:cubicBezTo>
                    <a:pt x="628" y="4527"/>
                    <a:pt x="598" y="4497"/>
                    <a:pt x="554" y="4497"/>
                  </a:cubicBezTo>
                  <a:close/>
                  <a:moveTo>
                    <a:pt x="225" y="4945"/>
                  </a:moveTo>
                  <a:cubicBezTo>
                    <a:pt x="210" y="4945"/>
                    <a:pt x="150" y="4975"/>
                    <a:pt x="180" y="5004"/>
                  </a:cubicBezTo>
                  <a:cubicBezTo>
                    <a:pt x="180" y="5016"/>
                    <a:pt x="199" y="5058"/>
                    <a:pt x="215" y="5058"/>
                  </a:cubicBezTo>
                  <a:cubicBezTo>
                    <a:pt x="219" y="5058"/>
                    <a:pt x="222" y="5055"/>
                    <a:pt x="225" y="5049"/>
                  </a:cubicBezTo>
                  <a:lnTo>
                    <a:pt x="554" y="5049"/>
                  </a:lnTo>
                  <a:cubicBezTo>
                    <a:pt x="583" y="5049"/>
                    <a:pt x="628" y="5019"/>
                    <a:pt x="598" y="5004"/>
                  </a:cubicBezTo>
                  <a:cubicBezTo>
                    <a:pt x="628" y="4975"/>
                    <a:pt x="583" y="4945"/>
                    <a:pt x="554" y="4945"/>
                  </a:cubicBezTo>
                  <a:close/>
                  <a:moveTo>
                    <a:pt x="225" y="5393"/>
                  </a:moveTo>
                  <a:cubicBezTo>
                    <a:pt x="210" y="5393"/>
                    <a:pt x="150" y="5423"/>
                    <a:pt x="180" y="5453"/>
                  </a:cubicBezTo>
                  <a:cubicBezTo>
                    <a:pt x="180" y="5465"/>
                    <a:pt x="199" y="5506"/>
                    <a:pt x="215" y="5506"/>
                  </a:cubicBezTo>
                  <a:cubicBezTo>
                    <a:pt x="219" y="5506"/>
                    <a:pt x="222" y="5503"/>
                    <a:pt x="225" y="5497"/>
                  </a:cubicBezTo>
                  <a:lnTo>
                    <a:pt x="554" y="5497"/>
                  </a:lnTo>
                  <a:cubicBezTo>
                    <a:pt x="583" y="5497"/>
                    <a:pt x="628" y="5467"/>
                    <a:pt x="598" y="5453"/>
                  </a:cubicBezTo>
                  <a:lnTo>
                    <a:pt x="554" y="5393"/>
                  </a:lnTo>
                  <a:close/>
                  <a:moveTo>
                    <a:pt x="210" y="5871"/>
                  </a:moveTo>
                  <a:cubicBezTo>
                    <a:pt x="180" y="5871"/>
                    <a:pt x="135" y="5901"/>
                    <a:pt x="150" y="5916"/>
                  </a:cubicBezTo>
                  <a:cubicBezTo>
                    <a:pt x="150" y="5945"/>
                    <a:pt x="180" y="5990"/>
                    <a:pt x="210" y="5990"/>
                  </a:cubicBezTo>
                  <a:lnTo>
                    <a:pt x="524" y="5990"/>
                  </a:lnTo>
                  <a:cubicBezTo>
                    <a:pt x="554" y="5990"/>
                    <a:pt x="598" y="5975"/>
                    <a:pt x="583" y="5945"/>
                  </a:cubicBezTo>
                  <a:cubicBezTo>
                    <a:pt x="598" y="5901"/>
                    <a:pt x="583" y="5871"/>
                    <a:pt x="524" y="5871"/>
                  </a:cubicBezTo>
                  <a:close/>
                  <a:moveTo>
                    <a:pt x="210" y="6319"/>
                  </a:moveTo>
                  <a:cubicBezTo>
                    <a:pt x="180" y="6319"/>
                    <a:pt x="135" y="6349"/>
                    <a:pt x="150" y="6364"/>
                  </a:cubicBezTo>
                  <a:cubicBezTo>
                    <a:pt x="150" y="6389"/>
                    <a:pt x="173" y="6426"/>
                    <a:pt x="198" y="6426"/>
                  </a:cubicBezTo>
                  <a:cubicBezTo>
                    <a:pt x="202" y="6426"/>
                    <a:pt x="206" y="6425"/>
                    <a:pt x="210" y="6423"/>
                  </a:cubicBezTo>
                  <a:lnTo>
                    <a:pt x="524" y="6423"/>
                  </a:lnTo>
                  <a:cubicBezTo>
                    <a:pt x="554" y="6423"/>
                    <a:pt x="598" y="6394"/>
                    <a:pt x="583" y="6364"/>
                  </a:cubicBezTo>
                  <a:cubicBezTo>
                    <a:pt x="598" y="6349"/>
                    <a:pt x="583" y="6319"/>
                    <a:pt x="524" y="6319"/>
                  </a:cubicBezTo>
                  <a:close/>
                  <a:moveTo>
                    <a:pt x="210" y="6767"/>
                  </a:moveTo>
                  <a:cubicBezTo>
                    <a:pt x="180" y="6767"/>
                    <a:pt x="135" y="6797"/>
                    <a:pt x="135" y="6812"/>
                  </a:cubicBezTo>
                  <a:cubicBezTo>
                    <a:pt x="135" y="6838"/>
                    <a:pt x="146" y="6874"/>
                    <a:pt x="169" y="6874"/>
                  </a:cubicBezTo>
                  <a:cubicBezTo>
                    <a:pt x="172" y="6874"/>
                    <a:pt x="176" y="6874"/>
                    <a:pt x="180" y="6871"/>
                  </a:cubicBezTo>
                  <a:lnTo>
                    <a:pt x="509" y="6871"/>
                  </a:lnTo>
                  <a:cubicBezTo>
                    <a:pt x="524" y="6871"/>
                    <a:pt x="583" y="6842"/>
                    <a:pt x="554" y="6812"/>
                  </a:cubicBezTo>
                  <a:cubicBezTo>
                    <a:pt x="598" y="6797"/>
                    <a:pt x="583" y="6767"/>
                    <a:pt x="524" y="6767"/>
                  </a:cubicBezTo>
                  <a:close/>
                  <a:moveTo>
                    <a:pt x="210" y="7215"/>
                  </a:moveTo>
                  <a:cubicBezTo>
                    <a:pt x="180" y="7215"/>
                    <a:pt x="135" y="7245"/>
                    <a:pt x="150" y="7260"/>
                  </a:cubicBezTo>
                  <a:cubicBezTo>
                    <a:pt x="150" y="7286"/>
                    <a:pt x="173" y="7323"/>
                    <a:pt x="198" y="7323"/>
                  </a:cubicBezTo>
                  <a:cubicBezTo>
                    <a:pt x="202" y="7323"/>
                    <a:pt x="206" y="7322"/>
                    <a:pt x="210" y="7320"/>
                  </a:cubicBezTo>
                  <a:lnTo>
                    <a:pt x="524" y="7320"/>
                  </a:lnTo>
                  <a:cubicBezTo>
                    <a:pt x="554" y="7320"/>
                    <a:pt x="598" y="7290"/>
                    <a:pt x="583" y="7260"/>
                  </a:cubicBezTo>
                  <a:cubicBezTo>
                    <a:pt x="583" y="7245"/>
                    <a:pt x="554" y="7215"/>
                    <a:pt x="524" y="7215"/>
                  </a:cubicBezTo>
                  <a:close/>
                  <a:moveTo>
                    <a:pt x="180" y="7663"/>
                  </a:moveTo>
                  <a:cubicBezTo>
                    <a:pt x="150" y="7663"/>
                    <a:pt x="105" y="7693"/>
                    <a:pt x="135" y="7708"/>
                  </a:cubicBezTo>
                  <a:cubicBezTo>
                    <a:pt x="135" y="7734"/>
                    <a:pt x="146" y="7771"/>
                    <a:pt x="169" y="7771"/>
                  </a:cubicBezTo>
                  <a:cubicBezTo>
                    <a:pt x="172" y="7771"/>
                    <a:pt x="176" y="7770"/>
                    <a:pt x="180" y="7768"/>
                  </a:cubicBezTo>
                  <a:lnTo>
                    <a:pt x="509" y="7768"/>
                  </a:lnTo>
                  <a:cubicBezTo>
                    <a:pt x="524" y="7768"/>
                    <a:pt x="583" y="7738"/>
                    <a:pt x="554" y="7708"/>
                  </a:cubicBezTo>
                  <a:cubicBezTo>
                    <a:pt x="583" y="7693"/>
                    <a:pt x="554" y="7663"/>
                    <a:pt x="509" y="7663"/>
                  </a:cubicBezTo>
                  <a:close/>
                  <a:moveTo>
                    <a:pt x="180" y="8111"/>
                  </a:moveTo>
                  <a:cubicBezTo>
                    <a:pt x="150" y="8111"/>
                    <a:pt x="105" y="8141"/>
                    <a:pt x="135" y="8156"/>
                  </a:cubicBezTo>
                  <a:cubicBezTo>
                    <a:pt x="135" y="8182"/>
                    <a:pt x="146" y="8219"/>
                    <a:pt x="169" y="8219"/>
                  </a:cubicBezTo>
                  <a:cubicBezTo>
                    <a:pt x="172" y="8219"/>
                    <a:pt x="176" y="8218"/>
                    <a:pt x="180" y="8216"/>
                  </a:cubicBezTo>
                  <a:lnTo>
                    <a:pt x="509" y="8216"/>
                  </a:lnTo>
                  <a:cubicBezTo>
                    <a:pt x="524" y="8216"/>
                    <a:pt x="583" y="8186"/>
                    <a:pt x="554" y="8156"/>
                  </a:cubicBezTo>
                  <a:cubicBezTo>
                    <a:pt x="583" y="8156"/>
                    <a:pt x="554" y="8111"/>
                    <a:pt x="509" y="8111"/>
                  </a:cubicBezTo>
                  <a:close/>
                  <a:moveTo>
                    <a:pt x="180" y="8559"/>
                  </a:moveTo>
                  <a:cubicBezTo>
                    <a:pt x="150" y="8559"/>
                    <a:pt x="105" y="8589"/>
                    <a:pt x="135" y="8604"/>
                  </a:cubicBezTo>
                  <a:cubicBezTo>
                    <a:pt x="135" y="8630"/>
                    <a:pt x="146" y="8667"/>
                    <a:pt x="169" y="8667"/>
                  </a:cubicBezTo>
                  <a:cubicBezTo>
                    <a:pt x="172" y="8667"/>
                    <a:pt x="176" y="8666"/>
                    <a:pt x="180" y="8664"/>
                  </a:cubicBezTo>
                  <a:lnTo>
                    <a:pt x="509" y="8664"/>
                  </a:lnTo>
                  <a:cubicBezTo>
                    <a:pt x="524" y="8664"/>
                    <a:pt x="583" y="8634"/>
                    <a:pt x="554" y="8604"/>
                  </a:cubicBezTo>
                  <a:cubicBezTo>
                    <a:pt x="583" y="8604"/>
                    <a:pt x="554" y="8559"/>
                    <a:pt x="509" y="8559"/>
                  </a:cubicBezTo>
                  <a:close/>
                  <a:moveTo>
                    <a:pt x="521" y="9027"/>
                  </a:moveTo>
                  <a:cubicBezTo>
                    <a:pt x="516" y="9027"/>
                    <a:pt x="512" y="9030"/>
                    <a:pt x="509" y="9037"/>
                  </a:cubicBezTo>
                  <a:lnTo>
                    <a:pt x="180" y="9037"/>
                  </a:lnTo>
                  <a:cubicBezTo>
                    <a:pt x="150" y="9037"/>
                    <a:pt x="105" y="9052"/>
                    <a:pt x="135" y="9082"/>
                  </a:cubicBezTo>
                  <a:cubicBezTo>
                    <a:pt x="135" y="9105"/>
                    <a:pt x="144" y="9137"/>
                    <a:pt x="162" y="9137"/>
                  </a:cubicBezTo>
                  <a:cubicBezTo>
                    <a:pt x="167" y="9137"/>
                    <a:pt x="173" y="9134"/>
                    <a:pt x="180" y="9127"/>
                  </a:cubicBezTo>
                  <a:lnTo>
                    <a:pt x="509" y="9127"/>
                  </a:lnTo>
                  <a:cubicBezTo>
                    <a:pt x="524" y="9127"/>
                    <a:pt x="583" y="9112"/>
                    <a:pt x="554" y="9082"/>
                  </a:cubicBezTo>
                  <a:cubicBezTo>
                    <a:pt x="554" y="9059"/>
                    <a:pt x="536" y="9027"/>
                    <a:pt x="521" y="9027"/>
                  </a:cubicBezTo>
                  <a:close/>
                  <a:moveTo>
                    <a:pt x="180" y="9485"/>
                  </a:moveTo>
                  <a:cubicBezTo>
                    <a:pt x="150" y="9485"/>
                    <a:pt x="105" y="9500"/>
                    <a:pt x="135" y="9530"/>
                  </a:cubicBezTo>
                  <a:cubicBezTo>
                    <a:pt x="135" y="9553"/>
                    <a:pt x="144" y="9585"/>
                    <a:pt x="162" y="9585"/>
                  </a:cubicBezTo>
                  <a:cubicBezTo>
                    <a:pt x="167" y="9585"/>
                    <a:pt x="173" y="9582"/>
                    <a:pt x="180" y="9575"/>
                  </a:cubicBezTo>
                  <a:lnTo>
                    <a:pt x="509" y="9575"/>
                  </a:lnTo>
                  <a:cubicBezTo>
                    <a:pt x="524" y="9575"/>
                    <a:pt x="583" y="9560"/>
                    <a:pt x="554" y="9530"/>
                  </a:cubicBezTo>
                  <a:cubicBezTo>
                    <a:pt x="554" y="9500"/>
                    <a:pt x="524" y="9485"/>
                    <a:pt x="509" y="9485"/>
                  </a:cubicBezTo>
                  <a:close/>
                  <a:moveTo>
                    <a:pt x="180" y="9933"/>
                  </a:moveTo>
                  <a:cubicBezTo>
                    <a:pt x="150" y="9933"/>
                    <a:pt x="105" y="9948"/>
                    <a:pt x="135" y="9978"/>
                  </a:cubicBezTo>
                  <a:cubicBezTo>
                    <a:pt x="135" y="10001"/>
                    <a:pt x="144" y="10033"/>
                    <a:pt x="162" y="10033"/>
                  </a:cubicBezTo>
                  <a:cubicBezTo>
                    <a:pt x="167" y="10033"/>
                    <a:pt x="173" y="10030"/>
                    <a:pt x="180" y="10023"/>
                  </a:cubicBezTo>
                  <a:lnTo>
                    <a:pt x="509" y="10023"/>
                  </a:lnTo>
                  <a:cubicBezTo>
                    <a:pt x="524" y="10023"/>
                    <a:pt x="583" y="10008"/>
                    <a:pt x="554" y="9978"/>
                  </a:cubicBezTo>
                  <a:cubicBezTo>
                    <a:pt x="554" y="9948"/>
                    <a:pt x="524" y="9933"/>
                    <a:pt x="509" y="9933"/>
                  </a:cubicBezTo>
                  <a:close/>
                  <a:moveTo>
                    <a:pt x="150" y="10381"/>
                  </a:moveTo>
                  <a:cubicBezTo>
                    <a:pt x="135" y="10381"/>
                    <a:pt x="76" y="10396"/>
                    <a:pt x="105" y="10426"/>
                  </a:cubicBezTo>
                  <a:cubicBezTo>
                    <a:pt x="105" y="10449"/>
                    <a:pt x="123" y="10481"/>
                    <a:pt x="138" y="10481"/>
                  </a:cubicBezTo>
                  <a:cubicBezTo>
                    <a:pt x="143" y="10481"/>
                    <a:pt x="147" y="10478"/>
                    <a:pt x="150" y="10471"/>
                  </a:cubicBezTo>
                  <a:lnTo>
                    <a:pt x="479" y="10471"/>
                  </a:lnTo>
                  <a:cubicBezTo>
                    <a:pt x="509" y="10471"/>
                    <a:pt x="554" y="10456"/>
                    <a:pt x="524" y="10426"/>
                  </a:cubicBezTo>
                  <a:cubicBezTo>
                    <a:pt x="554" y="10396"/>
                    <a:pt x="524" y="10381"/>
                    <a:pt x="479" y="10381"/>
                  </a:cubicBezTo>
                  <a:close/>
                  <a:moveTo>
                    <a:pt x="150" y="10829"/>
                  </a:moveTo>
                  <a:cubicBezTo>
                    <a:pt x="135" y="10829"/>
                    <a:pt x="76" y="10844"/>
                    <a:pt x="105" y="10874"/>
                  </a:cubicBezTo>
                  <a:cubicBezTo>
                    <a:pt x="105" y="10897"/>
                    <a:pt x="123" y="10929"/>
                    <a:pt x="138" y="10929"/>
                  </a:cubicBezTo>
                  <a:cubicBezTo>
                    <a:pt x="143" y="10929"/>
                    <a:pt x="147" y="10926"/>
                    <a:pt x="150" y="10919"/>
                  </a:cubicBezTo>
                  <a:lnTo>
                    <a:pt x="479" y="10919"/>
                  </a:lnTo>
                  <a:cubicBezTo>
                    <a:pt x="509" y="10919"/>
                    <a:pt x="554" y="10904"/>
                    <a:pt x="524" y="10874"/>
                  </a:cubicBezTo>
                  <a:cubicBezTo>
                    <a:pt x="524" y="10844"/>
                    <a:pt x="509" y="10829"/>
                    <a:pt x="479" y="10829"/>
                  </a:cubicBezTo>
                  <a:close/>
                  <a:moveTo>
                    <a:pt x="150" y="11278"/>
                  </a:moveTo>
                  <a:cubicBezTo>
                    <a:pt x="135" y="11278"/>
                    <a:pt x="76" y="11292"/>
                    <a:pt x="105" y="11322"/>
                  </a:cubicBezTo>
                  <a:cubicBezTo>
                    <a:pt x="105" y="11345"/>
                    <a:pt x="123" y="11377"/>
                    <a:pt x="138" y="11377"/>
                  </a:cubicBezTo>
                  <a:cubicBezTo>
                    <a:pt x="143" y="11377"/>
                    <a:pt x="147" y="11374"/>
                    <a:pt x="150" y="11367"/>
                  </a:cubicBezTo>
                  <a:lnTo>
                    <a:pt x="479" y="11367"/>
                  </a:lnTo>
                  <a:cubicBezTo>
                    <a:pt x="509" y="11367"/>
                    <a:pt x="554" y="11352"/>
                    <a:pt x="524" y="11322"/>
                  </a:cubicBezTo>
                  <a:cubicBezTo>
                    <a:pt x="524" y="11292"/>
                    <a:pt x="509" y="11278"/>
                    <a:pt x="479" y="11278"/>
                  </a:cubicBezTo>
                  <a:close/>
                  <a:moveTo>
                    <a:pt x="150" y="11726"/>
                  </a:moveTo>
                  <a:cubicBezTo>
                    <a:pt x="135" y="11726"/>
                    <a:pt x="76" y="11741"/>
                    <a:pt x="105" y="11770"/>
                  </a:cubicBezTo>
                  <a:cubicBezTo>
                    <a:pt x="105" y="11793"/>
                    <a:pt x="123" y="11825"/>
                    <a:pt x="138" y="11825"/>
                  </a:cubicBezTo>
                  <a:cubicBezTo>
                    <a:pt x="143" y="11825"/>
                    <a:pt x="147" y="11822"/>
                    <a:pt x="150" y="11815"/>
                  </a:cubicBezTo>
                  <a:lnTo>
                    <a:pt x="479" y="11815"/>
                  </a:lnTo>
                  <a:cubicBezTo>
                    <a:pt x="509" y="11815"/>
                    <a:pt x="554" y="11800"/>
                    <a:pt x="524" y="11770"/>
                  </a:cubicBezTo>
                  <a:cubicBezTo>
                    <a:pt x="524" y="11741"/>
                    <a:pt x="509" y="11726"/>
                    <a:pt x="479" y="11726"/>
                  </a:cubicBezTo>
                  <a:close/>
                  <a:moveTo>
                    <a:pt x="471" y="12186"/>
                  </a:moveTo>
                  <a:cubicBezTo>
                    <a:pt x="464" y="12186"/>
                    <a:pt x="457" y="12187"/>
                    <a:pt x="449" y="12189"/>
                  </a:cubicBezTo>
                  <a:lnTo>
                    <a:pt x="135" y="12189"/>
                  </a:lnTo>
                  <a:cubicBezTo>
                    <a:pt x="105" y="12189"/>
                    <a:pt x="61" y="12218"/>
                    <a:pt x="76" y="12248"/>
                  </a:cubicBezTo>
                  <a:cubicBezTo>
                    <a:pt x="76" y="12260"/>
                    <a:pt x="95" y="12301"/>
                    <a:pt x="118" y="12301"/>
                  </a:cubicBezTo>
                  <a:cubicBezTo>
                    <a:pt x="124" y="12301"/>
                    <a:pt x="130" y="12299"/>
                    <a:pt x="135" y="12293"/>
                  </a:cubicBezTo>
                  <a:lnTo>
                    <a:pt x="449" y="12293"/>
                  </a:lnTo>
                  <a:cubicBezTo>
                    <a:pt x="479" y="12293"/>
                    <a:pt x="524" y="12263"/>
                    <a:pt x="509" y="12248"/>
                  </a:cubicBezTo>
                  <a:cubicBezTo>
                    <a:pt x="522" y="12223"/>
                    <a:pt x="512" y="12186"/>
                    <a:pt x="471" y="12186"/>
                  </a:cubicBezTo>
                  <a:close/>
                  <a:moveTo>
                    <a:pt x="135" y="12637"/>
                  </a:moveTo>
                  <a:cubicBezTo>
                    <a:pt x="105" y="12637"/>
                    <a:pt x="61" y="12667"/>
                    <a:pt x="76" y="12696"/>
                  </a:cubicBezTo>
                  <a:cubicBezTo>
                    <a:pt x="76" y="12708"/>
                    <a:pt x="95" y="12749"/>
                    <a:pt x="118" y="12749"/>
                  </a:cubicBezTo>
                  <a:cubicBezTo>
                    <a:pt x="124" y="12749"/>
                    <a:pt x="130" y="12747"/>
                    <a:pt x="135" y="12741"/>
                  </a:cubicBezTo>
                  <a:lnTo>
                    <a:pt x="449" y="12741"/>
                  </a:lnTo>
                  <a:cubicBezTo>
                    <a:pt x="479" y="12741"/>
                    <a:pt x="524" y="12711"/>
                    <a:pt x="509" y="12696"/>
                  </a:cubicBezTo>
                  <a:cubicBezTo>
                    <a:pt x="509" y="12667"/>
                    <a:pt x="479" y="12637"/>
                    <a:pt x="449" y="12637"/>
                  </a:cubicBezTo>
                  <a:close/>
                  <a:moveTo>
                    <a:pt x="135" y="13085"/>
                  </a:moveTo>
                  <a:cubicBezTo>
                    <a:pt x="105" y="13085"/>
                    <a:pt x="61" y="13115"/>
                    <a:pt x="76" y="13145"/>
                  </a:cubicBezTo>
                  <a:cubicBezTo>
                    <a:pt x="76" y="13157"/>
                    <a:pt x="95" y="13198"/>
                    <a:pt x="118" y="13198"/>
                  </a:cubicBezTo>
                  <a:cubicBezTo>
                    <a:pt x="124" y="13198"/>
                    <a:pt x="130" y="13195"/>
                    <a:pt x="135" y="13189"/>
                  </a:cubicBezTo>
                  <a:lnTo>
                    <a:pt x="449" y="13189"/>
                  </a:lnTo>
                  <a:cubicBezTo>
                    <a:pt x="479" y="13189"/>
                    <a:pt x="524" y="13159"/>
                    <a:pt x="509" y="13145"/>
                  </a:cubicBezTo>
                  <a:cubicBezTo>
                    <a:pt x="509" y="13115"/>
                    <a:pt x="479" y="13085"/>
                    <a:pt x="449" y="13085"/>
                  </a:cubicBezTo>
                  <a:close/>
                  <a:moveTo>
                    <a:pt x="135" y="13533"/>
                  </a:moveTo>
                  <a:cubicBezTo>
                    <a:pt x="105" y="13533"/>
                    <a:pt x="61" y="13563"/>
                    <a:pt x="76" y="13593"/>
                  </a:cubicBezTo>
                  <a:cubicBezTo>
                    <a:pt x="76" y="13605"/>
                    <a:pt x="95" y="13646"/>
                    <a:pt x="118" y="13646"/>
                  </a:cubicBezTo>
                  <a:cubicBezTo>
                    <a:pt x="124" y="13646"/>
                    <a:pt x="130" y="13643"/>
                    <a:pt x="135" y="13637"/>
                  </a:cubicBezTo>
                  <a:lnTo>
                    <a:pt x="449" y="13637"/>
                  </a:lnTo>
                  <a:cubicBezTo>
                    <a:pt x="479" y="13637"/>
                    <a:pt x="524" y="13608"/>
                    <a:pt x="509" y="13593"/>
                  </a:cubicBezTo>
                  <a:cubicBezTo>
                    <a:pt x="509" y="13563"/>
                    <a:pt x="479" y="13533"/>
                    <a:pt x="449" y="13533"/>
                  </a:cubicBezTo>
                  <a:close/>
                  <a:moveTo>
                    <a:pt x="105" y="13981"/>
                  </a:moveTo>
                  <a:cubicBezTo>
                    <a:pt x="76" y="13981"/>
                    <a:pt x="31" y="14011"/>
                    <a:pt x="31" y="14041"/>
                  </a:cubicBezTo>
                  <a:cubicBezTo>
                    <a:pt x="31" y="14053"/>
                    <a:pt x="50" y="14094"/>
                    <a:pt x="65" y="14094"/>
                  </a:cubicBezTo>
                  <a:cubicBezTo>
                    <a:pt x="69" y="14094"/>
                    <a:pt x="73" y="14091"/>
                    <a:pt x="76" y="14085"/>
                  </a:cubicBezTo>
                  <a:lnTo>
                    <a:pt x="404" y="14085"/>
                  </a:lnTo>
                  <a:cubicBezTo>
                    <a:pt x="434" y="14085"/>
                    <a:pt x="479" y="14056"/>
                    <a:pt x="449" y="14041"/>
                  </a:cubicBezTo>
                  <a:cubicBezTo>
                    <a:pt x="509" y="14011"/>
                    <a:pt x="479" y="13981"/>
                    <a:pt x="434" y="13981"/>
                  </a:cubicBezTo>
                  <a:close/>
                  <a:moveTo>
                    <a:pt x="105" y="14429"/>
                  </a:moveTo>
                  <a:cubicBezTo>
                    <a:pt x="76" y="14429"/>
                    <a:pt x="31" y="14459"/>
                    <a:pt x="61" y="14489"/>
                  </a:cubicBezTo>
                  <a:cubicBezTo>
                    <a:pt x="61" y="14501"/>
                    <a:pt x="70" y="14542"/>
                    <a:pt x="90" y="14542"/>
                  </a:cubicBezTo>
                  <a:cubicBezTo>
                    <a:pt x="94" y="14542"/>
                    <a:pt x="100" y="14539"/>
                    <a:pt x="105" y="14534"/>
                  </a:cubicBezTo>
                  <a:lnTo>
                    <a:pt x="434" y="14534"/>
                  </a:lnTo>
                  <a:cubicBezTo>
                    <a:pt x="449" y="14534"/>
                    <a:pt x="509" y="14504"/>
                    <a:pt x="479" y="14489"/>
                  </a:cubicBezTo>
                  <a:cubicBezTo>
                    <a:pt x="479" y="14459"/>
                    <a:pt x="479" y="14429"/>
                    <a:pt x="434" y="14429"/>
                  </a:cubicBezTo>
                  <a:close/>
                  <a:moveTo>
                    <a:pt x="105" y="14877"/>
                  </a:moveTo>
                  <a:cubicBezTo>
                    <a:pt x="76" y="14877"/>
                    <a:pt x="31" y="14907"/>
                    <a:pt x="61" y="14937"/>
                  </a:cubicBezTo>
                  <a:cubicBezTo>
                    <a:pt x="61" y="14952"/>
                    <a:pt x="76" y="15011"/>
                    <a:pt x="105" y="15011"/>
                  </a:cubicBezTo>
                  <a:lnTo>
                    <a:pt x="434" y="15011"/>
                  </a:lnTo>
                  <a:cubicBezTo>
                    <a:pt x="449" y="15011"/>
                    <a:pt x="509" y="14982"/>
                    <a:pt x="479" y="14952"/>
                  </a:cubicBezTo>
                  <a:cubicBezTo>
                    <a:pt x="479" y="14907"/>
                    <a:pt x="449" y="14877"/>
                    <a:pt x="434" y="14877"/>
                  </a:cubicBezTo>
                  <a:close/>
                  <a:moveTo>
                    <a:pt x="105" y="15325"/>
                  </a:moveTo>
                  <a:cubicBezTo>
                    <a:pt x="76" y="15325"/>
                    <a:pt x="31" y="15355"/>
                    <a:pt x="61" y="15385"/>
                  </a:cubicBezTo>
                  <a:cubicBezTo>
                    <a:pt x="61" y="15397"/>
                    <a:pt x="70" y="15438"/>
                    <a:pt x="90" y="15438"/>
                  </a:cubicBezTo>
                  <a:cubicBezTo>
                    <a:pt x="94" y="15438"/>
                    <a:pt x="100" y="15436"/>
                    <a:pt x="105" y="15430"/>
                  </a:cubicBezTo>
                  <a:lnTo>
                    <a:pt x="434" y="15430"/>
                  </a:lnTo>
                  <a:cubicBezTo>
                    <a:pt x="449" y="15430"/>
                    <a:pt x="509" y="15400"/>
                    <a:pt x="479" y="15385"/>
                  </a:cubicBezTo>
                  <a:cubicBezTo>
                    <a:pt x="479" y="15385"/>
                    <a:pt x="449" y="15325"/>
                    <a:pt x="434" y="15325"/>
                  </a:cubicBezTo>
                  <a:close/>
                  <a:moveTo>
                    <a:pt x="76" y="15803"/>
                  </a:moveTo>
                  <a:cubicBezTo>
                    <a:pt x="61" y="15803"/>
                    <a:pt x="1" y="15833"/>
                    <a:pt x="31" y="15848"/>
                  </a:cubicBezTo>
                  <a:cubicBezTo>
                    <a:pt x="31" y="15874"/>
                    <a:pt x="53" y="15911"/>
                    <a:pt x="69" y="15911"/>
                  </a:cubicBezTo>
                  <a:cubicBezTo>
                    <a:pt x="71" y="15911"/>
                    <a:pt x="74" y="15910"/>
                    <a:pt x="76" y="15908"/>
                  </a:cubicBezTo>
                  <a:lnTo>
                    <a:pt x="404" y="15908"/>
                  </a:lnTo>
                  <a:cubicBezTo>
                    <a:pt x="434" y="15908"/>
                    <a:pt x="479" y="15878"/>
                    <a:pt x="449" y="15848"/>
                  </a:cubicBezTo>
                  <a:cubicBezTo>
                    <a:pt x="479" y="15833"/>
                    <a:pt x="449" y="15803"/>
                    <a:pt x="404" y="15803"/>
                  </a:cubicBezTo>
                  <a:close/>
                  <a:moveTo>
                    <a:pt x="76" y="16251"/>
                  </a:moveTo>
                  <a:cubicBezTo>
                    <a:pt x="61" y="16251"/>
                    <a:pt x="1" y="16281"/>
                    <a:pt x="31" y="16296"/>
                  </a:cubicBezTo>
                  <a:cubicBezTo>
                    <a:pt x="31" y="16322"/>
                    <a:pt x="53" y="16359"/>
                    <a:pt x="69" y="16359"/>
                  </a:cubicBezTo>
                  <a:cubicBezTo>
                    <a:pt x="71" y="16359"/>
                    <a:pt x="74" y="16358"/>
                    <a:pt x="76" y="16356"/>
                  </a:cubicBezTo>
                  <a:lnTo>
                    <a:pt x="404" y="16356"/>
                  </a:lnTo>
                  <a:cubicBezTo>
                    <a:pt x="434" y="16356"/>
                    <a:pt x="479" y="16326"/>
                    <a:pt x="449" y="16296"/>
                  </a:cubicBezTo>
                  <a:cubicBezTo>
                    <a:pt x="479" y="16281"/>
                    <a:pt x="449" y="16251"/>
                    <a:pt x="404" y="16251"/>
                  </a:cubicBezTo>
                  <a:close/>
                  <a:moveTo>
                    <a:pt x="76" y="16699"/>
                  </a:moveTo>
                  <a:cubicBezTo>
                    <a:pt x="61" y="16699"/>
                    <a:pt x="1" y="16729"/>
                    <a:pt x="31" y="16744"/>
                  </a:cubicBezTo>
                  <a:cubicBezTo>
                    <a:pt x="31" y="16770"/>
                    <a:pt x="53" y="16807"/>
                    <a:pt x="69" y="16807"/>
                  </a:cubicBezTo>
                  <a:cubicBezTo>
                    <a:pt x="71" y="16807"/>
                    <a:pt x="74" y="16806"/>
                    <a:pt x="76" y="16804"/>
                  </a:cubicBezTo>
                  <a:lnTo>
                    <a:pt x="404" y="16804"/>
                  </a:lnTo>
                  <a:cubicBezTo>
                    <a:pt x="434" y="16804"/>
                    <a:pt x="479" y="16774"/>
                    <a:pt x="449" y="16744"/>
                  </a:cubicBezTo>
                  <a:cubicBezTo>
                    <a:pt x="449" y="16729"/>
                    <a:pt x="434" y="16699"/>
                    <a:pt x="404" y="1669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3"/>
            <p:cNvSpPr/>
            <p:nvPr/>
          </p:nvSpPr>
          <p:spPr>
            <a:xfrm>
              <a:off x="2388975" y="-1250950"/>
              <a:ext cx="19800" cy="489725"/>
            </a:xfrm>
            <a:custGeom>
              <a:rect b="b" l="l" r="r" t="t"/>
              <a:pathLst>
                <a:path extrusionOk="0" h="19589" w="792">
                  <a:moveTo>
                    <a:pt x="400" y="0"/>
                  </a:moveTo>
                  <a:cubicBezTo>
                    <a:pt x="362" y="0"/>
                    <a:pt x="314" y="29"/>
                    <a:pt x="314" y="73"/>
                  </a:cubicBezTo>
                  <a:cubicBezTo>
                    <a:pt x="314" y="1388"/>
                    <a:pt x="299" y="2687"/>
                    <a:pt x="269" y="4001"/>
                  </a:cubicBezTo>
                  <a:cubicBezTo>
                    <a:pt x="239" y="5465"/>
                    <a:pt x="224" y="6914"/>
                    <a:pt x="194" y="8378"/>
                  </a:cubicBezTo>
                  <a:cubicBezTo>
                    <a:pt x="164" y="9752"/>
                    <a:pt x="149" y="11141"/>
                    <a:pt x="120" y="12515"/>
                  </a:cubicBezTo>
                  <a:cubicBezTo>
                    <a:pt x="90" y="13560"/>
                    <a:pt x="75" y="14636"/>
                    <a:pt x="45" y="15681"/>
                  </a:cubicBezTo>
                  <a:cubicBezTo>
                    <a:pt x="45" y="16144"/>
                    <a:pt x="15" y="16622"/>
                    <a:pt x="15" y="17100"/>
                  </a:cubicBezTo>
                  <a:lnTo>
                    <a:pt x="15" y="17115"/>
                  </a:lnTo>
                  <a:cubicBezTo>
                    <a:pt x="15" y="17160"/>
                    <a:pt x="63" y="17188"/>
                    <a:pt x="101" y="17188"/>
                  </a:cubicBezTo>
                  <a:cubicBezTo>
                    <a:pt x="128" y="17188"/>
                    <a:pt x="149" y="17175"/>
                    <a:pt x="149" y="17145"/>
                  </a:cubicBezTo>
                  <a:cubicBezTo>
                    <a:pt x="149" y="16742"/>
                    <a:pt x="164" y="16368"/>
                    <a:pt x="164" y="15980"/>
                  </a:cubicBezTo>
                  <a:cubicBezTo>
                    <a:pt x="194" y="14979"/>
                    <a:pt x="224" y="13979"/>
                    <a:pt x="239" y="12963"/>
                  </a:cubicBezTo>
                  <a:cubicBezTo>
                    <a:pt x="269" y="11619"/>
                    <a:pt x="299" y="10245"/>
                    <a:pt x="314" y="8885"/>
                  </a:cubicBezTo>
                  <a:lnTo>
                    <a:pt x="388" y="4479"/>
                  </a:lnTo>
                  <a:cubicBezTo>
                    <a:pt x="418" y="3135"/>
                    <a:pt x="448" y="1806"/>
                    <a:pt x="448" y="462"/>
                  </a:cubicBezTo>
                  <a:lnTo>
                    <a:pt x="448" y="43"/>
                  </a:lnTo>
                  <a:cubicBezTo>
                    <a:pt x="448" y="13"/>
                    <a:pt x="426" y="0"/>
                    <a:pt x="400" y="0"/>
                  </a:cubicBezTo>
                  <a:close/>
                  <a:moveTo>
                    <a:pt x="736" y="94"/>
                  </a:moveTo>
                  <a:cubicBezTo>
                    <a:pt x="705" y="94"/>
                    <a:pt x="672" y="116"/>
                    <a:pt x="672" y="163"/>
                  </a:cubicBezTo>
                  <a:cubicBezTo>
                    <a:pt x="672" y="1492"/>
                    <a:pt x="642" y="2777"/>
                    <a:pt x="612" y="4106"/>
                  </a:cubicBezTo>
                  <a:cubicBezTo>
                    <a:pt x="598" y="5570"/>
                    <a:pt x="568" y="7018"/>
                    <a:pt x="538" y="8482"/>
                  </a:cubicBezTo>
                  <a:cubicBezTo>
                    <a:pt x="523" y="9856"/>
                    <a:pt x="493" y="11245"/>
                    <a:pt x="463" y="12619"/>
                  </a:cubicBezTo>
                  <a:cubicBezTo>
                    <a:pt x="448" y="13665"/>
                    <a:pt x="418" y="14725"/>
                    <a:pt x="388" y="15771"/>
                  </a:cubicBezTo>
                  <a:cubicBezTo>
                    <a:pt x="388" y="16249"/>
                    <a:pt x="373" y="16727"/>
                    <a:pt x="373" y="17190"/>
                  </a:cubicBezTo>
                  <a:lnTo>
                    <a:pt x="373" y="17220"/>
                  </a:lnTo>
                  <a:cubicBezTo>
                    <a:pt x="373" y="17264"/>
                    <a:pt x="416" y="17293"/>
                    <a:pt x="450" y="17293"/>
                  </a:cubicBezTo>
                  <a:cubicBezTo>
                    <a:pt x="473" y="17293"/>
                    <a:pt x="493" y="17280"/>
                    <a:pt x="493" y="17250"/>
                  </a:cubicBezTo>
                  <a:cubicBezTo>
                    <a:pt x="493" y="16846"/>
                    <a:pt x="523" y="16473"/>
                    <a:pt x="523" y="16070"/>
                  </a:cubicBezTo>
                  <a:cubicBezTo>
                    <a:pt x="538" y="15084"/>
                    <a:pt x="568" y="14083"/>
                    <a:pt x="598" y="13067"/>
                  </a:cubicBezTo>
                  <a:cubicBezTo>
                    <a:pt x="612" y="11723"/>
                    <a:pt x="642" y="10349"/>
                    <a:pt x="672" y="8975"/>
                  </a:cubicBezTo>
                  <a:lnTo>
                    <a:pt x="747" y="4569"/>
                  </a:lnTo>
                  <a:cubicBezTo>
                    <a:pt x="762" y="3225"/>
                    <a:pt x="792" y="1910"/>
                    <a:pt x="792" y="566"/>
                  </a:cubicBezTo>
                  <a:lnTo>
                    <a:pt x="792" y="148"/>
                  </a:lnTo>
                  <a:cubicBezTo>
                    <a:pt x="792" y="112"/>
                    <a:pt x="764" y="94"/>
                    <a:pt x="736" y="94"/>
                  </a:cubicBezTo>
                  <a:close/>
                  <a:moveTo>
                    <a:pt x="314" y="19161"/>
                  </a:moveTo>
                  <a:lnTo>
                    <a:pt x="314" y="19161"/>
                  </a:lnTo>
                  <a:cubicBezTo>
                    <a:pt x="314" y="19163"/>
                    <a:pt x="313" y="19165"/>
                    <a:pt x="313" y="19166"/>
                  </a:cubicBezTo>
                  <a:lnTo>
                    <a:pt x="313" y="19166"/>
                  </a:lnTo>
                  <a:cubicBezTo>
                    <a:pt x="314" y="19165"/>
                    <a:pt x="314" y="19163"/>
                    <a:pt x="314" y="19161"/>
                  </a:cubicBezTo>
                  <a:close/>
                  <a:moveTo>
                    <a:pt x="313" y="19166"/>
                  </a:moveTo>
                  <a:cubicBezTo>
                    <a:pt x="312" y="19176"/>
                    <a:pt x="305" y="19184"/>
                    <a:pt x="296" y="19190"/>
                  </a:cubicBezTo>
                  <a:lnTo>
                    <a:pt x="296" y="19190"/>
                  </a:lnTo>
                  <a:cubicBezTo>
                    <a:pt x="270" y="19177"/>
                    <a:pt x="241" y="19170"/>
                    <a:pt x="213" y="19170"/>
                  </a:cubicBezTo>
                  <a:cubicBezTo>
                    <a:pt x="183" y="19170"/>
                    <a:pt x="154" y="19178"/>
                    <a:pt x="131" y="19196"/>
                  </a:cubicBezTo>
                  <a:lnTo>
                    <a:pt x="131" y="19196"/>
                  </a:lnTo>
                  <a:cubicBezTo>
                    <a:pt x="81" y="19205"/>
                    <a:pt x="36" y="19227"/>
                    <a:pt x="15" y="19281"/>
                  </a:cubicBezTo>
                  <a:cubicBezTo>
                    <a:pt x="12" y="19297"/>
                    <a:pt x="9" y="19313"/>
                    <a:pt x="8" y="19329"/>
                  </a:cubicBezTo>
                  <a:lnTo>
                    <a:pt x="8" y="19329"/>
                  </a:lnTo>
                  <a:cubicBezTo>
                    <a:pt x="5" y="19337"/>
                    <a:pt x="2" y="19346"/>
                    <a:pt x="0" y="19355"/>
                  </a:cubicBezTo>
                  <a:cubicBezTo>
                    <a:pt x="0" y="19430"/>
                    <a:pt x="15" y="19490"/>
                    <a:pt x="75" y="19535"/>
                  </a:cubicBezTo>
                  <a:cubicBezTo>
                    <a:pt x="107" y="19572"/>
                    <a:pt x="151" y="19589"/>
                    <a:pt x="197" y="19589"/>
                  </a:cubicBezTo>
                  <a:cubicBezTo>
                    <a:pt x="280" y="19589"/>
                    <a:pt x="370" y="19537"/>
                    <a:pt x="418" y="19460"/>
                  </a:cubicBezTo>
                  <a:cubicBezTo>
                    <a:pt x="448" y="19430"/>
                    <a:pt x="448" y="19385"/>
                    <a:pt x="418" y="19355"/>
                  </a:cubicBezTo>
                  <a:cubicBezTo>
                    <a:pt x="418" y="19317"/>
                    <a:pt x="396" y="19290"/>
                    <a:pt x="381" y="19273"/>
                  </a:cubicBezTo>
                  <a:lnTo>
                    <a:pt x="381" y="19273"/>
                  </a:lnTo>
                  <a:cubicBezTo>
                    <a:pt x="368" y="19238"/>
                    <a:pt x="340" y="19201"/>
                    <a:pt x="311" y="19193"/>
                  </a:cubicBezTo>
                  <a:lnTo>
                    <a:pt x="311" y="19193"/>
                  </a:lnTo>
                  <a:cubicBezTo>
                    <a:pt x="310" y="19201"/>
                    <a:pt x="309" y="19208"/>
                    <a:pt x="308" y="19215"/>
                  </a:cubicBezTo>
                  <a:lnTo>
                    <a:pt x="308" y="19215"/>
                  </a:lnTo>
                  <a:cubicBezTo>
                    <a:pt x="297" y="19209"/>
                    <a:pt x="285" y="19204"/>
                    <a:pt x="273" y="19201"/>
                  </a:cubicBezTo>
                  <a:lnTo>
                    <a:pt x="273" y="19201"/>
                  </a:lnTo>
                  <a:cubicBezTo>
                    <a:pt x="282" y="19198"/>
                    <a:pt x="290" y="19194"/>
                    <a:pt x="296" y="19190"/>
                  </a:cubicBezTo>
                  <a:lnTo>
                    <a:pt x="296" y="19190"/>
                  </a:lnTo>
                  <a:cubicBezTo>
                    <a:pt x="297" y="19190"/>
                    <a:pt x="298" y="19191"/>
                    <a:pt x="299" y="19191"/>
                  </a:cubicBezTo>
                  <a:cubicBezTo>
                    <a:pt x="303" y="19191"/>
                    <a:pt x="307" y="19192"/>
                    <a:pt x="311" y="19193"/>
                  </a:cubicBezTo>
                  <a:lnTo>
                    <a:pt x="311" y="19193"/>
                  </a:lnTo>
                  <a:cubicBezTo>
                    <a:pt x="312" y="19185"/>
                    <a:pt x="312" y="19176"/>
                    <a:pt x="313" y="1916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3"/>
            <p:cNvSpPr/>
            <p:nvPr/>
          </p:nvSpPr>
          <p:spPr>
            <a:xfrm>
              <a:off x="2378875" y="-871950"/>
              <a:ext cx="25425" cy="107350"/>
            </a:xfrm>
            <a:custGeom>
              <a:rect b="b" l="l" r="r" t="t"/>
              <a:pathLst>
                <a:path extrusionOk="0" h="4294" w="1017">
                  <a:moveTo>
                    <a:pt x="168" y="0"/>
                  </a:moveTo>
                  <a:cubicBezTo>
                    <a:pt x="142" y="0"/>
                    <a:pt x="120" y="13"/>
                    <a:pt x="120" y="43"/>
                  </a:cubicBezTo>
                  <a:cubicBezTo>
                    <a:pt x="105" y="686"/>
                    <a:pt x="105" y="1343"/>
                    <a:pt x="75" y="1985"/>
                  </a:cubicBezTo>
                  <a:cubicBezTo>
                    <a:pt x="75" y="2043"/>
                    <a:pt x="113" y="2074"/>
                    <a:pt x="145" y="2074"/>
                  </a:cubicBezTo>
                  <a:cubicBezTo>
                    <a:pt x="172" y="2074"/>
                    <a:pt x="195" y="2054"/>
                    <a:pt x="195" y="2015"/>
                  </a:cubicBezTo>
                  <a:cubicBezTo>
                    <a:pt x="225" y="1358"/>
                    <a:pt x="225" y="715"/>
                    <a:pt x="255" y="73"/>
                  </a:cubicBezTo>
                  <a:cubicBezTo>
                    <a:pt x="255" y="29"/>
                    <a:pt x="207" y="0"/>
                    <a:pt x="168" y="0"/>
                  </a:cubicBezTo>
                  <a:close/>
                  <a:moveTo>
                    <a:pt x="651" y="3613"/>
                  </a:moveTo>
                  <a:cubicBezTo>
                    <a:pt x="539" y="3613"/>
                    <a:pt x="426" y="3643"/>
                    <a:pt x="329" y="3703"/>
                  </a:cubicBezTo>
                  <a:cubicBezTo>
                    <a:pt x="150" y="3807"/>
                    <a:pt x="31" y="4001"/>
                    <a:pt x="1" y="4225"/>
                  </a:cubicBezTo>
                  <a:cubicBezTo>
                    <a:pt x="17" y="4266"/>
                    <a:pt x="59" y="4293"/>
                    <a:pt x="95" y="4293"/>
                  </a:cubicBezTo>
                  <a:cubicBezTo>
                    <a:pt x="125" y="4293"/>
                    <a:pt x="150" y="4273"/>
                    <a:pt x="150" y="4225"/>
                  </a:cubicBezTo>
                  <a:cubicBezTo>
                    <a:pt x="150" y="4046"/>
                    <a:pt x="255" y="3882"/>
                    <a:pt x="404" y="3807"/>
                  </a:cubicBezTo>
                  <a:cubicBezTo>
                    <a:pt x="480" y="3759"/>
                    <a:pt x="564" y="3739"/>
                    <a:pt x="649" y="3739"/>
                  </a:cubicBezTo>
                  <a:cubicBezTo>
                    <a:pt x="748" y="3739"/>
                    <a:pt x="846" y="3767"/>
                    <a:pt x="927" y="3807"/>
                  </a:cubicBezTo>
                  <a:cubicBezTo>
                    <a:pt x="931" y="3811"/>
                    <a:pt x="938" y="3813"/>
                    <a:pt x="946" y="3813"/>
                  </a:cubicBezTo>
                  <a:cubicBezTo>
                    <a:pt x="970" y="3813"/>
                    <a:pt x="1002" y="3799"/>
                    <a:pt x="1002" y="3777"/>
                  </a:cubicBezTo>
                  <a:cubicBezTo>
                    <a:pt x="1016" y="3747"/>
                    <a:pt x="1002" y="3703"/>
                    <a:pt x="972" y="3703"/>
                  </a:cubicBezTo>
                  <a:cubicBezTo>
                    <a:pt x="875" y="3643"/>
                    <a:pt x="763" y="3613"/>
                    <a:pt x="651" y="3613"/>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3"/>
            <p:cNvSpPr/>
            <p:nvPr/>
          </p:nvSpPr>
          <p:spPr>
            <a:xfrm>
              <a:off x="2386350" y="-1249100"/>
              <a:ext cx="3750" cy="33325"/>
            </a:xfrm>
            <a:custGeom>
              <a:rect b="b" l="l" r="r" t="t"/>
              <a:pathLst>
                <a:path extrusionOk="0" h="1333" w="150">
                  <a:moveTo>
                    <a:pt x="77" y="1"/>
                  </a:moveTo>
                  <a:cubicBezTo>
                    <a:pt x="43" y="1"/>
                    <a:pt x="1" y="29"/>
                    <a:pt x="1" y="74"/>
                  </a:cubicBezTo>
                  <a:cubicBezTo>
                    <a:pt x="30" y="462"/>
                    <a:pt x="30" y="866"/>
                    <a:pt x="1" y="1269"/>
                  </a:cubicBezTo>
                  <a:cubicBezTo>
                    <a:pt x="1" y="1310"/>
                    <a:pt x="37" y="1333"/>
                    <a:pt x="69" y="1333"/>
                  </a:cubicBezTo>
                  <a:cubicBezTo>
                    <a:pt x="96" y="1333"/>
                    <a:pt x="120" y="1317"/>
                    <a:pt x="120" y="1284"/>
                  </a:cubicBezTo>
                  <a:cubicBezTo>
                    <a:pt x="150" y="866"/>
                    <a:pt x="150" y="462"/>
                    <a:pt x="120" y="44"/>
                  </a:cubicBezTo>
                  <a:cubicBezTo>
                    <a:pt x="120" y="14"/>
                    <a:pt x="101" y="1"/>
                    <a:pt x="7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38" name="Shape 138"/>
        <p:cNvGrpSpPr/>
        <p:nvPr/>
      </p:nvGrpSpPr>
      <p:grpSpPr>
        <a:xfrm>
          <a:off x="0" y="0"/>
          <a:ext cx="0" cy="0"/>
          <a:chOff x="0" y="0"/>
          <a:chExt cx="0" cy="0"/>
        </a:xfrm>
      </p:grpSpPr>
      <p:grpSp>
        <p:nvGrpSpPr>
          <p:cNvPr id="139" name="Google Shape;139;p34"/>
          <p:cNvGrpSpPr/>
          <p:nvPr/>
        </p:nvGrpSpPr>
        <p:grpSpPr>
          <a:xfrm>
            <a:off x="-64" y="-15"/>
            <a:ext cx="9144127" cy="5143530"/>
            <a:chOff x="-2163850" y="-134475"/>
            <a:chExt cx="3075000" cy="5336719"/>
          </a:xfrm>
        </p:grpSpPr>
        <p:cxnSp>
          <p:nvCxnSpPr>
            <p:cNvPr id="140" name="Google Shape;140;p34"/>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1" name="Google Shape;141;p34"/>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2" name="Google Shape;142;p34"/>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3" name="Google Shape;143;p34"/>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4" name="Google Shape;144;p34"/>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5" name="Google Shape;145;p34"/>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6" name="Google Shape;146;p34"/>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7" name="Google Shape;147;p34"/>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8" name="Google Shape;148;p34"/>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49" name="Google Shape;149;p34"/>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50" name="Google Shape;150;p34"/>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51" name="Google Shape;151;p34"/>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52" name="Google Shape;152;p34"/>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53" name="Google Shape;153;p34"/>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54" name="Google Shape;154;p34"/>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55" name="Google Shape;155;p34"/>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156" name="Google Shape;156;p34"/>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7" name="Google Shape;157;p34"/>
          <p:cNvSpPr txBox="1"/>
          <p:nvPr>
            <p:ph idx="1" type="subTitle"/>
          </p:nvPr>
        </p:nvSpPr>
        <p:spPr>
          <a:xfrm>
            <a:off x="4938346" y="3372400"/>
            <a:ext cx="2754600" cy="1114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 name="Google Shape;158;p34"/>
          <p:cNvSpPr txBox="1"/>
          <p:nvPr>
            <p:ph idx="2" type="subTitle"/>
          </p:nvPr>
        </p:nvSpPr>
        <p:spPr>
          <a:xfrm>
            <a:off x="1450950" y="3372400"/>
            <a:ext cx="2754600" cy="1114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 name="Google Shape;159;p34"/>
          <p:cNvSpPr txBox="1"/>
          <p:nvPr>
            <p:ph idx="3" type="subTitle"/>
          </p:nvPr>
        </p:nvSpPr>
        <p:spPr>
          <a:xfrm>
            <a:off x="1450950" y="2813500"/>
            <a:ext cx="27546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160" name="Google Shape;160;p34"/>
          <p:cNvSpPr txBox="1"/>
          <p:nvPr>
            <p:ph idx="4" type="subTitle"/>
          </p:nvPr>
        </p:nvSpPr>
        <p:spPr>
          <a:xfrm>
            <a:off x="4938344" y="2813500"/>
            <a:ext cx="27546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grpSp>
        <p:nvGrpSpPr>
          <p:cNvPr id="161" name="Google Shape;161;p34"/>
          <p:cNvGrpSpPr/>
          <p:nvPr/>
        </p:nvGrpSpPr>
        <p:grpSpPr>
          <a:xfrm flipH="1">
            <a:off x="-439258" y="-285888"/>
            <a:ext cx="9616174" cy="5961131"/>
            <a:chOff x="10" y="-285888"/>
            <a:chExt cx="9616174" cy="5961131"/>
          </a:xfrm>
        </p:grpSpPr>
        <p:grpSp>
          <p:nvGrpSpPr>
            <p:cNvPr id="162" name="Google Shape;162;p34"/>
            <p:cNvGrpSpPr/>
            <p:nvPr/>
          </p:nvGrpSpPr>
          <p:grpSpPr>
            <a:xfrm rot="-701811">
              <a:off x="8583307" y="-214706"/>
              <a:ext cx="872967" cy="1666953"/>
              <a:chOff x="-3231550" y="1460900"/>
              <a:chExt cx="198675" cy="379375"/>
            </a:xfrm>
          </p:grpSpPr>
          <p:sp>
            <p:nvSpPr>
              <p:cNvPr id="163" name="Google Shape;163;p34"/>
              <p:cNvSpPr/>
              <p:nvPr/>
            </p:nvSpPr>
            <p:spPr>
              <a:xfrm>
                <a:off x="-3174425" y="1460900"/>
                <a:ext cx="141550" cy="194200"/>
              </a:xfrm>
              <a:custGeom>
                <a:rect b="b" l="l" r="r" t="t"/>
                <a:pathLst>
                  <a:path extrusionOk="0" h="7768" w="5662">
                    <a:moveTo>
                      <a:pt x="4377" y="1"/>
                    </a:moveTo>
                    <a:cubicBezTo>
                      <a:pt x="2913" y="240"/>
                      <a:pt x="1465" y="494"/>
                      <a:pt x="1" y="762"/>
                    </a:cubicBezTo>
                    <a:cubicBezTo>
                      <a:pt x="105" y="1300"/>
                      <a:pt x="225" y="1823"/>
                      <a:pt x="344" y="2346"/>
                    </a:cubicBezTo>
                    <a:cubicBezTo>
                      <a:pt x="822" y="2839"/>
                      <a:pt x="1151" y="3496"/>
                      <a:pt x="1255" y="4183"/>
                    </a:cubicBezTo>
                    <a:cubicBezTo>
                      <a:pt x="1345" y="4810"/>
                      <a:pt x="1255" y="5467"/>
                      <a:pt x="1002" y="6035"/>
                    </a:cubicBezTo>
                    <a:cubicBezTo>
                      <a:pt x="1121" y="6617"/>
                      <a:pt x="1226" y="7185"/>
                      <a:pt x="1345" y="7767"/>
                    </a:cubicBezTo>
                    <a:cubicBezTo>
                      <a:pt x="2794" y="7469"/>
                      <a:pt x="4228" y="7215"/>
                      <a:pt x="5662" y="6976"/>
                    </a:cubicBezTo>
                    <a:cubicBezTo>
                      <a:pt x="5617" y="6498"/>
                      <a:pt x="5557" y="6020"/>
                      <a:pt x="5482" y="5542"/>
                    </a:cubicBezTo>
                    <a:cubicBezTo>
                      <a:pt x="5079" y="5034"/>
                      <a:pt x="4765" y="4437"/>
                      <a:pt x="4616" y="3809"/>
                    </a:cubicBezTo>
                    <a:cubicBezTo>
                      <a:pt x="4437" y="3033"/>
                      <a:pt x="4467" y="2211"/>
                      <a:pt x="4721" y="1450"/>
                    </a:cubicBezTo>
                    <a:cubicBezTo>
                      <a:pt x="4616" y="957"/>
                      <a:pt x="4497" y="479"/>
                      <a:pt x="437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4"/>
              <p:cNvSpPr/>
              <p:nvPr/>
            </p:nvSpPr>
            <p:spPr>
              <a:xfrm>
                <a:off x="-3121400" y="1473975"/>
                <a:ext cx="66500" cy="157600"/>
              </a:xfrm>
              <a:custGeom>
                <a:rect b="b" l="l" r="r" t="t"/>
                <a:pathLst>
                  <a:path extrusionOk="0" h="6304" w="2660">
                    <a:moveTo>
                      <a:pt x="1539" y="1"/>
                    </a:moveTo>
                    <a:cubicBezTo>
                      <a:pt x="1031" y="105"/>
                      <a:pt x="523" y="210"/>
                      <a:pt x="1" y="329"/>
                    </a:cubicBezTo>
                    <a:cubicBezTo>
                      <a:pt x="344" y="2330"/>
                      <a:pt x="733" y="4317"/>
                      <a:pt x="1166" y="6303"/>
                    </a:cubicBezTo>
                    <a:lnTo>
                      <a:pt x="2659" y="5975"/>
                    </a:lnTo>
                    <a:cubicBezTo>
                      <a:pt x="2316" y="3973"/>
                      <a:pt x="1942" y="1987"/>
                      <a:pt x="153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4"/>
              <p:cNvSpPr/>
              <p:nvPr/>
            </p:nvSpPr>
            <p:spPr>
              <a:xfrm>
                <a:off x="-3096000" y="1537375"/>
                <a:ext cx="25400" cy="23575"/>
              </a:xfrm>
              <a:custGeom>
                <a:rect b="b" l="l" r="r" t="t"/>
                <a:pathLst>
                  <a:path extrusionOk="0" h="943" w="1016">
                    <a:moveTo>
                      <a:pt x="489" y="1"/>
                    </a:moveTo>
                    <a:cubicBezTo>
                      <a:pt x="254" y="1"/>
                      <a:pt x="43" y="199"/>
                      <a:pt x="15" y="437"/>
                    </a:cubicBezTo>
                    <a:cubicBezTo>
                      <a:pt x="0" y="676"/>
                      <a:pt x="165" y="885"/>
                      <a:pt x="389" y="915"/>
                    </a:cubicBezTo>
                    <a:cubicBezTo>
                      <a:pt x="432" y="934"/>
                      <a:pt x="476" y="942"/>
                      <a:pt x="520" y="942"/>
                    </a:cubicBezTo>
                    <a:cubicBezTo>
                      <a:pt x="714" y="942"/>
                      <a:pt x="892" y="769"/>
                      <a:pt x="941" y="586"/>
                    </a:cubicBezTo>
                    <a:cubicBezTo>
                      <a:pt x="1016" y="317"/>
                      <a:pt x="807" y="33"/>
                      <a:pt x="538" y="4"/>
                    </a:cubicBezTo>
                    <a:cubicBezTo>
                      <a:pt x="522" y="2"/>
                      <a:pt x="506" y="1"/>
                      <a:pt x="4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4"/>
              <p:cNvSpPr/>
              <p:nvPr/>
            </p:nvSpPr>
            <p:spPr>
              <a:xfrm>
                <a:off x="-3132825" y="1480325"/>
                <a:ext cx="47675" cy="151250"/>
              </a:xfrm>
              <a:custGeom>
                <a:rect b="b" l="l" r="r" t="t"/>
                <a:pathLst>
                  <a:path extrusionOk="0" h="6050" w="1907">
                    <a:moveTo>
                      <a:pt x="771" y="0"/>
                    </a:moveTo>
                    <a:cubicBezTo>
                      <a:pt x="667" y="30"/>
                      <a:pt x="562" y="60"/>
                      <a:pt x="458" y="75"/>
                    </a:cubicBezTo>
                    <a:cubicBezTo>
                      <a:pt x="532" y="478"/>
                      <a:pt x="607" y="882"/>
                      <a:pt x="667" y="1285"/>
                    </a:cubicBezTo>
                    <a:cubicBezTo>
                      <a:pt x="592" y="1285"/>
                      <a:pt x="517" y="1315"/>
                      <a:pt x="443" y="1330"/>
                    </a:cubicBezTo>
                    <a:cubicBezTo>
                      <a:pt x="429" y="1343"/>
                      <a:pt x="415" y="1345"/>
                      <a:pt x="402" y="1356"/>
                    </a:cubicBezTo>
                    <a:lnTo>
                      <a:pt x="402" y="1356"/>
                    </a:lnTo>
                    <a:cubicBezTo>
                      <a:pt x="401" y="1353"/>
                      <a:pt x="400" y="1349"/>
                      <a:pt x="398" y="1345"/>
                    </a:cubicBezTo>
                    <a:cubicBezTo>
                      <a:pt x="398" y="1315"/>
                      <a:pt x="383" y="1285"/>
                      <a:pt x="368" y="1240"/>
                    </a:cubicBezTo>
                    <a:cubicBezTo>
                      <a:pt x="353" y="1165"/>
                      <a:pt x="323" y="1091"/>
                      <a:pt x="308" y="1016"/>
                    </a:cubicBezTo>
                    <a:cubicBezTo>
                      <a:pt x="249" y="702"/>
                      <a:pt x="189" y="404"/>
                      <a:pt x="129" y="105"/>
                    </a:cubicBezTo>
                    <a:cubicBezTo>
                      <a:pt x="124" y="78"/>
                      <a:pt x="105" y="67"/>
                      <a:pt x="83" y="67"/>
                    </a:cubicBezTo>
                    <a:cubicBezTo>
                      <a:pt x="45" y="67"/>
                      <a:pt x="0" y="102"/>
                      <a:pt x="10" y="150"/>
                    </a:cubicBezTo>
                    <a:cubicBezTo>
                      <a:pt x="69" y="493"/>
                      <a:pt x="129" y="822"/>
                      <a:pt x="219" y="1165"/>
                    </a:cubicBezTo>
                    <a:cubicBezTo>
                      <a:pt x="249" y="1240"/>
                      <a:pt x="264" y="1330"/>
                      <a:pt x="279" y="1404"/>
                    </a:cubicBezTo>
                    <a:cubicBezTo>
                      <a:pt x="291" y="1456"/>
                      <a:pt x="327" y="1497"/>
                      <a:pt x="375" y="1497"/>
                    </a:cubicBezTo>
                    <a:cubicBezTo>
                      <a:pt x="383" y="1497"/>
                      <a:pt x="390" y="1496"/>
                      <a:pt x="398" y="1494"/>
                    </a:cubicBezTo>
                    <a:cubicBezTo>
                      <a:pt x="473" y="1494"/>
                      <a:pt x="532" y="1449"/>
                      <a:pt x="592" y="1434"/>
                    </a:cubicBezTo>
                    <a:cubicBezTo>
                      <a:pt x="637" y="1419"/>
                      <a:pt x="667" y="1419"/>
                      <a:pt x="697" y="1404"/>
                    </a:cubicBezTo>
                    <a:cubicBezTo>
                      <a:pt x="980" y="2958"/>
                      <a:pt x="1294" y="4496"/>
                      <a:pt x="1623" y="6049"/>
                    </a:cubicBezTo>
                    <a:cubicBezTo>
                      <a:pt x="1712" y="6020"/>
                      <a:pt x="1817" y="6005"/>
                      <a:pt x="1907" y="5975"/>
                    </a:cubicBezTo>
                    <a:cubicBezTo>
                      <a:pt x="1533" y="3988"/>
                      <a:pt x="1160" y="1987"/>
                      <a:pt x="7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4"/>
              <p:cNvSpPr/>
              <p:nvPr/>
            </p:nvSpPr>
            <p:spPr>
              <a:xfrm>
                <a:off x="-3090775" y="1544600"/>
                <a:ext cx="13850" cy="9175"/>
              </a:xfrm>
              <a:custGeom>
                <a:rect b="b" l="l" r="r" t="t"/>
                <a:pathLst>
                  <a:path extrusionOk="0" h="367" w="554">
                    <a:moveTo>
                      <a:pt x="478" y="1"/>
                    </a:moveTo>
                    <a:cubicBezTo>
                      <a:pt x="467" y="1"/>
                      <a:pt x="457" y="5"/>
                      <a:pt x="449" y="13"/>
                    </a:cubicBezTo>
                    <a:cubicBezTo>
                      <a:pt x="314" y="88"/>
                      <a:pt x="180" y="178"/>
                      <a:pt x="45" y="252"/>
                    </a:cubicBezTo>
                    <a:cubicBezTo>
                      <a:pt x="15" y="267"/>
                      <a:pt x="0" y="312"/>
                      <a:pt x="15" y="342"/>
                    </a:cubicBezTo>
                    <a:cubicBezTo>
                      <a:pt x="24" y="359"/>
                      <a:pt x="43" y="367"/>
                      <a:pt x="63" y="367"/>
                    </a:cubicBezTo>
                    <a:cubicBezTo>
                      <a:pt x="78" y="367"/>
                      <a:pt x="93" y="363"/>
                      <a:pt x="105" y="357"/>
                    </a:cubicBezTo>
                    <a:cubicBezTo>
                      <a:pt x="239" y="282"/>
                      <a:pt x="389" y="193"/>
                      <a:pt x="508" y="118"/>
                    </a:cubicBezTo>
                    <a:cubicBezTo>
                      <a:pt x="538" y="103"/>
                      <a:pt x="553" y="73"/>
                      <a:pt x="538" y="43"/>
                    </a:cubicBezTo>
                    <a:cubicBezTo>
                      <a:pt x="528" y="22"/>
                      <a:pt x="502" y="1"/>
                      <a:pt x="47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4"/>
              <p:cNvSpPr/>
              <p:nvPr/>
            </p:nvSpPr>
            <p:spPr>
              <a:xfrm>
                <a:off x="-3088900" y="1542800"/>
                <a:ext cx="10100" cy="13275"/>
              </a:xfrm>
              <a:custGeom>
                <a:rect b="b" l="l" r="r" t="t"/>
                <a:pathLst>
                  <a:path extrusionOk="0" h="531" w="404">
                    <a:moveTo>
                      <a:pt x="87" y="1"/>
                    </a:moveTo>
                    <a:cubicBezTo>
                      <a:pt x="72" y="1"/>
                      <a:pt x="57" y="4"/>
                      <a:pt x="45" y="11"/>
                    </a:cubicBezTo>
                    <a:cubicBezTo>
                      <a:pt x="15" y="26"/>
                      <a:pt x="0" y="55"/>
                      <a:pt x="30" y="100"/>
                    </a:cubicBezTo>
                    <a:cubicBezTo>
                      <a:pt x="105" y="235"/>
                      <a:pt x="179" y="369"/>
                      <a:pt x="284" y="489"/>
                    </a:cubicBezTo>
                    <a:cubicBezTo>
                      <a:pt x="294" y="510"/>
                      <a:pt x="313" y="531"/>
                      <a:pt x="333" y="531"/>
                    </a:cubicBezTo>
                    <a:cubicBezTo>
                      <a:pt x="341" y="531"/>
                      <a:pt x="350" y="527"/>
                      <a:pt x="359" y="518"/>
                    </a:cubicBezTo>
                    <a:cubicBezTo>
                      <a:pt x="388" y="504"/>
                      <a:pt x="403" y="459"/>
                      <a:pt x="388" y="429"/>
                    </a:cubicBezTo>
                    <a:cubicBezTo>
                      <a:pt x="299" y="294"/>
                      <a:pt x="209" y="175"/>
                      <a:pt x="135" y="26"/>
                    </a:cubicBezTo>
                    <a:cubicBezTo>
                      <a:pt x="126" y="8"/>
                      <a:pt x="107" y="1"/>
                      <a:pt x="8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 name="Google Shape;169;p34"/>
              <p:cNvGrpSpPr/>
              <p:nvPr/>
            </p:nvGrpSpPr>
            <p:grpSpPr>
              <a:xfrm>
                <a:off x="-3208775" y="1525125"/>
                <a:ext cx="115025" cy="308825"/>
                <a:chOff x="-3208775" y="1525125"/>
                <a:chExt cx="115025" cy="308825"/>
              </a:xfrm>
            </p:grpSpPr>
            <p:sp>
              <p:nvSpPr>
                <p:cNvPr id="170" name="Google Shape;170;p34"/>
                <p:cNvSpPr/>
                <p:nvPr/>
              </p:nvSpPr>
              <p:spPr>
                <a:xfrm>
                  <a:off x="-3142675" y="1525125"/>
                  <a:ext cx="48925" cy="104950"/>
                </a:xfrm>
                <a:custGeom>
                  <a:rect b="b" l="l" r="r" t="t"/>
                  <a:pathLst>
                    <a:path extrusionOk="0" h="4198" w="1957">
                      <a:moveTo>
                        <a:pt x="523" y="1"/>
                      </a:moveTo>
                      <a:cubicBezTo>
                        <a:pt x="478" y="31"/>
                        <a:pt x="434" y="60"/>
                        <a:pt x="389" y="90"/>
                      </a:cubicBezTo>
                      <a:cubicBezTo>
                        <a:pt x="344" y="120"/>
                        <a:pt x="299" y="150"/>
                        <a:pt x="254" y="180"/>
                      </a:cubicBezTo>
                      <a:cubicBezTo>
                        <a:pt x="284" y="314"/>
                        <a:pt x="314" y="449"/>
                        <a:pt x="359" y="598"/>
                      </a:cubicBezTo>
                      <a:cubicBezTo>
                        <a:pt x="239" y="673"/>
                        <a:pt x="120" y="762"/>
                        <a:pt x="0" y="867"/>
                      </a:cubicBezTo>
                      <a:cubicBezTo>
                        <a:pt x="284" y="1330"/>
                        <a:pt x="1001" y="2644"/>
                        <a:pt x="1509" y="4198"/>
                      </a:cubicBezTo>
                      <a:cubicBezTo>
                        <a:pt x="1569" y="4168"/>
                        <a:pt x="1643" y="4138"/>
                        <a:pt x="1733" y="4108"/>
                      </a:cubicBezTo>
                      <a:cubicBezTo>
                        <a:pt x="1808" y="4078"/>
                        <a:pt x="1882" y="4063"/>
                        <a:pt x="1957" y="4048"/>
                      </a:cubicBezTo>
                      <a:cubicBezTo>
                        <a:pt x="1838" y="2734"/>
                        <a:pt x="1584" y="1435"/>
                        <a:pt x="1180" y="180"/>
                      </a:cubicBezTo>
                      <a:cubicBezTo>
                        <a:pt x="1031" y="225"/>
                        <a:pt x="897" y="284"/>
                        <a:pt x="762" y="359"/>
                      </a:cubicBezTo>
                      <a:cubicBezTo>
                        <a:pt x="687" y="240"/>
                        <a:pt x="613" y="120"/>
                        <a:pt x="52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4"/>
                <p:cNvSpPr/>
                <p:nvPr/>
              </p:nvSpPr>
              <p:spPr>
                <a:xfrm>
                  <a:off x="-3165075" y="1545300"/>
                  <a:ext cx="60500" cy="92250"/>
                </a:xfrm>
                <a:custGeom>
                  <a:rect b="b" l="l" r="r" t="t"/>
                  <a:pathLst>
                    <a:path extrusionOk="0" h="3690" w="2420">
                      <a:moveTo>
                        <a:pt x="971" y="0"/>
                      </a:moveTo>
                      <a:cubicBezTo>
                        <a:pt x="852" y="75"/>
                        <a:pt x="747" y="179"/>
                        <a:pt x="628" y="284"/>
                      </a:cubicBezTo>
                      <a:cubicBezTo>
                        <a:pt x="538" y="194"/>
                        <a:pt x="448" y="120"/>
                        <a:pt x="359" y="45"/>
                      </a:cubicBezTo>
                      <a:cubicBezTo>
                        <a:pt x="314" y="90"/>
                        <a:pt x="269" y="120"/>
                        <a:pt x="239" y="165"/>
                      </a:cubicBezTo>
                      <a:cubicBezTo>
                        <a:pt x="194" y="224"/>
                        <a:pt x="165" y="254"/>
                        <a:pt x="120" y="299"/>
                      </a:cubicBezTo>
                      <a:cubicBezTo>
                        <a:pt x="179" y="418"/>
                        <a:pt x="239" y="538"/>
                        <a:pt x="284" y="657"/>
                      </a:cubicBezTo>
                      <a:cubicBezTo>
                        <a:pt x="194" y="777"/>
                        <a:pt x="105" y="896"/>
                        <a:pt x="0" y="1016"/>
                      </a:cubicBezTo>
                      <a:cubicBezTo>
                        <a:pt x="344" y="1374"/>
                        <a:pt x="1255" y="2375"/>
                        <a:pt x="2017" y="3689"/>
                      </a:cubicBezTo>
                      <a:cubicBezTo>
                        <a:pt x="2076" y="3615"/>
                        <a:pt x="2151" y="3555"/>
                        <a:pt x="2211" y="3510"/>
                      </a:cubicBezTo>
                      <a:cubicBezTo>
                        <a:pt x="2285" y="3465"/>
                        <a:pt x="2345" y="3421"/>
                        <a:pt x="2420" y="3376"/>
                      </a:cubicBezTo>
                      <a:cubicBezTo>
                        <a:pt x="2061" y="2181"/>
                        <a:pt x="1569" y="1046"/>
                        <a:pt x="9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4"/>
                <p:cNvSpPr/>
                <p:nvPr/>
              </p:nvSpPr>
              <p:spPr>
                <a:xfrm>
                  <a:off x="-3182250" y="1568825"/>
                  <a:ext cx="68350" cy="78800"/>
                </a:xfrm>
                <a:custGeom>
                  <a:rect b="b" l="l" r="r" t="t"/>
                  <a:pathLst>
                    <a:path extrusionOk="0" h="3152" w="2734">
                      <a:moveTo>
                        <a:pt x="747" y="0"/>
                      </a:moveTo>
                      <a:cubicBezTo>
                        <a:pt x="657" y="105"/>
                        <a:pt x="568" y="239"/>
                        <a:pt x="478" y="374"/>
                      </a:cubicBezTo>
                      <a:cubicBezTo>
                        <a:pt x="389" y="314"/>
                        <a:pt x="284" y="269"/>
                        <a:pt x="179" y="224"/>
                      </a:cubicBezTo>
                      <a:cubicBezTo>
                        <a:pt x="150" y="284"/>
                        <a:pt x="120" y="329"/>
                        <a:pt x="90" y="374"/>
                      </a:cubicBezTo>
                      <a:cubicBezTo>
                        <a:pt x="60" y="433"/>
                        <a:pt x="30" y="478"/>
                        <a:pt x="0" y="538"/>
                      </a:cubicBezTo>
                      <a:cubicBezTo>
                        <a:pt x="75" y="628"/>
                        <a:pt x="150" y="717"/>
                        <a:pt x="209" y="822"/>
                      </a:cubicBezTo>
                      <a:cubicBezTo>
                        <a:pt x="135" y="956"/>
                        <a:pt x="75" y="1091"/>
                        <a:pt x="0" y="1240"/>
                      </a:cubicBezTo>
                      <a:cubicBezTo>
                        <a:pt x="389" y="1479"/>
                        <a:pt x="1404" y="2181"/>
                        <a:pt x="2405" y="3152"/>
                      </a:cubicBezTo>
                      <a:cubicBezTo>
                        <a:pt x="2450" y="3077"/>
                        <a:pt x="2494" y="3002"/>
                        <a:pt x="2554" y="2913"/>
                      </a:cubicBezTo>
                      <a:cubicBezTo>
                        <a:pt x="2614" y="2838"/>
                        <a:pt x="2674" y="2778"/>
                        <a:pt x="2733" y="2719"/>
                      </a:cubicBezTo>
                      <a:cubicBezTo>
                        <a:pt x="2151" y="1703"/>
                        <a:pt x="1479" y="792"/>
                        <a:pt x="74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4"/>
                <p:cNvSpPr/>
                <p:nvPr/>
              </p:nvSpPr>
              <p:spPr>
                <a:xfrm>
                  <a:off x="-3196825" y="1596825"/>
                  <a:ext cx="75450" cy="62375"/>
                </a:xfrm>
                <a:custGeom>
                  <a:rect b="b" l="l" r="r" t="t"/>
                  <a:pathLst>
                    <a:path extrusionOk="0" h="2495" w="3018">
                      <a:moveTo>
                        <a:pt x="628" y="0"/>
                      </a:moveTo>
                      <a:cubicBezTo>
                        <a:pt x="568" y="150"/>
                        <a:pt x="509" y="299"/>
                        <a:pt x="449" y="434"/>
                      </a:cubicBezTo>
                      <a:cubicBezTo>
                        <a:pt x="329" y="419"/>
                        <a:pt x="240" y="404"/>
                        <a:pt x="120" y="374"/>
                      </a:cubicBezTo>
                      <a:cubicBezTo>
                        <a:pt x="105" y="434"/>
                        <a:pt x="90" y="493"/>
                        <a:pt x="60" y="538"/>
                      </a:cubicBezTo>
                      <a:cubicBezTo>
                        <a:pt x="46" y="598"/>
                        <a:pt x="31" y="643"/>
                        <a:pt x="1" y="702"/>
                      </a:cubicBezTo>
                      <a:cubicBezTo>
                        <a:pt x="90" y="777"/>
                        <a:pt x="165" y="837"/>
                        <a:pt x="255" y="926"/>
                      </a:cubicBezTo>
                      <a:cubicBezTo>
                        <a:pt x="210" y="1061"/>
                        <a:pt x="150" y="1210"/>
                        <a:pt x="120" y="1360"/>
                      </a:cubicBezTo>
                      <a:cubicBezTo>
                        <a:pt x="523" y="1494"/>
                        <a:pt x="1644" y="1912"/>
                        <a:pt x="2779" y="2495"/>
                      </a:cubicBezTo>
                      <a:cubicBezTo>
                        <a:pt x="2809" y="2405"/>
                        <a:pt x="2839" y="2315"/>
                        <a:pt x="2883" y="2226"/>
                      </a:cubicBezTo>
                      <a:cubicBezTo>
                        <a:pt x="2913" y="2136"/>
                        <a:pt x="2973" y="2062"/>
                        <a:pt x="3018" y="1972"/>
                      </a:cubicBezTo>
                      <a:cubicBezTo>
                        <a:pt x="2271" y="1210"/>
                        <a:pt x="1464" y="553"/>
                        <a:pt x="62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4"/>
                <p:cNvSpPr/>
                <p:nvPr/>
              </p:nvSpPr>
              <p:spPr>
                <a:xfrm>
                  <a:off x="-3205775" y="1628550"/>
                  <a:ext cx="78800" cy="44475"/>
                </a:xfrm>
                <a:custGeom>
                  <a:rect b="b" l="l" r="r" t="t"/>
                  <a:pathLst>
                    <a:path extrusionOk="0" h="1779" w="3152">
                      <a:moveTo>
                        <a:pt x="508" y="1"/>
                      </a:moveTo>
                      <a:cubicBezTo>
                        <a:pt x="463" y="150"/>
                        <a:pt x="418" y="285"/>
                        <a:pt x="389" y="449"/>
                      </a:cubicBezTo>
                      <a:lnTo>
                        <a:pt x="60" y="449"/>
                      </a:lnTo>
                      <a:cubicBezTo>
                        <a:pt x="60" y="509"/>
                        <a:pt x="45" y="569"/>
                        <a:pt x="30" y="628"/>
                      </a:cubicBezTo>
                      <a:cubicBezTo>
                        <a:pt x="30" y="673"/>
                        <a:pt x="15" y="733"/>
                        <a:pt x="0" y="793"/>
                      </a:cubicBezTo>
                      <a:cubicBezTo>
                        <a:pt x="90" y="837"/>
                        <a:pt x="194" y="897"/>
                        <a:pt x="284" y="942"/>
                      </a:cubicBezTo>
                      <a:cubicBezTo>
                        <a:pt x="254" y="1091"/>
                        <a:pt x="239" y="1241"/>
                        <a:pt x="224" y="1390"/>
                      </a:cubicBezTo>
                      <a:cubicBezTo>
                        <a:pt x="657" y="1435"/>
                        <a:pt x="1807" y="1584"/>
                        <a:pt x="3032" y="1778"/>
                      </a:cubicBezTo>
                      <a:cubicBezTo>
                        <a:pt x="3032" y="1674"/>
                        <a:pt x="3062" y="1584"/>
                        <a:pt x="3077" y="1480"/>
                      </a:cubicBezTo>
                      <a:cubicBezTo>
                        <a:pt x="3107" y="1390"/>
                        <a:pt x="3122" y="1300"/>
                        <a:pt x="3152" y="1196"/>
                      </a:cubicBezTo>
                      <a:cubicBezTo>
                        <a:pt x="2285" y="718"/>
                        <a:pt x="1404" y="315"/>
                        <a:pt x="50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4"/>
                <p:cNvSpPr/>
                <p:nvPr/>
              </p:nvSpPr>
              <p:spPr>
                <a:xfrm>
                  <a:off x="-3208775" y="1661050"/>
                  <a:ext cx="78825" cy="35500"/>
                </a:xfrm>
                <a:custGeom>
                  <a:rect b="b" l="l" r="r" t="t"/>
                  <a:pathLst>
                    <a:path extrusionOk="0" h="1420" w="3153">
                      <a:moveTo>
                        <a:pt x="359" y="0"/>
                      </a:moveTo>
                      <a:cubicBezTo>
                        <a:pt x="329" y="135"/>
                        <a:pt x="314" y="299"/>
                        <a:pt x="314" y="448"/>
                      </a:cubicBezTo>
                      <a:cubicBezTo>
                        <a:pt x="210" y="478"/>
                        <a:pt x="105" y="508"/>
                        <a:pt x="1" y="523"/>
                      </a:cubicBezTo>
                      <a:lnTo>
                        <a:pt x="1" y="702"/>
                      </a:lnTo>
                      <a:cubicBezTo>
                        <a:pt x="1" y="747"/>
                        <a:pt x="1" y="807"/>
                        <a:pt x="1" y="867"/>
                      </a:cubicBezTo>
                      <a:cubicBezTo>
                        <a:pt x="90" y="897"/>
                        <a:pt x="210" y="926"/>
                        <a:pt x="299" y="956"/>
                      </a:cubicBezTo>
                      <a:cubicBezTo>
                        <a:pt x="299" y="1121"/>
                        <a:pt x="314" y="1270"/>
                        <a:pt x="314" y="1419"/>
                      </a:cubicBezTo>
                      <a:cubicBezTo>
                        <a:pt x="748" y="1389"/>
                        <a:pt x="1913" y="1255"/>
                        <a:pt x="3137" y="1046"/>
                      </a:cubicBezTo>
                      <a:cubicBezTo>
                        <a:pt x="3137" y="941"/>
                        <a:pt x="3137" y="837"/>
                        <a:pt x="3137" y="747"/>
                      </a:cubicBezTo>
                      <a:cubicBezTo>
                        <a:pt x="3137" y="643"/>
                        <a:pt x="3137" y="538"/>
                        <a:pt x="3152" y="448"/>
                      </a:cubicBezTo>
                      <a:cubicBezTo>
                        <a:pt x="2226" y="269"/>
                        <a:pt x="1285" y="120"/>
                        <a:pt x="3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4"/>
                <p:cNvSpPr/>
                <p:nvPr/>
              </p:nvSpPr>
              <p:spPr>
                <a:xfrm>
                  <a:off x="-3207275" y="1685700"/>
                  <a:ext cx="79175" cy="43700"/>
                </a:xfrm>
                <a:custGeom>
                  <a:rect b="b" l="l" r="r" t="t"/>
                  <a:pathLst>
                    <a:path extrusionOk="0" h="1748" w="3167">
                      <a:moveTo>
                        <a:pt x="3077" y="0"/>
                      </a:moveTo>
                      <a:cubicBezTo>
                        <a:pt x="2136" y="149"/>
                        <a:pt x="1195" y="254"/>
                        <a:pt x="254" y="314"/>
                      </a:cubicBezTo>
                      <a:cubicBezTo>
                        <a:pt x="254" y="478"/>
                        <a:pt x="269" y="627"/>
                        <a:pt x="284" y="777"/>
                      </a:cubicBezTo>
                      <a:cubicBezTo>
                        <a:pt x="195" y="837"/>
                        <a:pt x="90" y="881"/>
                        <a:pt x="1" y="926"/>
                      </a:cubicBezTo>
                      <a:cubicBezTo>
                        <a:pt x="1" y="971"/>
                        <a:pt x="15" y="1031"/>
                        <a:pt x="15" y="1090"/>
                      </a:cubicBezTo>
                      <a:cubicBezTo>
                        <a:pt x="30" y="1150"/>
                        <a:pt x="30" y="1210"/>
                        <a:pt x="45" y="1255"/>
                      </a:cubicBezTo>
                      <a:cubicBezTo>
                        <a:pt x="150" y="1270"/>
                        <a:pt x="254" y="1270"/>
                        <a:pt x="359" y="1285"/>
                      </a:cubicBezTo>
                      <a:cubicBezTo>
                        <a:pt x="389" y="1434"/>
                        <a:pt x="419" y="1598"/>
                        <a:pt x="449" y="1748"/>
                      </a:cubicBezTo>
                      <a:cubicBezTo>
                        <a:pt x="867" y="1613"/>
                        <a:pt x="2002" y="1210"/>
                        <a:pt x="3167" y="583"/>
                      </a:cubicBezTo>
                      <a:cubicBezTo>
                        <a:pt x="3137" y="493"/>
                        <a:pt x="3122" y="403"/>
                        <a:pt x="3107" y="299"/>
                      </a:cubicBezTo>
                      <a:cubicBezTo>
                        <a:pt x="3092" y="194"/>
                        <a:pt x="3077" y="105"/>
                        <a:pt x="307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4"/>
                <p:cNvSpPr/>
                <p:nvPr/>
              </p:nvSpPr>
              <p:spPr>
                <a:xfrm>
                  <a:off x="-3200550" y="1699125"/>
                  <a:ext cx="77675" cy="62025"/>
                </a:xfrm>
                <a:custGeom>
                  <a:rect b="b" l="l" r="r" t="t"/>
                  <a:pathLst>
                    <a:path extrusionOk="0" h="2481" w="3107">
                      <a:moveTo>
                        <a:pt x="2898" y="1"/>
                      </a:moveTo>
                      <a:cubicBezTo>
                        <a:pt x="2002" y="449"/>
                        <a:pt x="1076" y="822"/>
                        <a:pt x="165" y="1106"/>
                      </a:cubicBezTo>
                      <a:cubicBezTo>
                        <a:pt x="195" y="1255"/>
                        <a:pt x="239" y="1405"/>
                        <a:pt x="269" y="1554"/>
                      </a:cubicBezTo>
                      <a:cubicBezTo>
                        <a:pt x="180" y="1614"/>
                        <a:pt x="90" y="1689"/>
                        <a:pt x="0" y="1763"/>
                      </a:cubicBezTo>
                      <a:cubicBezTo>
                        <a:pt x="15" y="1808"/>
                        <a:pt x="45" y="1868"/>
                        <a:pt x="60" y="1928"/>
                      </a:cubicBezTo>
                      <a:cubicBezTo>
                        <a:pt x="75" y="1987"/>
                        <a:pt x="90" y="2047"/>
                        <a:pt x="120" y="2092"/>
                      </a:cubicBezTo>
                      <a:cubicBezTo>
                        <a:pt x="224" y="2077"/>
                        <a:pt x="329" y="2062"/>
                        <a:pt x="433" y="2047"/>
                      </a:cubicBezTo>
                      <a:cubicBezTo>
                        <a:pt x="493" y="2196"/>
                        <a:pt x="538" y="2331"/>
                        <a:pt x="613" y="2480"/>
                      </a:cubicBezTo>
                      <a:cubicBezTo>
                        <a:pt x="1001" y="2241"/>
                        <a:pt x="2076" y="1539"/>
                        <a:pt x="3107" y="539"/>
                      </a:cubicBezTo>
                      <a:cubicBezTo>
                        <a:pt x="3047" y="449"/>
                        <a:pt x="3017" y="374"/>
                        <a:pt x="2988" y="270"/>
                      </a:cubicBezTo>
                      <a:cubicBezTo>
                        <a:pt x="2943" y="180"/>
                        <a:pt x="2928" y="105"/>
                        <a:pt x="289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4"/>
                <p:cNvSpPr/>
                <p:nvPr/>
              </p:nvSpPr>
              <p:spPr>
                <a:xfrm>
                  <a:off x="-3187475" y="1711450"/>
                  <a:ext cx="71700" cy="79200"/>
                </a:xfrm>
                <a:custGeom>
                  <a:rect b="b" l="l" r="r" t="t"/>
                  <a:pathLst>
                    <a:path extrusionOk="0" h="3168" w="2868">
                      <a:moveTo>
                        <a:pt x="2554" y="1"/>
                      </a:moveTo>
                      <a:cubicBezTo>
                        <a:pt x="1763" y="747"/>
                        <a:pt x="911" y="1375"/>
                        <a:pt x="45" y="1898"/>
                      </a:cubicBezTo>
                      <a:cubicBezTo>
                        <a:pt x="105" y="2032"/>
                        <a:pt x="164" y="2181"/>
                        <a:pt x="239" y="2316"/>
                      </a:cubicBezTo>
                      <a:cubicBezTo>
                        <a:pt x="164" y="2405"/>
                        <a:pt x="90" y="2510"/>
                        <a:pt x="0" y="2600"/>
                      </a:cubicBezTo>
                      <a:cubicBezTo>
                        <a:pt x="30" y="2659"/>
                        <a:pt x="60" y="2704"/>
                        <a:pt x="90" y="2749"/>
                      </a:cubicBezTo>
                      <a:cubicBezTo>
                        <a:pt x="120" y="2809"/>
                        <a:pt x="149" y="2868"/>
                        <a:pt x="164" y="2913"/>
                      </a:cubicBezTo>
                      <a:cubicBezTo>
                        <a:pt x="284" y="2868"/>
                        <a:pt x="373" y="2824"/>
                        <a:pt x="478" y="2764"/>
                      </a:cubicBezTo>
                      <a:cubicBezTo>
                        <a:pt x="568" y="2913"/>
                        <a:pt x="642" y="3033"/>
                        <a:pt x="732" y="3167"/>
                      </a:cubicBezTo>
                      <a:cubicBezTo>
                        <a:pt x="1090" y="2809"/>
                        <a:pt x="2046" y="1763"/>
                        <a:pt x="2868" y="434"/>
                      </a:cubicBezTo>
                      <a:cubicBezTo>
                        <a:pt x="2808" y="374"/>
                        <a:pt x="2748" y="314"/>
                        <a:pt x="2703" y="240"/>
                      </a:cubicBezTo>
                      <a:cubicBezTo>
                        <a:pt x="2644" y="165"/>
                        <a:pt x="2599" y="90"/>
                        <a:pt x="255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4"/>
                <p:cNvSpPr/>
                <p:nvPr/>
              </p:nvSpPr>
              <p:spPr>
                <a:xfrm>
                  <a:off x="-3171050" y="1721525"/>
                  <a:ext cx="63875" cy="92650"/>
                </a:xfrm>
                <a:custGeom>
                  <a:rect b="b" l="l" r="r" t="t"/>
                  <a:pathLst>
                    <a:path extrusionOk="0" h="3706" w="2555">
                      <a:moveTo>
                        <a:pt x="2181" y="1"/>
                      </a:moveTo>
                      <a:cubicBezTo>
                        <a:pt x="1539" y="1002"/>
                        <a:pt x="807" y="1898"/>
                        <a:pt x="0" y="2674"/>
                      </a:cubicBezTo>
                      <a:cubicBezTo>
                        <a:pt x="105" y="2794"/>
                        <a:pt x="194" y="2913"/>
                        <a:pt x="284" y="3033"/>
                      </a:cubicBezTo>
                      <a:cubicBezTo>
                        <a:pt x="224" y="3167"/>
                        <a:pt x="165" y="3272"/>
                        <a:pt x="90" y="3391"/>
                      </a:cubicBezTo>
                      <a:cubicBezTo>
                        <a:pt x="135" y="3436"/>
                        <a:pt x="165" y="3481"/>
                        <a:pt x="194" y="3526"/>
                      </a:cubicBezTo>
                      <a:cubicBezTo>
                        <a:pt x="239" y="3571"/>
                        <a:pt x="269" y="3615"/>
                        <a:pt x="314" y="3660"/>
                      </a:cubicBezTo>
                      <a:cubicBezTo>
                        <a:pt x="404" y="3586"/>
                        <a:pt x="508" y="3496"/>
                        <a:pt x="613" y="3406"/>
                      </a:cubicBezTo>
                      <a:cubicBezTo>
                        <a:pt x="717" y="3511"/>
                        <a:pt x="822" y="3615"/>
                        <a:pt x="926" y="3705"/>
                      </a:cubicBezTo>
                      <a:cubicBezTo>
                        <a:pt x="1240" y="3227"/>
                        <a:pt x="2017" y="1883"/>
                        <a:pt x="2554" y="315"/>
                      </a:cubicBezTo>
                      <a:cubicBezTo>
                        <a:pt x="2495" y="270"/>
                        <a:pt x="2420" y="225"/>
                        <a:pt x="2360" y="180"/>
                      </a:cubicBezTo>
                      <a:cubicBezTo>
                        <a:pt x="2285" y="120"/>
                        <a:pt x="2241" y="61"/>
                        <a:pt x="218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4"/>
                <p:cNvSpPr/>
                <p:nvPr/>
              </p:nvSpPr>
              <p:spPr>
                <a:xfrm>
                  <a:off x="-3149400" y="1728625"/>
                  <a:ext cx="53050" cy="105325"/>
                </a:xfrm>
                <a:custGeom>
                  <a:rect b="b" l="l" r="r" t="t"/>
                  <a:pathLst>
                    <a:path extrusionOk="0" h="4213" w="2122">
                      <a:moveTo>
                        <a:pt x="1673" y="1"/>
                      </a:moveTo>
                      <a:cubicBezTo>
                        <a:pt x="1225" y="1211"/>
                        <a:pt x="673" y="2316"/>
                        <a:pt x="1" y="3361"/>
                      </a:cubicBezTo>
                      <a:cubicBezTo>
                        <a:pt x="105" y="3451"/>
                        <a:pt x="225" y="3541"/>
                        <a:pt x="344" y="3630"/>
                      </a:cubicBezTo>
                      <a:cubicBezTo>
                        <a:pt x="314" y="3765"/>
                        <a:pt x="269" y="3899"/>
                        <a:pt x="225" y="4048"/>
                      </a:cubicBezTo>
                      <a:cubicBezTo>
                        <a:pt x="269" y="4078"/>
                        <a:pt x="314" y="4093"/>
                        <a:pt x="359" y="4123"/>
                      </a:cubicBezTo>
                      <a:cubicBezTo>
                        <a:pt x="404" y="4153"/>
                        <a:pt x="449" y="4183"/>
                        <a:pt x="493" y="4213"/>
                      </a:cubicBezTo>
                      <a:cubicBezTo>
                        <a:pt x="583" y="4093"/>
                        <a:pt x="673" y="3989"/>
                        <a:pt x="762" y="3869"/>
                      </a:cubicBezTo>
                      <a:cubicBezTo>
                        <a:pt x="897" y="3929"/>
                        <a:pt x="1016" y="3989"/>
                        <a:pt x="1166" y="4033"/>
                      </a:cubicBezTo>
                      <a:cubicBezTo>
                        <a:pt x="1375" y="3451"/>
                        <a:pt x="1897" y="1853"/>
                        <a:pt x="2121" y="150"/>
                      </a:cubicBezTo>
                      <a:cubicBezTo>
                        <a:pt x="2047" y="135"/>
                        <a:pt x="1957" y="120"/>
                        <a:pt x="1882" y="105"/>
                      </a:cubicBezTo>
                      <a:cubicBezTo>
                        <a:pt x="1808" y="75"/>
                        <a:pt x="1733" y="46"/>
                        <a:pt x="167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1" name="Google Shape;181;p34"/>
              <p:cNvSpPr/>
              <p:nvPr/>
            </p:nvSpPr>
            <p:spPr>
              <a:xfrm>
                <a:off x="-3088150" y="1795100"/>
                <a:ext cx="8225" cy="40350"/>
              </a:xfrm>
              <a:custGeom>
                <a:rect b="b" l="l" r="r" t="t"/>
                <a:pathLst>
                  <a:path extrusionOk="0" h="1614" w="329">
                    <a:moveTo>
                      <a:pt x="60" y="0"/>
                    </a:moveTo>
                    <a:cubicBezTo>
                      <a:pt x="45" y="0"/>
                      <a:pt x="45" y="0"/>
                      <a:pt x="45" y="15"/>
                    </a:cubicBezTo>
                    <a:cubicBezTo>
                      <a:pt x="30" y="15"/>
                      <a:pt x="30" y="15"/>
                      <a:pt x="30" y="30"/>
                    </a:cubicBezTo>
                    <a:lnTo>
                      <a:pt x="30" y="45"/>
                    </a:lnTo>
                    <a:lnTo>
                      <a:pt x="30" y="105"/>
                    </a:lnTo>
                    <a:lnTo>
                      <a:pt x="15" y="209"/>
                    </a:lnTo>
                    <a:lnTo>
                      <a:pt x="15" y="404"/>
                    </a:lnTo>
                    <a:cubicBezTo>
                      <a:pt x="15" y="538"/>
                      <a:pt x="0" y="672"/>
                      <a:pt x="0" y="822"/>
                    </a:cubicBezTo>
                    <a:cubicBezTo>
                      <a:pt x="0" y="956"/>
                      <a:pt x="0" y="1091"/>
                      <a:pt x="15" y="1225"/>
                    </a:cubicBezTo>
                    <a:lnTo>
                      <a:pt x="30" y="1419"/>
                    </a:lnTo>
                    <a:cubicBezTo>
                      <a:pt x="30" y="1449"/>
                      <a:pt x="30" y="1494"/>
                      <a:pt x="45" y="1524"/>
                    </a:cubicBezTo>
                    <a:cubicBezTo>
                      <a:pt x="45" y="1539"/>
                      <a:pt x="45" y="1554"/>
                      <a:pt x="60" y="1569"/>
                    </a:cubicBezTo>
                    <a:cubicBezTo>
                      <a:pt x="60" y="1584"/>
                      <a:pt x="75" y="1598"/>
                      <a:pt x="120" y="1613"/>
                    </a:cubicBezTo>
                    <a:lnTo>
                      <a:pt x="269" y="1613"/>
                    </a:lnTo>
                    <a:cubicBezTo>
                      <a:pt x="299" y="1598"/>
                      <a:pt x="314" y="1569"/>
                      <a:pt x="314" y="1554"/>
                    </a:cubicBezTo>
                    <a:cubicBezTo>
                      <a:pt x="314" y="1539"/>
                      <a:pt x="329" y="1524"/>
                      <a:pt x="329" y="1494"/>
                    </a:cubicBezTo>
                    <a:cubicBezTo>
                      <a:pt x="329" y="1464"/>
                      <a:pt x="329" y="1434"/>
                      <a:pt x="329" y="1404"/>
                    </a:cubicBezTo>
                    <a:lnTo>
                      <a:pt x="314" y="1195"/>
                    </a:lnTo>
                    <a:cubicBezTo>
                      <a:pt x="299" y="1076"/>
                      <a:pt x="284" y="926"/>
                      <a:pt x="254" y="792"/>
                    </a:cubicBezTo>
                    <a:cubicBezTo>
                      <a:pt x="239" y="672"/>
                      <a:pt x="209" y="523"/>
                      <a:pt x="179" y="404"/>
                    </a:cubicBezTo>
                    <a:lnTo>
                      <a:pt x="149" y="195"/>
                    </a:lnTo>
                    <a:lnTo>
                      <a:pt x="134" y="90"/>
                    </a:lnTo>
                    <a:cubicBezTo>
                      <a:pt x="134" y="75"/>
                      <a:pt x="134" y="60"/>
                      <a:pt x="120" y="45"/>
                    </a:cubicBezTo>
                    <a:lnTo>
                      <a:pt x="120" y="30"/>
                    </a:lnTo>
                    <a:cubicBezTo>
                      <a:pt x="120" y="15"/>
                      <a:pt x="120" y="15"/>
                      <a:pt x="105" y="15"/>
                    </a:cubicBezTo>
                    <a:cubicBezTo>
                      <a:pt x="105" y="15"/>
                      <a:pt x="105"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4"/>
              <p:cNvSpPr/>
              <p:nvPr/>
            </p:nvSpPr>
            <p:spPr>
              <a:xfrm>
                <a:off x="-3163275" y="1612950"/>
                <a:ext cx="61700" cy="131800"/>
              </a:xfrm>
              <a:custGeom>
                <a:rect b="b" l="l" r="r" t="t"/>
                <a:pathLst>
                  <a:path extrusionOk="0" h="5272" w="2468">
                    <a:moveTo>
                      <a:pt x="2121" y="122"/>
                    </a:moveTo>
                    <a:cubicBezTo>
                      <a:pt x="2106" y="122"/>
                      <a:pt x="2091" y="126"/>
                      <a:pt x="2079" y="132"/>
                    </a:cubicBezTo>
                    <a:cubicBezTo>
                      <a:pt x="2049" y="147"/>
                      <a:pt x="2034" y="192"/>
                      <a:pt x="2049" y="207"/>
                    </a:cubicBezTo>
                    <a:cubicBezTo>
                      <a:pt x="2154" y="356"/>
                      <a:pt x="2243" y="491"/>
                      <a:pt x="2333" y="625"/>
                    </a:cubicBezTo>
                    <a:cubicBezTo>
                      <a:pt x="2344" y="647"/>
                      <a:pt x="2371" y="661"/>
                      <a:pt x="2396" y="661"/>
                    </a:cubicBezTo>
                    <a:cubicBezTo>
                      <a:pt x="2405" y="661"/>
                      <a:pt x="2415" y="659"/>
                      <a:pt x="2423" y="655"/>
                    </a:cubicBezTo>
                    <a:cubicBezTo>
                      <a:pt x="2452" y="640"/>
                      <a:pt x="2467" y="595"/>
                      <a:pt x="2437" y="565"/>
                    </a:cubicBezTo>
                    <a:cubicBezTo>
                      <a:pt x="2348" y="431"/>
                      <a:pt x="2258" y="296"/>
                      <a:pt x="2169" y="147"/>
                    </a:cubicBezTo>
                    <a:cubicBezTo>
                      <a:pt x="2160" y="130"/>
                      <a:pt x="2141" y="122"/>
                      <a:pt x="2121" y="122"/>
                    </a:cubicBezTo>
                    <a:close/>
                    <a:moveTo>
                      <a:pt x="966" y="0"/>
                    </a:moveTo>
                    <a:cubicBezTo>
                      <a:pt x="910" y="0"/>
                      <a:pt x="851" y="69"/>
                      <a:pt x="899" y="117"/>
                    </a:cubicBezTo>
                    <a:cubicBezTo>
                      <a:pt x="1243" y="401"/>
                      <a:pt x="1571" y="700"/>
                      <a:pt x="1885" y="1013"/>
                    </a:cubicBezTo>
                    <a:cubicBezTo>
                      <a:pt x="1899" y="1027"/>
                      <a:pt x="1913" y="1033"/>
                      <a:pt x="1927" y="1033"/>
                    </a:cubicBezTo>
                    <a:cubicBezTo>
                      <a:pt x="1973" y="1033"/>
                      <a:pt x="2009" y="970"/>
                      <a:pt x="1974" y="924"/>
                    </a:cubicBezTo>
                    <a:cubicBezTo>
                      <a:pt x="1661" y="610"/>
                      <a:pt x="1332" y="311"/>
                      <a:pt x="1004" y="13"/>
                    </a:cubicBezTo>
                    <a:cubicBezTo>
                      <a:pt x="992" y="4"/>
                      <a:pt x="980" y="0"/>
                      <a:pt x="966" y="0"/>
                    </a:cubicBezTo>
                    <a:close/>
                    <a:moveTo>
                      <a:pt x="1019" y="2193"/>
                    </a:moveTo>
                    <a:cubicBezTo>
                      <a:pt x="989" y="2193"/>
                      <a:pt x="944" y="2208"/>
                      <a:pt x="944" y="2238"/>
                    </a:cubicBezTo>
                    <a:cubicBezTo>
                      <a:pt x="944" y="2283"/>
                      <a:pt x="959" y="2298"/>
                      <a:pt x="989" y="2313"/>
                    </a:cubicBezTo>
                    <a:cubicBezTo>
                      <a:pt x="1093" y="2358"/>
                      <a:pt x="1213" y="2402"/>
                      <a:pt x="1332" y="2447"/>
                    </a:cubicBezTo>
                    <a:cubicBezTo>
                      <a:pt x="1362" y="2447"/>
                      <a:pt x="1407" y="2432"/>
                      <a:pt x="1407" y="2402"/>
                    </a:cubicBezTo>
                    <a:cubicBezTo>
                      <a:pt x="1422" y="2358"/>
                      <a:pt x="1407" y="2328"/>
                      <a:pt x="1362" y="2313"/>
                    </a:cubicBezTo>
                    <a:cubicBezTo>
                      <a:pt x="1243" y="2283"/>
                      <a:pt x="1123" y="2238"/>
                      <a:pt x="1019" y="2193"/>
                    </a:cubicBezTo>
                    <a:close/>
                    <a:moveTo>
                      <a:pt x="1934" y="4368"/>
                    </a:moveTo>
                    <a:cubicBezTo>
                      <a:pt x="1913" y="4368"/>
                      <a:pt x="1895" y="4378"/>
                      <a:pt x="1885" y="4389"/>
                    </a:cubicBezTo>
                    <a:cubicBezTo>
                      <a:pt x="1810" y="4493"/>
                      <a:pt x="1765" y="4583"/>
                      <a:pt x="1735" y="4702"/>
                    </a:cubicBezTo>
                    <a:cubicBezTo>
                      <a:pt x="1735" y="4732"/>
                      <a:pt x="1750" y="4762"/>
                      <a:pt x="1780" y="4777"/>
                    </a:cubicBezTo>
                    <a:cubicBezTo>
                      <a:pt x="1810" y="4777"/>
                      <a:pt x="1855" y="4762"/>
                      <a:pt x="1870" y="4732"/>
                    </a:cubicBezTo>
                    <a:cubicBezTo>
                      <a:pt x="1870" y="4702"/>
                      <a:pt x="1885" y="4673"/>
                      <a:pt x="1885" y="4658"/>
                    </a:cubicBezTo>
                    <a:cubicBezTo>
                      <a:pt x="1900" y="4643"/>
                      <a:pt x="1900" y="4628"/>
                      <a:pt x="1900" y="4613"/>
                    </a:cubicBezTo>
                    <a:cubicBezTo>
                      <a:pt x="1900" y="4598"/>
                      <a:pt x="1915" y="4598"/>
                      <a:pt x="1915" y="4598"/>
                    </a:cubicBezTo>
                    <a:cubicBezTo>
                      <a:pt x="1930" y="4553"/>
                      <a:pt x="1960" y="4508"/>
                      <a:pt x="1989" y="4463"/>
                    </a:cubicBezTo>
                    <a:cubicBezTo>
                      <a:pt x="2004" y="4434"/>
                      <a:pt x="1989" y="4389"/>
                      <a:pt x="1960" y="4374"/>
                    </a:cubicBezTo>
                    <a:cubicBezTo>
                      <a:pt x="1951" y="4369"/>
                      <a:pt x="1942" y="4368"/>
                      <a:pt x="1934" y="4368"/>
                    </a:cubicBezTo>
                    <a:close/>
                    <a:moveTo>
                      <a:pt x="1466" y="3592"/>
                    </a:moveTo>
                    <a:cubicBezTo>
                      <a:pt x="1451" y="3592"/>
                      <a:pt x="1436" y="3598"/>
                      <a:pt x="1422" y="3612"/>
                    </a:cubicBezTo>
                    <a:cubicBezTo>
                      <a:pt x="959" y="4000"/>
                      <a:pt x="496" y="4389"/>
                      <a:pt x="48" y="4792"/>
                    </a:cubicBezTo>
                    <a:cubicBezTo>
                      <a:pt x="1" y="4827"/>
                      <a:pt x="46" y="4900"/>
                      <a:pt x="97" y="4900"/>
                    </a:cubicBezTo>
                    <a:cubicBezTo>
                      <a:pt x="111" y="4900"/>
                      <a:pt x="125" y="4894"/>
                      <a:pt x="137" y="4882"/>
                    </a:cubicBezTo>
                    <a:cubicBezTo>
                      <a:pt x="600" y="4493"/>
                      <a:pt x="1048" y="4090"/>
                      <a:pt x="1511" y="3702"/>
                    </a:cubicBezTo>
                    <a:cubicBezTo>
                      <a:pt x="1557" y="3656"/>
                      <a:pt x="1515" y="3592"/>
                      <a:pt x="1466" y="3592"/>
                    </a:cubicBezTo>
                    <a:close/>
                    <a:moveTo>
                      <a:pt x="1636" y="4006"/>
                    </a:moveTo>
                    <a:cubicBezTo>
                      <a:pt x="1617" y="4006"/>
                      <a:pt x="1599" y="4013"/>
                      <a:pt x="1586" y="4030"/>
                    </a:cubicBezTo>
                    <a:cubicBezTo>
                      <a:pt x="1377" y="4404"/>
                      <a:pt x="1153" y="4792"/>
                      <a:pt x="944" y="5180"/>
                    </a:cubicBezTo>
                    <a:cubicBezTo>
                      <a:pt x="912" y="5222"/>
                      <a:pt x="954" y="5271"/>
                      <a:pt x="998" y="5271"/>
                    </a:cubicBezTo>
                    <a:cubicBezTo>
                      <a:pt x="1016" y="5271"/>
                      <a:pt x="1035" y="5262"/>
                      <a:pt x="1048" y="5240"/>
                    </a:cubicBezTo>
                    <a:cubicBezTo>
                      <a:pt x="1258" y="4852"/>
                      <a:pt x="1482" y="4478"/>
                      <a:pt x="1706" y="4090"/>
                    </a:cubicBezTo>
                    <a:cubicBezTo>
                      <a:pt x="1727" y="4048"/>
                      <a:pt x="1681" y="4006"/>
                      <a:pt x="1636" y="400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4"/>
              <p:cNvSpPr/>
              <p:nvPr/>
            </p:nvSpPr>
            <p:spPr>
              <a:xfrm>
                <a:off x="-3215500" y="1519550"/>
                <a:ext cx="104950" cy="320725"/>
              </a:xfrm>
              <a:custGeom>
                <a:rect b="b" l="l" r="r" t="t"/>
                <a:pathLst>
                  <a:path extrusionOk="0" h="12829" w="4198">
                    <a:moveTo>
                      <a:pt x="3202" y="0"/>
                    </a:moveTo>
                    <a:cubicBezTo>
                      <a:pt x="3185" y="0"/>
                      <a:pt x="3168" y="5"/>
                      <a:pt x="3152" y="15"/>
                    </a:cubicBezTo>
                    <a:cubicBezTo>
                      <a:pt x="2973" y="134"/>
                      <a:pt x="3272" y="687"/>
                      <a:pt x="2958" y="1030"/>
                    </a:cubicBezTo>
                    <a:cubicBezTo>
                      <a:pt x="2869" y="1093"/>
                      <a:pt x="2783" y="1116"/>
                      <a:pt x="2701" y="1116"/>
                    </a:cubicBezTo>
                    <a:cubicBezTo>
                      <a:pt x="2465" y="1116"/>
                      <a:pt x="2265" y="923"/>
                      <a:pt x="2137" y="923"/>
                    </a:cubicBezTo>
                    <a:cubicBezTo>
                      <a:pt x="2108" y="923"/>
                      <a:pt x="2083" y="932"/>
                      <a:pt x="2062" y="956"/>
                    </a:cubicBezTo>
                    <a:cubicBezTo>
                      <a:pt x="1913" y="1135"/>
                      <a:pt x="2331" y="1583"/>
                      <a:pt x="2032" y="2016"/>
                    </a:cubicBezTo>
                    <a:cubicBezTo>
                      <a:pt x="1917" y="2131"/>
                      <a:pt x="1796" y="2162"/>
                      <a:pt x="1681" y="2162"/>
                    </a:cubicBezTo>
                    <a:cubicBezTo>
                      <a:pt x="1546" y="2162"/>
                      <a:pt x="1421" y="2119"/>
                      <a:pt x="1331" y="2119"/>
                    </a:cubicBezTo>
                    <a:cubicBezTo>
                      <a:pt x="1277" y="2119"/>
                      <a:pt x="1236" y="2134"/>
                      <a:pt x="1211" y="2180"/>
                    </a:cubicBezTo>
                    <a:cubicBezTo>
                      <a:pt x="1091" y="2360"/>
                      <a:pt x="1539" y="2658"/>
                      <a:pt x="1360" y="3136"/>
                    </a:cubicBezTo>
                    <a:cubicBezTo>
                      <a:pt x="1106" y="3584"/>
                      <a:pt x="643" y="3301"/>
                      <a:pt x="568" y="3525"/>
                    </a:cubicBezTo>
                    <a:cubicBezTo>
                      <a:pt x="479" y="3734"/>
                      <a:pt x="1002" y="3913"/>
                      <a:pt x="852" y="4451"/>
                    </a:cubicBezTo>
                    <a:lnTo>
                      <a:pt x="867" y="4451"/>
                    </a:lnTo>
                    <a:cubicBezTo>
                      <a:pt x="673" y="4869"/>
                      <a:pt x="210" y="4719"/>
                      <a:pt x="180" y="4929"/>
                    </a:cubicBezTo>
                    <a:cubicBezTo>
                      <a:pt x="120" y="5138"/>
                      <a:pt x="613" y="5212"/>
                      <a:pt x="613" y="5675"/>
                    </a:cubicBezTo>
                    <a:cubicBezTo>
                      <a:pt x="524" y="6198"/>
                      <a:pt x="1" y="6123"/>
                      <a:pt x="1" y="6347"/>
                    </a:cubicBezTo>
                    <a:cubicBezTo>
                      <a:pt x="1" y="6571"/>
                      <a:pt x="539" y="6527"/>
                      <a:pt x="583" y="7064"/>
                    </a:cubicBezTo>
                    <a:cubicBezTo>
                      <a:pt x="539" y="7512"/>
                      <a:pt x="61" y="7572"/>
                      <a:pt x="105" y="7781"/>
                    </a:cubicBezTo>
                    <a:cubicBezTo>
                      <a:pt x="135" y="8005"/>
                      <a:pt x="628" y="7856"/>
                      <a:pt x="778" y="8334"/>
                    </a:cubicBezTo>
                    <a:cubicBezTo>
                      <a:pt x="852" y="8842"/>
                      <a:pt x="359" y="9006"/>
                      <a:pt x="419" y="9215"/>
                    </a:cubicBezTo>
                    <a:cubicBezTo>
                      <a:pt x="494" y="9439"/>
                      <a:pt x="957" y="9185"/>
                      <a:pt x="1181" y="9618"/>
                    </a:cubicBezTo>
                    <a:cubicBezTo>
                      <a:pt x="1345" y="10111"/>
                      <a:pt x="882" y="10395"/>
                      <a:pt x="987" y="10589"/>
                    </a:cubicBezTo>
                    <a:cubicBezTo>
                      <a:pt x="1010" y="10644"/>
                      <a:pt x="1056" y="10661"/>
                      <a:pt x="1115" y="10661"/>
                    </a:cubicBezTo>
                    <a:cubicBezTo>
                      <a:pt x="1208" y="10661"/>
                      <a:pt x="1335" y="10620"/>
                      <a:pt x="1467" y="10620"/>
                    </a:cubicBezTo>
                    <a:cubicBezTo>
                      <a:pt x="1572" y="10620"/>
                      <a:pt x="1681" y="10646"/>
                      <a:pt x="1778" y="10739"/>
                    </a:cubicBezTo>
                    <a:lnTo>
                      <a:pt x="1778" y="10753"/>
                    </a:lnTo>
                    <a:cubicBezTo>
                      <a:pt x="2077" y="11202"/>
                      <a:pt x="1614" y="11680"/>
                      <a:pt x="1763" y="11844"/>
                    </a:cubicBezTo>
                    <a:cubicBezTo>
                      <a:pt x="1787" y="11872"/>
                      <a:pt x="1815" y="11883"/>
                      <a:pt x="1848" y="11883"/>
                    </a:cubicBezTo>
                    <a:cubicBezTo>
                      <a:pt x="1984" y="11883"/>
                      <a:pt x="2195" y="11689"/>
                      <a:pt x="2434" y="11689"/>
                    </a:cubicBezTo>
                    <a:cubicBezTo>
                      <a:pt x="2507" y="11689"/>
                      <a:pt x="2583" y="11707"/>
                      <a:pt x="2659" y="11754"/>
                    </a:cubicBezTo>
                    <a:cubicBezTo>
                      <a:pt x="3033" y="12098"/>
                      <a:pt x="2645" y="12695"/>
                      <a:pt x="2839" y="12815"/>
                    </a:cubicBezTo>
                    <a:cubicBezTo>
                      <a:pt x="2854" y="12824"/>
                      <a:pt x="2871" y="12829"/>
                      <a:pt x="2888" y="12829"/>
                    </a:cubicBezTo>
                    <a:cubicBezTo>
                      <a:pt x="3059" y="12829"/>
                      <a:pt x="3297" y="12375"/>
                      <a:pt x="3658" y="12375"/>
                    </a:cubicBezTo>
                    <a:cubicBezTo>
                      <a:pt x="3702" y="12375"/>
                      <a:pt x="3747" y="12382"/>
                      <a:pt x="3795" y="12396"/>
                    </a:cubicBezTo>
                    <a:cubicBezTo>
                      <a:pt x="3839" y="12262"/>
                      <a:pt x="3884" y="12143"/>
                      <a:pt x="3944" y="12008"/>
                    </a:cubicBezTo>
                    <a:cubicBezTo>
                      <a:pt x="3906" y="11998"/>
                      <a:pt x="3869" y="11994"/>
                      <a:pt x="3833" y="11994"/>
                    </a:cubicBezTo>
                    <a:cubicBezTo>
                      <a:pt x="3467" y="11994"/>
                      <a:pt x="3223" y="12467"/>
                      <a:pt x="3059" y="12467"/>
                    </a:cubicBezTo>
                    <a:cubicBezTo>
                      <a:pt x="3045" y="12467"/>
                      <a:pt x="3031" y="12464"/>
                      <a:pt x="3018" y="12456"/>
                    </a:cubicBezTo>
                    <a:cubicBezTo>
                      <a:pt x="2854" y="12352"/>
                      <a:pt x="3167" y="11799"/>
                      <a:pt x="2913" y="11470"/>
                    </a:cubicBezTo>
                    <a:cubicBezTo>
                      <a:pt x="2898" y="11455"/>
                      <a:pt x="2898" y="11455"/>
                      <a:pt x="2884" y="11455"/>
                    </a:cubicBezTo>
                    <a:cubicBezTo>
                      <a:pt x="2869" y="11441"/>
                      <a:pt x="2854" y="11426"/>
                      <a:pt x="2839" y="11411"/>
                    </a:cubicBezTo>
                    <a:lnTo>
                      <a:pt x="2839" y="11426"/>
                    </a:lnTo>
                    <a:cubicBezTo>
                      <a:pt x="2783" y="11400"/>
                      <a:pt x="2728" y="11390"/>
                      <a:pt x="2674" y="11390"/>
                    </a:cubicBezTo>
                    <a:cubicBezTo>
                      <a:pt x="2429" y="11390"/>
                      <a:pt x="2206" y="11605"/>
                      <a:pt x="2072" y="11605"/>
                    </a:cubicBezTo>
                    <a:cubicBezTo>
                      <a:pt x="2045" y="11605"/>
                      <a:pt x="2021" y="11596"/>
                      <a:pt x="2002" y="11575"/>
                    </a:cubicBezTo>
                    <a:cubicBezTo>
                      <a:pt x="1883" y="11426"/>
                      <a:pt x="2256" y="10992"/>
                      <a:pt x="2077" y="10604"/>
                    </a:cubicBezTo>
                    <a:lnTo>
                      <a:pt x="2092" y="10589"/>
                    </a:lnTo>
                    <a:cubicBezTo>
                      <a:pt x="2077" y="10559"/>
                      <a:pt x="2062" y="10544"/>
                      <a:pt x="2047" y="10529"/>
                    </a:cubicBezTo>
                    <a:cubicBezTo>
                      <a:pt x="2047" y="10529"/>
                      <a:pt x="2032" y="10515"/>
                      <a:pt x="2032" y="10515"/>
                    </a:cubicBezTo>
                    <a:cubicBezTo>
                      <a:pt x="1936" y="10432"/>
                      <a:pt x="1833" y="10407"/>
                      <a:pt x="1733" y="10407"/>
                    </a:cubicBezTo>
                    <a:cubicBezTo>
                      <a:pt x="1582" y="10407"/>
                      <a:pt x="1440" y="10464"/>
                      <a:pt x="1344" y="10464"/>
                    </a:cubicBezTo>
                    <a:cubicBezTo>
                      <a:pt x="1297" y="10464"/>
                      <a:pt x="1261" y="10451"/>
                      <a:pt x="1241" y="10410"/>
                    </a:cubicBezTo>
                    <a:cubicBezTo>
                      <a:pt x="1136" y="10231"/>
                      <a:pt x="1554" y="9932"/>
                      <a:pt x="1465" y="9514"/>
                    </a:cubicBezTo>
                    <a:lnTo>
                      <a:pt x="1480" y="9499"/>
                    </a:lnTo>
                    <a:cubicBezTo>
                      <a:pt x="1465" y="9469"/>
                      <a:pt x="1450" y="9454"/>
                      <a:pt x="1435" y="9439"/>
                    </a:cubicBezTo>
                    <a:cubicBezTo>
                      <a:pt x="1435" y="9424"/>
                      <a:pt x="1435" y="9409"/>
                      <a:pt x="1435" y="9409"/>
                    </a:cubicBezTo>
                    <a:lnTo>
                      <a:pt x="1420" y="9409"/>
                    </a:lnTo>
                    <a:cubicBezTo>
                      <a:pt x="1181" y="9066"/>
                      <a:pt x="748" y="9290"/>
                      <a:pt x="688" y="9096"/>
                    </a:cubicBezTo>
                    <a:cubicBezTo>
                      <a:pt x="628" y="8901"/>
                      <a:pt x="1076" y="8737"/>
                      <a:pt x="1061" y="8304"/>
                    </a:cubicBezTo>
                    <a:lnTo>
                      <a:pt x="1061" y="8289"/>
                    </a:lnTo>
                    <a:cubicBezTo>
                      <a:pt x="1061" y="8274"/>
                      <a:pt x="1061" y="8259"/>
                      <a:pt x="1046" y="8244"/>
                    </a:cubicBezTo>
                    <a:cubicBezTo>
                      <a:pt x="1046" y="8229"/>
                      <a:pt x="1046" y="8214"/>
                      <a:pt x="1046" y="8199"/>
                    </a:cubicBezTo>
                    <a:lnTo>
                      <a:pt x="1031" y="8199"/>
                    </a:lnTo>
                    <a:cubicBezTo>
                      <a:pt x="852" y="7811"/>
                      <a:pt x="404" y="7931"/>
                      <a:pt x="374" y="7736"/>
                    </a:cubicBezTo>
                    <a:cubicBezTo>
                      <a:pt x="344" y="7527"/>
                      <a:pt x="822" y="7468"/>
                      <a:pt x="867" y="7049"/>
                    </a:cubicBezTo>
                    <a:lnTo>
                      <a:pt x="867" y="7034"/>
                    </a:lnTo>
                    <a:cubicBezTo>
                      <a:pt x="867" y="7005"/>
                      <a:pt x="867" y="6975"/>
                      <a:pt x="867" y="6945"/>
                    </a:cubicBezTo>
                    <a:lnTo>
                      <a:pt x="852" y="6945"/>
                    </a:lnTo>
                    <a:cubicBezTo>
                      <a:pt x="748" y="6542"/>
                      <a:pt x="285" y="6557"/>
                      <a:pt x="300" y="6362"/>
                    </a:cubicBezTo>
                    <a:cubicBezTo>
                      <a:pt x="300" y="6153"/>
                      <a:pt x="763" y="6198"/>
                      <a:pt x="882" y="5795"/>
                    </a:cubicBezTo>
                    <a:lnTo>
                      <a:pt x="897" y="5795"/>
                    </a:lnTo>
                    <a:cubicBezTo>
                      <a:pt x="897" y="5765"/>
                      <a:pt x="897" y="5750"/>
                      <a:pt x="897" y="5720"/>
                    </a:cubicBezTo>
                    <a:cubicBezTo>
                      <a:pt x="897" y="5720"/>
                      <a:pt x="897" y="5705"/>
                      <a:pt x="897" y="5690"/>
                    </a:cubicBezTo>
                    <a:cubicBezTo>
                      <a:pt x="867" y="5257"/>
                      <a:pt x="419" y="5182"/>
                      <a:pt x="449" y="4988"/>
                    </a:cubicBezTo>
                    <a:cubicBezTo>
                      <a:pt x="494" y="4794"/>
                      <a:pt x="942" y="4929"/>
                      <a:pt x="1136" y="4555"/>
                    </a:cubicBezTo>
                    <a:cubicBezTo>
                      <a:pt x="1136" y="4540"/>
                      <a:pt x="1136" y="4525"/>
                      <a:pt x="1136" y="4525"/>
                    </a:cubicBezTo>
                    <a:cubicBezTo>
                      <a:pt x="1151" y="4495"/>
                      <a:pt x="1166" y="4480"/>
                      <a:pt x="1166" y="4451"/>
                    </a:cubicBezTo>
                    <a:lnTo>
                      <a:pt x="1151" y="4451"/>
                    </a:lnTo>
                    <a:cubicBezTo>
                      <a:pt x="1211" y="4017"/>
                      <a:pt x="763" y="3838"/>
                      <a:pt x="837" y="3644"/>
                    </a:cubicBezTo>
                    <a:cubicBezTo>
                      <a:pt x="912" y="3450"/>
                      <a:pt x="1330" y="3689"/>
                      <a:pt x="1584" y="3360"/>
                    </a:cubicBezTo>
                    <a:lnTo>
                      <a:pt x="1584" y="3375"/>
                    </a:lnTo>
                    <a:cubicBezTo>
                      <a:pt x="1599" y="3360"/>
                      <a:pt x="1599" y="3345"/>
                      <a:pt x="1614" y="3330"/>
                    </a:cubicBezTo>
                    <a:cubicBezTo>
                      <a:pt x="1614" y="3315"/>
                      <a:pt x="1629" y="3301"/>
                      <a:pt x="1644" y="3271"/>
                    </a:cubicBezTo>
                    <a:lnTo>
                      <a:pt x="1629" y="3271"/>
                    </a:lnTo>
                    <a:cubicBezTo>
                      <a:pt x="1748" y="2852"/>
                      <a:pt x="1345" y="2554"/>
                      <a:pt x="1450" y="2374"/>
                    </a:cubicBezTo>
                    <a:cubicBezTo>
                      <a:pt x="1473" y="2335"/>
                      <a:pt x="1508" y="2322"/>
                      <a:pt x="1553" y="2322"/>
                    </a:cubicBezTo>
                    <a:cubicBezTo>
                      <a:pt x="1654" y="2322"/>
                      <a:pt x="1801" y="2389"/>
                      <a:pt x="1956" y="2389"/>
                    </a:cubicBezTo>
                    <a:cubicBezTo>
                      <a:pt x="2051" y="2389"/>
                      <a:pt x="2149" y="2364"/>
                      <a:pt x="2241" y="2285"/>
                    </a:cubicBezTo>
                    <a:lnTo>
                      <a:pt x="2256" y="2270"/>
                    </a:lnTo>
                    <a:cubicBezTo>
                      <a:pt x="2271" y="2255"/>
                      <a:pt x="2286" y="2240"/>
                      <a:pt x="2301" y="2210"/>
                    </a:cubicBezTo>
                    <a:lnTo>
                      <a:pt x="2301" y="2195"/>
                    </a:lnTo>
                    <a:cubicBezTo>
                      <a:pt x="2495" y="1792"/>
                      <a:pt x="2137" y="1374"/>
                      <a:pt x="2271" y="1239"/>
                    </a:cubicBezTo>
                    <a:cubicBezTo>
                      <a:pt x="2294" y="1215"/>
                      <a:pt x="2320" y="1204"/>
                      <a:pt x="2348" y="1204"/>
                    </a:cubicBezTo>
                    <a:cubicBezTo>
                      <a:pt x="2483" y="1204"/>
                      <a:pt x="2684" y="1424"/>
                      <a:pt x="2920" y="1424"/>
                    </a:cubicBezTo>
                    <a:cubicBezTo>
                      <a:pt x="2971" y="1424"/>
                      <a:pt x="3024" y="1413"/>
                      <a:pt x="3078" y="1389"/>
                    </a:cubicBezTo>
                    <a:lnTo>
                      <a:pt x="3093" y="1404"/>
                    </a:lnTo>
                    <a:cubicBezTo>
                      <a:pt x="3108" y="1389"/>
                      <a:pt x="3123" y="1374"/>
                      <a:pt x="3137" y="1359"/>
                    </a:cubicBezTo>
                    <a:cubicBezTo>
                      <a:pt x="3137" y="1359"/>
                      <a:pt x="3152" y="1344"/>
                      <a:pt x="3167" y="1344"/>
                    </a:cubicBezTo>
                    <a:lnTo>
                      <a:pt x="3167" y="1329"/>
                    </a:lnTo>
                    <a:cubicBezTo>
                      <a:pt x="3436" y="1000"/>
                      <a:pt x="3152" y="463"/>
                      <a:pt x="3317" y="358"/>
                    </a:cubicBezTo>
                    <a:cubicBezTo>
                      <a:pt x="3332" y="349"/>
                      <a:pt x="3348" y="344"/>
                      <a:pt x="3365" y="344"/>
                    </a:cubicBezTo>
                    <a:cubicBezTo>
                      <a:pt x="3533" y="344"/>
                      <a:pt x="3740" y="809"/>
                      <a:pt x="4082" y="809"/>
                    </a:cubicBezTo>
                    <a:cubicBezTo>
                      <a:pt x="4119" y="809"/>
                      <a:pt x="4158" y="803"/>
                      <a:pt x="4198" y="791"/>
                    </a:cubicBezTo>
                    <a:cubicBezTo>
                      <a:pt x="4153" y="657"/>
                      <a:pt x="4123" y="522"/>
                      <a:pt x="4078" y="403"/>
                    </a:cubicBezTo>
                    <a:cubicBezTo>
                      <a:pt x="4026" y="421"/>
                      <a:pt x="3976" y="429"/>
                      <a:pt x="3929" y="429"/>
                    </a:cubicBezTo>
                    <a:cubicBezTo>
                      <a:pt x="3581" y="429"/>
                      <a:pt x="3367" y="0"/>
                      <a:pt x="32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4"/>
              <p:cNvSpPr/>
              <p:nvPr/>
            </p:nvSpPr>
            <p:spPr>
              <a:xfrm>
                <a:off x="-3231550" y="1510950"/>
                <a:ext cx="37750" cy="42200"/>
              </a:xfrm>
              <a:custGeom>
                <a:rect b="b" l="l" r="r" t="t"/>
                <a:pathLst>
                  <a:path extrusionOk="0" h="1688" w="1510">
                    <a:moveTo>
                      <a:pt x="762" y="0"/>
                    </a:moveTo>
                    <a:cubicBezTo>
                      <a:pt x="762" y="0"/>
                      <a:pt x="733" y="0"/>
                      <a:pt x="703" y="15"/>
                    </a:cubicBezTo>
                    <a:lnTo>
                      <a:pt x="583" y="120"/>
                    </a:lnTo>
                    <a:cubicBezTo>
                      <a:pt x="568" y="150"/>
                      <a:pt x="568" y="164"/>
                      <a:pt x="568" y="179"/>
                    </a:cubicBezTo>
                    <a:cubicBezTo>
                      <a:pt x="568" y="209"/>
                      <a:pt x="583" y="224"/>
                      <a:pt x="583" y="224"/>
                    </a:cubicBezTo>
                    <a:cubicBezTo>
                      <a:pt x="598" y="254"/>
                      <a:pt x="613" y="269"/>
                      <a:pt x="628" y="284"/>
                    </a:cubicBezTo>
                    <a:lnTo>
                      <a:pt x="747" y="388"/>
                    </a:lnTo>
                    <a:cubicBezTo>
                      <a:pt x="822" y="463"/>
                      <a:pt x="897" y="523"/>
                      <a:pt x="972" y="598"/>
                    </a:cubicBezTo>
                    <a:cubicBezTo>
                      <a:pt x="1046" y="672"/>
                      <a:pt x="1136" y="732"/>
                      <a:pt x="1210" y="792"/>
                    </a:cubicBezTo>
                    <a:lnTo>
                      <a:pt x="1345" y="881"/>
                    </a:lnTo>
                    <a:lnTo>
                      <a:pt x="1405" y="926"/>
                    </a:lnTo>
                    <a:cubicBezTo>
                      <a:pt x="1405" y="941"/>
                      <a:pt x="1420" y="941"/>
                      <a:pt x="1435" y="956"/>
                    </a:cubicBezTo>
                    <a:lnTo>
                      <a:pt x="1479" y="956"/>
                    </a:lnTo>
                    <a:cubicBezTo>
                      <a:pt x="1494" y="926"/>
                      <a:pt x="1494" y="926"/>
                      <a:pt x="1509" y="926"/>
                    </a:cubicBezTo>
                    <a:lnTo>
                      <a:pt x="1509" y="911"/>
                    </a:lnTo>
                    <a:lnTo>
                      <a:pt x="1509" y="896"/>
                    </a:lnTo>
                    <a:cubicBezTo>
                      <a:pt x="1494" y="881"/>
                      <a:pt x="1494" y="866"/>
                      <a:pt x="1479" y="851"/>
                    </a:cubicBezTo>
                    <a:lnTo>
                      <a:pt x="1435" y="792"/>
                    </a:lnTo>
                    <a:lnTo>
                      <a:pt x="1345" y="672"/>
                    </a:lnTo>
                    <a:cubicBezTo>
                      <a:pt x="1285" y="583"/>
                      <a:pt x="1225" y="508"/>
                      <a:pt x="1166" y="433"/>
                    </a:cubicBezTo>
                    <a:cubicBezTo>
                      <a:pt x="1091" y="344"/>
                      <a:pt x="1031" y="269"/>
                      <a:pt x="972" y="179"/>
                    </a:cubicBezTo>
                    <a:cubicBezTo>
                      <a:pt x="927" y="150"/>
                      <a:pt x="897" y="105"/>
                      <a:pt x="852" y="75"/>
                    </a:cubicBezTo>
                    <a:cubicBezTo>
                      <a:pt x="837" y="45"/>
                      <a:pt x="822" y="30"/>
                      <a:pt x="807" y="15"/>
                    </a:cubicBezTo>
                    <a:cubicBezTo>
                      <a:pt x="792" y="15"/>
                      <a:pt x="777" y="15"/>
                      <a:pt x="762" y="0"/>
                    </a:cubicBezTo>
                    <a:close/>
                    <a:moveTo>
                      <a:pt x="90" y="1195"/>
                    </a:moveTo>
                    <a:cubicBezTo>
                      <a:pt x="75" y="1195"/>
                      <a:pt x="60" y="1195"/>
                      <a:pt x="31" y="1240"/>
                    </a:cubicBezTo>
                    <a:lnTo>
                      <a:pt x="1" y="1389"/>
                    </a:lnTo>
                    <a:cubicBezTo>
                      <a:pt x="1" y="1434"/>
                      <a:pt x="1" y="1449"/>
                      <a:pt x="16" y="1449"/>
                    </a:cubicBezTo>
                    <a:cubicBezTo>
                      <a:pt x="31" y="1464"/>
                      <a:pt x="45" y="1464"/>
                      <a:pt x="60" y="1479"/>
                    </a:cubicBezTo>
                    <a:cubicBezTo>
                      <a:pt x="75" y="1494"/>
                      <a:pt x="105" y="1494"/>
                      <a:pt x="135" y="1509"/>
                    </a:cubicBezTo>
                    <a:lnTo>
                      <a:pt x="284" y="1539"/>
                    </a:lnTo>
                    <a:cubicBezTo>
                      <a:pt x="389" y="1568"/>
                      <a:pt x="494" y="1598"/>
                      <a:pt x="598" y="1613"/>
                    </a:cubicBezTo>
                    <a:cubicBezTo>
                      <a:pt x="703" y="1628"/>
                      <a:pt x="807" y="1643"/>
                      <a:pt x="927" y="1658"/>
                    </a:cubicBezTo>
                    <a:lnTo>
                      <a:pt x="1076" y="1673"/>
                    </a:lnTo>
                    <a:lnTo>
                      <a:pt x="1166" y="1688"/>
                    </a:lnTo>
                    <a:lnTo>
                      <a:pt x="1225" y="1688"/>
                    </a:lnTo>
                    <a:cubicBezTo>
                      <a:pt x="1225" y="1673"/>
                      <a:pt x="1225" y="1673"/>
                      <a:pt x="1240" y="1673"/>
                    </a:cubicBezTo>
                    <a:cubicBezTo>
                      <a:pt x="1240" y="1673"/>
                      <a:pt x="1240" y="1673"/>
                      <a:pt x="1255" y="1658"/>
                    </a:cubicBezTo>
                    <a:lnTo>
                      <a:pt x="1240" y="1643"/>
                    </a:lnTo>
                    <a:cubicBezTo>
                      <a:pt x="1255" y="1628"/>
                      <a:pt x="1240" y="1628"/>
                      <a:pt x="1240" y="1628"/>
                    </a:cubicBezTo>
                    <a:lnTo>
                      <a:pt x="1240" y="1613"/>
                    </a:lnTo>
                    <a:lnTo>
                      <a:pt x="1225" y="1598"/>
                    </a:lnTo>
                    <a:cubicBezTo>
                      <a:pt x="1210" y="1598"/>
                      <a:pt x="1196" y="1598"/>
                      <a:pt x="1181" y="1583"/>
                    </a:cubicBezTo>
                    <a:lnTo>
                      <a:pt x="1106" y="1553"/>
                    </a:lnTo>
                    <a:lnTo>
                      <a:pt x="957" y="1479"/>
                    </a:lnTo>
                    <a:cubicBezTo>
                      <a:pt x="852" y="1449"/>
                      <a:pt x="762" y="1404"/>
                      <a:pt x="658" y="1359"/>
                    </a:cubicBezTo>
                    <a:cubicBezTo>
                      <a:pt x="553" y="1315"/>
                      <a:pt x="464" y="1285"/>
                      <a:pt x="359" y="1255"/>
                    </a:cubicBezTo>
                    <a:lnTo>
                      <a:pt x="210" y="1210"/>
                    </a:lnTo>
                    <a:cubicBezTo>
                      <a:pt x="180" y="1195"/>
                      <a:pt x="150" y="1195"/>
                      <a:pt x="120" y="119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5" name="Google Shape;185;p34"/>
            <p:cNvGrpSpPr/>
            <p:nvPr/>
          </p:nvGrpSpPr>
          <p:grpSpPr>
            <a:xfrm rot="-6203871">
              <a:off x="-645909" y="4430835"/>
              <a:ext cx="2119947" cy="346319"/>
              <a:chOff x="-2497825" y="2229500"/>
              <a:chExt cx="368200" cy="60150"/>
            </a:xfrm>
          </p:grpSpPr>
          <p:sp>
            <p:nvSpPr>
              <p:cNvPr id="186" name="Google Shape;186;p34"/>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4"/>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4"/>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4"/>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34"/>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4"/>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4"/>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4"/>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4"/>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4"/>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4"/>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4"/>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4"/>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4"/>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06" name="Shape 206"/>
        <p:cNvGrpSpPr/>
        <p:nvPr/>
      </p:nvGrpSpPr>
      <p:grpSpPr>
        <a:xfrm>
          <a:off x="0" y="0"/>
          <a:ext cx="0" cy="0"/>
          <a:chOff x="0" y="0"/>
          <a:chExt cx="0" cy="0"/>
        </a:xfrm>
      </p:grpSpPr>
      <p:grpSp>
        <p:nvGrpSpPr>
          <p:cNvPr id="207" name="Google Shape;207;p35"/>
          <p:cNvGrpSpPr/>
          <p:nvPr/>
        </p:nvGrpSpPr>
        <p:grpSpPr>
          <a:xfrm>
            <a:off x="-65" y="-15"/>
            <a:ext cx="9144128" cy="5143530"/>
            <a:chOff x="-2163850" y="-134475"/>
            <a:chExt cx="3075000" cy="5336719"/>
          </a:xfrm>
        </p:grpSpPr>
        <p:cxnSp>
          <p:nvCxnSpPr>
            <p:cNvPr id="208" name="Google Shape;208;p35"/>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09" name="Google Shape;209;p35"/>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0" name="Google Shape;210;p35"/>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1" name="Google Shape;211;p35"/>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2" name="Google Shape;212;p35"/>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3" name="Google Shape;213;p35"/>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4" name="Google Shape;214;p35"/>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5" name="Google Shape;215;p35"/>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6" name="Google Shape;216;p35"/>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7" name="Google Shape;217;p35"/>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8" name="Google Shape;218;p35"/>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19" name="Google Shape;219;p35"/>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20" name="Google Shape;220;p35"/>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21" name="Google Shape;221;p35"/>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22" name="Google Shape;222;p35"/>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23" name="Google Shape;223;p35"/>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224" name="Google Shape;224;p35"/>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5" name="Google Shape;225;p35"/>
          <p:cNvSpPr txBox="1"/>
          <p:nvPr>
            <p:ph idx="1" type="subTitle"/>
          </p:nvPr>
        </p:nvSpPr>
        <p:spPr>
          <a:xfrm>
            <a:off x="4944031" y="1905750"/>
            <a:ext cx="3349800" cy="18870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6" name="Google Shape;226;p35"/>
          <p:cNvSpPr txBox="1"/>
          <p:nvPr>
            <p:ph idx="2" type="subTitle"/>
          </p:nvPr>
        </p:nvSpPr>
        <p:spPr>
          <a:xfrm>
            <a:off x="850169" y="1905750"/>
            <a:ext cx="3349800" cy="18870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7" name="Google Shape;227;p35"/>
          <p:cNvGrpSpPr/>
          <p:nvPr/>
        </p:nvGrpSpPr>
        <p:grpSpPr>
          <a:xfrm>
            <a:off x="-1197487" y="186014"/>
            <a:ext cx="10932170" cy="5061732"/>
            <a:chOff x="-1197487" y="186014"/>
            <a:chExt cx="10932170" cy="5061732"/>
          </a:xfrm>
        </p:grpSpPr>
        <p:grpSp>
          <p:nvGrpSpPr>
            <p:cNvPr id="228" name="Google Shape;228;p35"/>
            <p:cNvGrpSpPr/>
            <p:nvPr/>
          </p:nvGrpSpPr>
          <p:grpSpPr>
            <a:xfrm rot="-764585">
              <a:off x="8517902" y="2848712"/>
              <a:ext cx="1095911" cy="1218299"/>
              <a:chOff x="-1997850" y="2320850"/>
              <a:chExt cx="230400" cy="256125"/>
            </a:xfrm>
          </p:grpSpPr>
          <p:sp>
            <p:nvSpPr>
              <p:cNvPr id="229" name="Google Shape;229;p35"/>
              <p:cNvSpPr/>
              <p:nvPr/>
            </p:nvSpPr>
            <p:spPr>
              <a:xfrm>
                <a:off x="-1997850" y="2387400"/>
                <a:ext cx="230400" cy="189575"/>
              </a:xfrm>
              <a:custGeom>
                <a:rect b="b" l="l" r="r" t="t"/>
                <a:pathLst>
                  <a:path extrusionOk="0" h="7583" w="9216">
                    <a:moveTo>
                      <a:pt x="2599" y="0"/>
                    </a:moveTo>
                    <a:cubicBezTo>
                      <a:pt x="2501" y="0"/>
                      <a:pt x="2401" y="9"/>
                      <a:pt x="2301" y="26"/>
                    </a:cubicBezTo>
                    <a:cubicBezTo>
                      <a:pt x="1375" y="161"/>
                      <a:pt x="703" y="609"/>
                      <a:pt x="299" y="1401"/>
                    </a:cubicBezTo>
                    <a:cubicBezTo>
                      <a:pt x="105" y="1789"/>
                      <a:pt x="30" y="2207"/>
                      <a:pt x="15" y="2625"/>
                    </a:cubicBezTo>
                    <a:cubicBezTo>
                      <a:pt x="1" y="3058"/>
                      <a:pt x="30" y="3477"/>
                      <a:pt x="105" y="3895"/>
                    </a:cubicBezTo>
                    <a:cubicBezTo>
                      <a:pt x="225" y="4582"/>
                      <a:pt x="464" y="5224"/>
                      <a:pt x="822" y="5837"/>
                    </a:cubicBezTo>
                    <a:cubicBezTo>
                      <a:pt x="1166" y="6389"/>
                      <a:pt x="1614" y="6867"/>
                      <a:pt x="2166" y="7226"/>
                    </a:cubicBezTo>
                    <a:cubicBezTo>
                      <a:pt x="2360" y="7360"/>
                      <a:pt x="2570" y="7465"/>
                      <a:pt x="2794" y="7524"/>
                    </a:cubicBezTo>
                    <a:cubicBezTo>
                      <a:pt x="2928" y="7562"/>
                      <a:pt x="3062" y="7577"/>
                      <a:pt x="3199" y="7577"/>
                    </a:cubicBezTo>
                    <a:cubicBezTo>
                      <a:pt x="3335" y="7577"/>
                      <a:pt x="3473" y="7562"/>
                      <a:pt x="3615" y="7539"/>
                    </a:cubicBezTo>
                    <a:cubicBezTo>
                      <a:pt x="3794" y="7509"/>
                      <a:pt x="3973" y="7479"/>
                      <a:pt x="4153" y="7435"/>
                    </a:cubicBezTo>
                    <a:cubicBezTo>
                      <a:pt x="4334" y="7387"/>
                      <a:pt x="4516" y="7369"/>
                      <a:pt x="4697" y="7369"/>
                    </a:cubicBezTo>
                    <a:cubicBezTo>
                      <a:pt x="4859" y="7369"/>
                      <a:pt x="5021" y="7384"/>
                      <a:pt x="5183" y="7405"/>
                    </a:cubicBezTo>
                    <a:cubicBezTo>
                      <a:pt x="5452" y="7450"/>
                      <a:pt x="5706" y="7509"/>
                      <a:pt x="5975" y="7554"/>
                    </a:cubicBezTo>
                    <a:cubicBezTo>
                      <a:pt x="6081" y="7571"/>
                      <a:pt x="6188" y="7582"/>
                      <a:pt x="6297" y="7582"/>
                    </a:cubicBezTo>
                    <a:cubicBezTo>
                      <a:pt x="6387" y="7582"/>
                      <a:pt x="6478" y="7574"/>
                      <a:pt x="6572" y="7554"/>
                    </a:cubicBezTo>
                    <a:cubicBezTo>
                      <a:pt x="6826" y="7509"/>
                      <a:pt x="7050" y="7405"/>
                      <a:pt x="7259" y="7255"/>
                    </a:cubicBezTo>
                    <a:cubicBezTo>
                      <a:pt x="7543" y="7046"/>
                      <a:pt x="7752" y="6792"/>
                      <a:pt x="7931" y="6509"/>
                    </a:cubicBezTo>
                    <a:cubicBezTo>
                      <a:pt x="8185" y="6105"/>
                      <a:pt x="8394" y="5702"/>
                      <a:pt x="8589" y="5284"/>
                    </a:cubicBezTo>
                    <a:cubicBezTo>
                      <a:pt x="8857" y="4716"/>
                      <a:pt x="9082" y="4134"/>
                      <a:pt x="9156" y="3507"/>
                    </a:cubicBezTo>
                    <a:cubicBezTo>
                      <a:pt x="9216" y="3148"/>
                      <a:pt x="9216" y="2805"/>
                      <a:pt x="9156" y="2446"/>
                    </a:cubicBezTo>
                    <a:cubicBezTo>
                      <a:pt x="9052" y="1849"/>
                      <a:pt x="8783" y="1326"/>
                      <a:pt x="8365" y="863"/>
                    </a:cubicBezTo>
                    <a:cubicBezTo>
                      <a:pt x="8096" y="579"/>
                      <a:pt x="7767" y="325"/>
                      <a:pt x="7394" y="161"/>
                    </a:cubicBezTo>
                    <a:cubicBezTo>
                      <a:pt x="7154" y="60"/>
                      <a:pt x="6915" y="4"/>
                      <a:pt x="6672" y="4"/>
                    </a:cubicBezTo>
                    <a:cubicBezTo>
                      <a:pt x="6521" y="4"/>
                      <a:pt x="6369" y="25"/>
                      <a:pt x="6214" y="71"/>
                    </a:cubicBezTo>
                    <a:cubicBezTo>
                      <a:pt x="6005" y="131"/>
                      <a:pt x="5811" y="221"/>
                      <a:pt x="5601" y="295"/>
                    </a:cubicBezTo>
                    <a:cubicBezTo>
                      <a:pt x="5377" y="385"/>
                      <a:pt x="5168" y="489"/>
                      <a:pt x="4929" y="534"/>
                    </a:cubicBezTo>
                    <a:cubicBezTo>
                      <a:pt x="4870" y="534"/>
                      <a:pt x="4825" y="549"/>
                      <a:pt x="4750" y="549"/>
                    </a:cubicBezTo>
                    <a:cubicBezTo>
                      <a:pt x="4713" y="557"/>
                      <a:pt x="4646" y="560"/>
                      <a:pt x="4575" y="560"/>
                    </a:cubicBezTo>
                    <a:cubicBezTo>
                      <a:pt x="4504" y="560"/>
                      <a:pt x="4429" y="557"/>
                      <a:pt x="4377" y="549"/>
                    </a:cubicBezTo>
                    <a:cubicBezTo>
                      <a:pt x="4257" y="519"/>
                      <a:pt x="4153" y="489"/>
                      <a:pt x="4063" y="460"/>
                    </a:cubicBezTo>
                    <a:cubicBezTo>
                      <a:pt x="3869" y="385"/>
                      <a:pt x="3690" y="310"/>
                      <a:pt x="3496" y="221"/>
                    </a:cubicBezTo>
                    <a:cubicBezTo>
                      <a:pt x="3212" y="84"/>
                      <a:pt x="2911" y="0"/>
                      <a:pt x="259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5"/>
              <p:cNvSpPr/>
              <p:nvPr/>
            </p:nvSpPr>
            <p:spPr>
              <a:xfrm>
                <a:off x="-1948175" y="2324200"/>
                <a:ext cx="63125" cy="76950"/>
              </a:xfrm>
              <a:custGeom>
                <a:rect b="b" l="l" r="r" t="t"/>
                <a:pathLst>
                  <a:path extrusionOk="0" h="3078" w="2525">
                    <a:moveTo>
                      <a:pt x="149" y="0"/>
                    </a:moveTo>
                    <a:cubicBezTo>
                      <a:pt x="0" y="493"/>
                      <a:pt x="30" y="867"/>
                      <a:pt x="105" y="1210"/>
                    </a:cubicBezTo>
                    <a:cubicBezTo>
                      <a:pt x="164" y="1554"/>
                      <a:pt x="314" y="1852"/>
                      <a:pt x="508" y="2121"/>
                    </a:cubicBezTo>
                    <a:cubicBezTo>
                      <a:pt x="702" y="2375"/>
                      <a:pt x="941" y="2599"/>
                      <a:pt x="1255" y="2779"/>
                    </a:cubicBezTo>
                    <a:cubicBezTo>
                      <a:pt x="1568" y="2943"/>
                      <a:pt x="1927" y="3077"/>
                      <a:pt x="2420" y="3077"/>
                    </a:cubicBezTo>
                    <a:cubicBezTo>
                      <a:pt x="2524" y="2584"/>
                      <a:pt x="2479" y="2226"/>
                      <a:pt x="2405" y="1882"/>
                    </a:cubicBezTo>
                    <a:cubicBezTo>
                      <a:pt x="2315" y="1539"/>
                      <a:pt x="2181" y="1270"/>
                      <a:pt x="2001" y="1016"/>
                    </a:cubicBezTo>
                    <a:cubicBezTo>
                      <a:pt x="1807" y="762"/>
                      <a:pt x="1583" y="538"/>
                      <a:pt x="1284" y="359"/>
                    </a:cubicBezTo>
                    <a:cubicBezTo>
                      <a:pt x="986" y="195"/>
                      <a:pt x="642" y="45"/>
                      <a:pt x="14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5"/>
              <p:cNvSpPr/>
              <p:nvPr/>
            </p:nvSpPr>
            <p:spPr>
              <a:xfrm>
                <a:off x="-1937400" y="2339100"/>
                <a:ext cx="52350" cy="64175"/>
              </a:xfrm>
              <a:custGeom>
                <a:rect b="b" l="l" r="r" t="t"/>
                <a:pathLst>
                  <a:path extrusionOk="0" h="2567" w="2094">
                    <a:moveTo>
                      <a:pt x="86" y="0"/>
                    </a:moveTo>
                    <a:cubicBezTo>
                      <a:pt x="43" y="0"/>
                      <a:pt x="1" y="50"/>
                      <a:pt x="32" y="91"/>
                    </a:cubicBezTo>
                    <a:cubicBezTo>
                      <a:pt x="629" y="943"/>
                      <a:pt x="1272" y="1764"/>
                      <a:pt x="1959" y="2541"/>
                    </a:cubicBezTo>
                    <a:cubicBezTo>
                      <a:pt x="1973" y="2559"/>
                      <a:pt x="1990" y="2567"/>
                      <a:pt x="2006" y="2567"/>
                    </a:cubicBezTo>
                    <a:cubicBezTo>
                      <a:pt x="2054" y="2567"/>
                      <a:pt x="2093" y="2496"/>
                      <a:pt x="2048" y="2451"/>
                    </a:cubicBezTo>
                    <a:cubicBezTo>
                      <a:pt x="1899" y="2272"/>
                      <a:pt x="1735" y="2093"/>
                      <a:pt x="1585" y="1914"/>
                    </a:cubicBezTo>
                    <a:cubicBezTo>
                      <a:pt x="1406" y="1495"/>
                      <a:pt x="1257" y="1077"/>
                      <a:pt x="1107" y="644"/>
                    </a:cubicBezTo>
                    <a:cubicBezTo>
                      <a:pt x="1101" y="614"/>
                      <a:pt x="1076" y="601"/>
                      <a:pt x="1050" y="601"/>
                    </a:cubicBezTo>
                    <a:cubicBezTo>
                      <a:pt x="1011" y="601"/>
                      <a:pt x="970" y="629"/>
                      <a:pt x="988" y="674"/>
                    </a:cubicBezTo>
                    <a:cubicBezTo>
                      <a:pt x="1092" y="988"/>
                      <a:pt x="1212" y="1301"/>
                      <a:pt x="1331" y="1615"/>
                    </a:cubicBezTo>
                    <a:cubicBezTo>
                      <a:pt x="913" y="1107"/>
                      <a:pt x="510" y="569"/>
                      <a:pt x="137" y="32"/>
                    </a:cubicBezTo>
                    <a:cubicBezTo>
                      <a:pt x="123" y="9"/>
                      <a:pt x="104" y="0"/>
                      <a:pt x="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5"/>
              <p:cNvSpPr/>
              <p:nvPr/>
            </p:nvSpPr>
            <p:spPr>
              <a:xfrm>
                <a:off x="-1896150" y="2320850"/>
                <a:ext cx="35350" cy="96625"/>
              </a:xfrm>
              <a:custGeom>
                <a:rect b="b" l="l" r="r" t="t"/>
                <a:pathLst>
                  <a:path extrusionOk="0" h="3865" w="1414">
                    <a:moveTo>
                      <a:pt x="891" y="0"/>
                    </a:moveTo>
                    <a:cubicBezTo>
                      <a:pt x="279" y="1165"/>
                      <a:pt x="115" y="2524"/>
                      <a:pt x="443" y="3734"/>
                    </a:cubicBezTo>
                    <a:cubicBezTo>
                      <a:pt x="324" y="3734"/>
                      <a:pt x="219" y="3734"/>
                      <a:pt x="115" y="3704"/>
                    </a:cubicBezTo>
                    <a:cubicBezTo>
                      <a:pt x="109" y="3703"/>
                      <a:pt x="104" y="3703"/>
                      <a:pt x="99" y="3703"/>
                    </a:cubicBezTo>
                    <a:cubicBezTo>
                      <a:pt x="22" y="3703"/>
                      <a:pt x="0" y="3810"/>
                      <a:pt x="85" y="3839"/>
                    </a:cubicBezTo>
                    <a:cubicBezTo>
                      <a:pt x="165" y="3856"/>
                      <a:pt x="248" y="3865"/>
                      <a:pt x="331" y="3865"/>
                    </a:cubicBezTo>
                    <a:cubicBezTo>
                      <a:pt x="528" y="3865"/>
                      <a:pt x="728" y="3818"/>
                      <a:pt x="906" y="3734"/>
                    </a:cubicBezTo>
                    <a:cubicBezTo>
                      <a:pt x="968" y="3697"/>
                      <a:pt x="927" y="3619"/>
                      <a:pt x="877" y="3619"/>
                    </a:cubicBezTo>
                    <a:cubicBezTo>
                      <a:pt x="867" y="3619"/>
                      <a:pt x="857" y="3622"/>
                      <a:pt x="846" y="3629"/>
                    </a:cubicBezTo>
                    <a:cubicBezTo>
                      <a:pt x="772" y="3659"/>
                      <a:pt x="712" y="3674"/>
                      <a:pt x="637" y="3704"/>
                    </a:cubicBezTo>
                    <a:cubicBezTo>
                      <a:pt x="473" y="2509"/>
                      <a:pt x="757" y="1270"/>
                      <a:pt x="1414" y="329"/>
                    </a:cubicBezTo>
                    <a:lnTo>
                      <a:pt x="8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5"/>
              <p:cNvSpPr/>
              <p:nvPr/>
            </p:nvSpPr>
            <p:spPr>
              <a:xfrm>
                <a:off x="-1937725" y="2540400"/>
                <a:ext cx="11600" cy="11225"/>
              </a:xfrm>
              <a:custGeom>
                <a:rect b="b" l="l" r="r" t="t"/>
                <a:pathLst>
                  <a:path extrusionOk="0" h="449" w="464">
                    <a:moveTo>
                      <a:pt x="150" y="0"/>
                    </a:moveTo>
                    <a:cubicBezTo>
                      <a:pt x="135" y="0"/>
                      <a:pt x="135" y="0"/>
                      <a:pt x="120" y="15"/>
                    </a:cubicBezTo>
                    <a:lnTo>
                      <a:pt x="90" y="30"/>
                    </a:lnTo>
                    <a:cubicBezTo>
                      <a:pt x="90" y="45"/>
                      <a:pt x="90" y="45"/>
                      <a:pt x="75" y="60"/>
                    </a:cubicBezTo>
                    <a:cubicBezTo>
                      <a:pt x="75" y="60"/>
                      <a:pt x="75" y="75"/>
                      <a:pt x="75" y="90"/>
                    </a:cubicBezTo>
                    <a:cubicBezTo>
                      <a:pt x="75" y="90"/>
                      <a:pt x="75" y="105"/>
                      <a:pt x="75" y="105"/>
                    </a:cubicBezTo>
                    <a:cubicBezTo>
                      <a:pt x="75" y="120"/>
                      <a:pt x="90" y="120"/>
                      <a:pt x="90" y="135"/>
                    </a:cubicBezTo>
                    <a:lnTo>
                      <a:pt x="120" y="135"/>
                    </a:lnTo>
                    <a:cubicBezTo>
                      <a:pt x="120" y="150"/>
                      <a:pt x="135" y="150"/>
                      <a:pt x="150" y="150"/>
                    </a:cubicBezTo>
                    <a:lnTo>
                      <a:pt x="165" y="150"/>
                    </a:lnTo>
                    <a:cubicBezTo>
                      <a:pt x="165" y="150"/>
                      <a:pt x="179" y="135"/>
                      <a:pt x="194" y="135"/>
                    </a:cubicBezTo>
                    <a:lnTo>
                      <a:pt x="209" y="105"/>
                    </a:lnTo>
                    <a:cubicBezTo>
                      <a:pt x="224" y="105"/>
                      <a:pt x="224" y="90"/>
                      <a:pt x="224" y="90"/>
                    </a:cubicBezTo>
                    <a:cubicBezTo>
                      <a:pt x="239" y="75"/>
                      <a:pt x="239" y="60"/>
                      <a:pt x="239" y="60"/>
                    </a:cubicBezTo>
                    <a:cubicBezTo>
                      <a:pt x="239" y="45"/>
                      <a:pt x="239" y="45"/>
                      <a:pt x="224" y="30"/>
                    </a:cubicBezTo>
                    <a:cubicBezTo>
                      <a:pt x="224" y="30"/>
                      <a:pt x="224" y="15"/>
                      <a:pt x="209" y="15"/>
                    </a:cubicBezTo>
                    <a:cubicBezTo>
                      <a:pt x="209" y="15"/>
                      <a:pt x="209" y="0"/>
                      <a:pt x="194" y="0"/>
                    </a:cubicBezTo>
                    <a:close/>
                    <a:moveTo>
                      <a:pt x="374" y="224"/>
                    </a:moveTo>
                    <a:cubicBezTo>
                      <a:pt x="374" y="224"/>
                      <a:pt x="359" y="224"/>
                      <a:pt x="359" y="239"/>
                    </a:cubicBezTo>
                    <a:cubicBezTo>
                      <a:pt x="344" y="239"/>
                      <a:pt x="344" y="239"/>
                      <a:pt x="329" y="254"/>
                    </a:cubicBezTo>
                    <a:cubicBezTo>
                      <a:pt x="314" y="254"/>
                      <a:pt x="314" y="269"/>
                      <a:pt x="314" y="269"/>
                    </a:cubicBezTo>
                    <a:cubicBezTo>
                      <a:pt x="299" y="284"/>
                      <a:pt x="299" y="284"/>
                      <a:pt x="299" y="299"/>
                    </a:cubicBezTo>
                    <a:lnTo>
                      <a:pt x="299" y="314"/>
                    </a:lnTo>
                    <a:cubicBezTo>
                      <a:pt x="299" y="329"/>
                      <a:pt x="314" y="344"/>
                      <a:pt x="314" y="344"/>
                    </a:cubicBezTo>
                    <a:cubicBezTo>
                      <a:pt x="329" y="344"/>
                      <a:pt x="329" y="359"/>
                      <a:pt x="344" y="359"/>
                    </a:cubicBezTo>
                    <a:lnTo>
                      <a:pt x="418" y="359"/>
                    </a:lnTo>
                    <a:cubicBezTo>
                      <a:pt x="418" y="359"/>
                      <a:pt x="433" y="344"/>
                      <a:pt x="433" y="344"/>
                    </a:cubicBezTo>
                    <a:cubicBezTo>
                      <a:pt x="448" y="329"/>
                      <a:pt x="448" y="329"/>
                      <a:pt x="448" y="314"/>
                    </a:cubicBezTo>
                    <a:cubicBezTo>
                      <a:pt x="463" y="314"/>
                      <a:pt x="463" y="299"/>
                      <a:pt x="463" y="284"/>
                    </a:cubicBezTo>
                    <a:lnTo>
                      <a:pt x="463" y="269"/>
                    </a:lnTo>
                    <a:cubicBezTo>
                      <a:pt x="463" y="269"/>
                      <a:pt x="448" y="254"/>
                      <a:pt x="448" y="239"/>
                    </a:cubicBezTo>
                    <a:lnTo>
                      <a:pt x="433" y="239"/>
                    </a:lnTo>
                    <a:cubicBezTo>
                      <a:pt x="418" y="224"/>
                      <a:pt x="403" y="224"/>
                      <a:pt x="403" y="224"/>
                    </a:cubicBezTo>
                    <a:close/>
                    <a:moveTo>
                      <a:pt x="75" y="269"/>
                    </a:moveTo>
                    <a:cubicBezTo>
                      <a:pt x="60" y="269"/>
                      <a:pt x="60" y="284"/>
                      <a:pt x="60" y="284"/>
                    </a:cubicBezTo>
                    <a:lnTo>
                      <a:pt x="30" y="314"/>
                    </a:lnTo>
                    <a:cubicBezTo>
                      <a:pt x="30" y="329"/>
                      <a:pt x="15" y="344"/>
                      <a:pt x="15" y="359"/>
                    </a:cubicBezTo>
                    <a:cubicBezTo>
                      <a:pt x="0" y="374"/>
                      <a:pt x="0" y="374"/>
                      <a:pt x="0" y="389"/>
                    </a:cubicBezTo>
                    <a:lnTo>
                      <a:pt x="0" y="404"/>
                    </a:lnTo>
                    <a:cubicBezTo>
                      <a:pt x="0" y="419"/>
                      <a:pt x="15" y="419"/>
                      <a:pt x="15" y="433"/>
                    </a:cubicBezTo>
                    <a:cubicBezTo>
                      <a:pt x="15" y="433"/>
                      <a:pt x="15" y="448"/>
                      <a:pt x="30" y="448"/>
                    </a:cubicBezTo>
                    <a:lnTo>
                      <a:pt x="90" y="448"/>
                    </a:lnTo>
                    <a:cubicBezTo>
                      <a:pt x="105" y="448"/>
                      <a:pt x="120" y="433"/>
                      <a:pt x="120" y="419"/>
                    </a:cubicBezTo>
                    <a:cubicBezTo>
                      <a:pt x="120" y="404"/>
                      <a:pt x="135" y="389"/>
                      <a:pt x="135" y="374"/>
                    </a:cubicBezTo>
                    <a:cubicBezTo>
                      <a:pt x="150" y="359"/>
                      <a:pt x="150" y="359"/>
                      <a:pt x="150" y="344"/>
                    </a:cubicBezTo>
                    <a:lnTo>
                      <a:pt x="150" y="329"/>
                    </a:lnTo>
                    <a:cubicBezTo>
                      <a:pt x="150" y="314"/>
                      <a:pt x="135" y="314"/>
                      <a:pt x="135" y="299"/>
                    </a:cubicBezTo>
                    <a:cubicBezTo>
                      <a:pt x="135" y="284"/>
                      <a:pt x="135" y="284"/>
                      <a:pt x="120" y="284"/>
                    </a:cubicBezTo>
                    <a:cubicBezTo>
                      <a:pt x="120" y="284"/>
                      <a:pt x="120" y="269"/>
                      <a:pt x="105" y="26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5"/>
              <p:cNvSpPr/>
              <p:nvPr/>
            </p:nvSpPr>
            <p:spPr>
              <a:xfrm>
                <a:off x="-1992625" y="2403350"/>
                <a:ext cx="31025" cy="74675"/>
              </a:xfrm>
              <a:custGeom>
                <a:rect b="b" l="l" r="r" t="t"/>
                <a:pathLst>
                  <a:path extrusionOk="0" h="2987" w="1241">
                    <a:moveTo>
                      <a:pt x="1181" y="1"/>
                    </a:moveTo>
                    <a:cubicBezTo>
                      <a:pt x="1166" y="1"/>
                      <a:pt x="1151" y="1"/>
                      <a:pt x="1136" y="16"/>
                    </a:cubicBezTo>
                    <a:cubicBezTo>
                      <a:pt x="1106" y="31"/>
                      <a:pt x="1076" y="46"/>
                      <a:pt x="1061" y="76"/>
                    </a:cubicBezTo>
                    <a:cubicBezTo>
                      <a:pt x="1031" y="90"/>
                      <a:pt x="1016" y="120"/>
                      <a:pt x="1001" y="135"/>
                    </a:cubicBezTo>
                    <a:cubicBezTo>
                      <a:pt x="986" y="150"/>
                      <a:pt x="986" y="150"/>
                      <a:pt x="986" y="165"/>
                    </a:cubicBezTo>
                    <a:lnTo>
                      <a:pt x="986" y="180"/>
                    </a:lnTo>
                    <a:cubicBezTo>
                      <a:pt x="1001" y="195"/>
                      <a:pt x="1001" y="210"/>
                      <a:pt x="1016" y="225"/>
                    </a:cubicBezTo>
                    <a:cubicBezTo>
                      <a:pt x="1026" y="225"/>
                      <a:pt x="1036" y="232"/>
                      <a:pt x="1046" y="232"/>
                    </a:cubicBezTo>
                    <a:cubicBezTo>
                      <a:pt x="1051" y="232"/>
                      <a:pt x="1056" y="230"/>
                      <a:pt x="1061" y="225"/>
                    </a:cubicBezTo>
                    <a:lnTo>
                      <a:pt x="1076" y="225"/>
                    </a:lnTo>
                    <a:cubicBezTo>
                      <a:pt x="1091" y="210"/>
                      <a:pt x="1091" y="210"/>
                      <a:pt x="1106" y="195"/>
                    </a:cubicBezTo>
                    <a:cubicBezTo>
                      <a:pt x="1121" y="180"/>
                      <a:pt x="1151" y="165"/>
                      <a:pt x="1166" y="150"/>
                    </a:cubicBezTo>
                    <a:lnTo>
                      <a:pt x="1151" y="150"/>
                    </a:lnTo>
                    <a:cubicBezTo>
                      <a:pt x="1166" y="150"/>
                      <a:pt x="1181" y="135"/>
                      <a:pt x="1196" y="120"/>
                    </a:cubicBezTo>
                    <a:cubicBezTo>
                      <a:pt x="1210" y="120"/>
                      <a:pt x="1225" y="105"/>
                      <a:pt x="1225" y="90"/>
                    </a:cubicBezTo>
                    <a:cubicBezTo>
                      <a:pt x="1240" y="76"/>
                      <a:pt x="1225" y="46"/>
                      <a:pt x="1225" y="46"/>
                    </a:cubicBezTo>
                    <a:cubicBezTo>
                      <a:pt x="1210" y="31"/>
                      <a:pt x="1196" y="16"/>
                      <a:pt x="1181" y="1"/>
                    </a:cubicBezTo>
                    <a:close/>
                    <a:moveTo>
                      <a:pt x="688" y="462"/>
                    </a:moveTo>
                    <a:cubicBezTo>
                      <a:pt x="668" y="462"/>
                      <a:pt x="646" y="471"/>
                      <a:pt x="628" y="494"/>
                    </a:cubicBezTo>
                    <a:cubicBezTo>
                      <a:pt x="165" y="1211"/>
                      <a:pt x="1" y="2107"/>
                      <a:pt x="165" y="2943"/>
                    </a:cubicBezTo>
                    <a:cubicBezTo>
                      <a:pt x="171" y="2973"/>
                      <a:pt x="194" y="2986"/>
                      <a:pt x="218" y="2986"/>
                    </a:cubicBezTo>
                    <a:cubicBezTo>
                      <a:pt x="254" y="2986"/>
                      <a:pt x="293" y="2958"/>
                      <a:pt x="284" y="2913"/>
                    </a:cubicBezTo>
                    <a:cubicBezTo>
                      <a:pt x="135" y="2107"/>
                      <a:pt x="299" y="1255"/>
                      <a:pt x="747" y="553"/>
                    </a:cubicBezTo>
                    <a:cubicBezTo>
                      <a:pt x="779" y="512"/>
                      <a:pt x="737" y="462"/>
                      <a:pt x="688" y="46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 name="Google Shape;235;p35"/>
            <p:cNvGrpSpPr/>
            <p:nvPr/>
          </p:nvGrpSpPr>
          <p:grpSpPr>
            <a:xfrm rot="-10350234">
              <a:off x="-1085546" y="279874"/>
              <a:ext cx="1558032" cy="1818185"/>
              <a:chOff x="2342300" y="-1710275"/>
              <a:chExt cx="230400" cy="268875"/>
            </a:xfrm>
          </p:grpSpPr>
          <p:sp>
            <p:nvSpPr>
              <p:cNvPr id="236" name="Google Shape;236;p35"/>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5"/>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5"/>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5"/>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 name="Google Shape;240;p35"/>
            <p:cNvGrpSpPr/>
            <p:nvPr/>
          </p:nvGrpSpPr>
          <p:grpSpPr>
            <a:xfrm flipH="1">
              <a:off x="8150925" y="4397431"/>
              <a:ext cx="830339" cy="850314"/>
              <a:chOff x="2588281" y="451206"/>
              <a:chExt cx="830339" cy="850314"/>
            </a:xfrm>
          </p:grpSpPr>
          <p:sp>
            <p:nvSpPr>
              <p:cNvPr id="241" name="Google Shape;241;p35"/>
              <p:cNvSpPr/>
              <p:nvPr/>
            </p:nvSpPr>
            <p:spPr>
              <a:xfrm rot="-179950">
                <a:off x="3146022" y="866601"/>
                <a:ext cx="261571" cy="428370"/>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5"/>
              <p:cNvSpPr/>
              <p:nvPr/>
            </p:nvSpPr>
            <p:spPr>
              <a:xfrm rot="3566374">
                <a:off x="2708429" y="458538"/>
                <a:ext cx="261565" cy="428373"/>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3" name="Shape 243"/>
        <p:cNvGrpSpPr/>
        <p:nvPr/>
      </p:nvGrpSpPr>
      <p:grpSpPr>
        <a:xfrm>
          <a:off x="0" y="0"/>
          <a:ext cx="0" cy="0"/>
          <a:chOff x="0" y="0"/>
          <a:chExt cx="0" cy="0"/>
        </a:xfrm>
      </p:grpSpPr>
      <p:grpSp>
        <p:nvGrpSpPr>
          <p:cNvPr id="244" name="Google Shape;244;p36"/>
          <p:cNvGrpSpPr/>
          <p:nvPr/>
        </p:nvGrpSpPr>
        <p:grpSpPr>
          <a:xfrm>
            <a:off x="-65" y="-15"/>
            <a:ext cx="9144128" cy="5143530"/>
            <a:chOff x="-2163850" y="-134475"/>
            <a:chExt cx="3075000" cy="5336719"/>
          </a:xfrm>
        </p:grpSpPr>
        <p:cxnSp>
          <p:nvCxnSpPr>
            <p:cNvPr id="245" name="Google Shape;245;p36"/>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46" name="Google Shape;246;p36"/>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47" name="Google Shape;247;p36"/>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48" name="Google Shape;248;p36"/>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49" name="Google Shape;249;p36"/>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0" name="Google Shape;250;p36"/>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1" name="Google Shape;251;p36"/>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2" name="Google Shape;252;p36"/>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3" name="Google Shape;253;p36"/>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4" name="Google Shape;254;p36"/>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5" name="Google Shape;255;p36"/>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6" name="Google Shape;256;p36"/>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7" name="Google Shape;257;p36"/>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8" name="Google Shape;258;p36"/>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59" name="Google Shape;259;p36"/>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60" name="Google Shape;260;p36"/>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261" name="Google Shape;261;p36"/>
          <p:cNvSpPr txBox="1"/>
          <p:nvPr>
            <p:ph type="title"/>
          </p:nvPr>
        </p:nvSpPr>
        <p:spPr>
          <a:xfrm>
            <a:off x="1018813" y="1176756"/>
            <a:ext cx="4294800" cy="64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2" name="Google Shape;262;p36"/>
          <p:cNvSpPr txBox="1"/>
          <p:nvPr>
            <p:ph idx="1" type="subTitle"/>
          </p:nvPr>
        </p:nvSpPr>
        <p:spPr>
          <a:xfrm>
            <a:off x="1018813" y="1823244"/>
            <a:ext cx="4294800" cy="2143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grpSp>
        <p:nvGrpSpPr>
          <p:cNvPr id="263" name="Google Shape;263;p36"/>
          <p:cNvGrpSpPr/>
          <p:nvPr/>
        </p:nvGrpSpPr>
        <p:grpSpPr>
          <a:xfrm flipH="1" rot="10800000">
            <a:off x="183980" y="4142683"/>
            <a:ext cx="845155" cy="1109816"/>
            <a:chOff x="1232599" y="-41519"/>
            <a:chExt cx="695945" cy="913880"/>
          </a:xfrm>
        </p:grpSpPr>
        <p:sp>
          <p:nvSpPr>
            <p:cNvPr id="264" name="Google Shape;264;p36"/>
            <p:cNvSpPr/>
            <p:nvPr/>
          </p:nvSpPr>
          <p:spPr>
            <a:xfrm>
              <a:off x="1546142" y="-41519"/>
              <a:ext cx="382402" cy="493816"/>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6"/>
            <p:cNvSpPr/>
            <p:nvPr/>
          </p:nvSpPr>
          <p:spPr>
            <a:xfrm>
              <a:off x="1232599" y="358850"/>
              <a:ext cx="313541" cy="513511"/>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6" name="Shape 266"/>
        <p:cNvGrpSpPr/>
        <p:nvPr/>
      </p:nvGrpSpPr>
      <p:grpSpPr>
        <a:xfrm>
          <a:off x="0" y="0"/>
          <a:ext cx="0" cy="0"/>
          <a:chOff x="0" y="0"/>
          <a:chExt cx="0" cy="0"/>
        </a:xfrm>
      </p:grpSpPr>
      <p:grpSp>
        <p:nvGrpSpPr>
          <p:cNvPr id="267" name="Google Shape;267;p37"/>
          <p:cNvGrpSpPr/>
          <p:nvPr/>
        </p:nvGrpSpPr>
        <p:grpSpPr>
          <a:xfrm>
            <a:off x="-65" y="-15"/>
            <a:ext cx="9144128" cy="5143530"/>
            <a:chOff x="-2163850" y="-134475"/>
            <a:chExt cx="3075000" cy="5336719"/>
          </a:xfrm>
        </p:grpSpPr>
        <p:cxnSp>
          <p:nvCxnSpPr>
            <p:cNvPr id="268" name="Google Shape;268;p37"/>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69" name="Google Shape;269;p37"/>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0" name="Google Shape;270;p37"/>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1" name="Google Shape;271;p37"/>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2" name="Google Shape;272;p37"/>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3" name="Google Shape;273;p37"/>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4" name="Google Shape;274;p37"/>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5" name="Google Shape;275;p37"/>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6" name="Google Shape;276;p37"/>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7" name="Google Shape;277;p37"/>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8" name="Google Shape;278;p37"/>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79" name="Google Shape;279;p37"/>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80" name="Google Shape;280;p37"/>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81" name="Google Shape;281;p37"/>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82" name="Google Shape;282;p37"/>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283" name="Google Shape;283;p37"/>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284" name="Google Shape;284;p37"/>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85" name="Google Shape;285;p37"/>
          <p:cNvGrpSpPr/>
          <p:nvPr/>
        </p:nvGrpSpPr>
        <p:grpSpPr>
          <a:xfrm>
            <a:off x="-1827564" y="391576"/>
            <a:ext cx="11196828" cy="4552261"/>
            <a:chOff x="-1827564" y="391576"/>
            <a:chExt cx="11196828" cy="4552261"/>
          </a:xfrm>
        </p:grpSpPr>
        <p:grpSp>
          <p:nvGrpSpPr>
            <p:cNvPr id="286" name="Google Shape;286;p37"/>
            <p:cNvGrpSpPr/>
            <p:nvPr/>
          </p:nvGrpSpPr>
          <p:grpSpPr>
            <a:xfrm rot="-6057774">
              <a:off x="8205128" y="1892002"/>
              <a:ext cx="1723929" cy="281637"/>
              <a:chOff x="-2497825" y="2229500"/>
              <a:chExt cx="368200" cy="60150"/>
            </a:xfrm>
          </p:grpSpPr>
          <p:sp>
            <p:nvSpPr>
              <p:cNvPr id="287" name="Google Shape;287;p37"/>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37"/>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37"/>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7"/>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37"/>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37"/>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7"/>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37"/>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7"/>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37"/>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7"/>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7"/>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37"/>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7"/>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37"/>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7"/>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37"/>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7"/>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37"/>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37"/>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7" name="Google Shape;307;p37"/>
            <p:cNvGrpSpPr/>
            <p:nvPr/>
          </p:nvGrpSpPr>
          <p:grpSpPr>
            <a:xfrm>
              <a:off x="8516500" y="391576"/>
              <a:ext cx="670229" cy="756100"/>
              <a:chOff x="8430775" y="445026"/>
              <a:chExt cx="670229" cy="756100"/>
            </a:xfrm>
          </p:grpSpPr>
          <p:sp>
            <p:nvSpPr>
              <p:cNvPr id="308" name="Google Shape;308;p37"/>
              <p:cNvSpPr/>
              <p:nvPr/>
            </p:nvSpPr>
            <p:spPr>
              <a:xfrm>
                <a:off x="8430775" y="767225"/>
                <a:ext cx="336005" cy="433901"/>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7"/>
              <p:cNvSpPr/>
              <p:nvPr/>
            </p:nvSpPr>
            <p:spPr>
              <a:xfrm>
                <a:off x="8825506" y="445026"/>
                <a:ext cx="275498" cy="451206"/>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 name="Google Shape;310;p37"/>
            <p:cNvGrpSpPr/>
            <p:nvPr/>
          </p:nvGrpSpPr>
          <p:grpSpPr>
            <a:xfrm rot="-160184">
              <a:off x="-1776158" y="2626032"/>
              <a:ext cx="2398342" cy="2263177"/>
              <a:chOff x="-1350000" y="1170375"/>
              <a:chExt cx="441375" cy="416500"/>
            </a:xfrm>
          </p:grpSpPr>
          <p:sp>
            <p:nvSpPr>
              <p:cNvPr id="311" name="Google Shape;311;p37"/>
              <p:cNvSpPr/>
              <p:nvPr/>
            </p:nvSpPr>
            <p:spPr>
              <a:xfrm>
                <a:off x="-1246950" y="1171075"/>
                <a:ext cx="138175" cy="415400"/>
              </a:xfrm>
              <a:custGeom>
                <a:rect b="b" l="l" r="r" t="t"/>
                <a:pathLst>
                  <a:path extrusionOk="0" h="16616" w="5527">
                    <a:moveTo>
                      <a:pt x="4366" y="0"/>
                    </a:moveTo>
                    <a:cubicBezTo>
                      <a:pt x="4116" y="0"/>
                      <a:pt x="3784" y="13"/>
                      <a:pt x="3764" y="93"/>
                    </a:cubicBezTo>
                    <a:cubicBezTo>
                      <a:pt x="2301" y="5530"/>
                      <a:pt x="1524" y="11131"/>
                      <a:pt x="15" y="16552"/>
                    </a:cubicBezTo>
                    <a:cubicBezTo>
                      <a:pt x="0" y="16597"/>
                      <a:pt x="807" y="16612"/>
                      <a:pt x="882" y="16612"/>
                    </a:cubicBezTo>
                    <a:cubicBezTo>
                      <a:pt x="916" y="16612"/>
                      <a:pt x="1021" y="16616"/>
                      <a:pt x="1146" y="16616"/>
                    </a:cubicBezTo>
                    <a:cubicBezTo>
                      <a:pt x="1396" y="16616"/>
                      <a:pt x="1728" y="16602"/>
                      <a:pt x="1748" y="16523"/>
                    </a:cubicBezTo>
                    <a:cubicBezTo>
                      <a:pt x="3271" y="11101"/>
                      <a:pt x="4033" y="5500"/>
                      <a:pt x="5497" y="63"/>
                    </a:cubicBezTo>
                    <a:cubicBezTo>
                      <a:pt x="5527" y="18"/>
                      <a:pt x="4705" y="4"/>
                      <a:pt x="4631" y="4"/>
                    </a:cubicBezTo>
                    <a:cubicBezTo>
                      <a:pt x="4596" y="4"/>
                      <a:pt x="4491" y="0"/>
                      <a:pt x="436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7"/>
              <p:cNvSpPr/>
              <p:nvPr/>
            </p:nvSpPr>
            <p:spPr>
              <a:xfrm>
                <a:off x="-1147875" y="1170375"/>
                <a:ext cx="120875" cy="416500"/>
              </a:xfrm>
              <a:custGeom>
                <a:rect b="b" l="l" r="r" t="t"/>
                <a:pathLst>
                  <a:path extrusionOk="0" h="16660" w="4835">
                    <a:moveTo>
                      <a:pt x="1319" y="1"/>
                    </a:moveTo>
                    <a:cubicBezTo>
                      <a:pt x="803" y="1"/>
                      <a:pt x="0" y="96"/>
                      <a:pt x="10" y="106"/>
                    </a:cubicBezTo>
                    <a:cubicBezTo>
                      <a:pt x="951" y="5618"/>
                      <a:pt x="1982" y="11099"/>
                      <a:pt x="3102" y="16580"/>
                    </a:cubicBezTo>
                    <a:cubicBezTo>
                      <a:pt x="3111" y="16639"/>
                      <a:pt x="3273" y="16660"/>
                      <a:pt x="3495" y="16660"/>
                    </a:cubicBezTo>
                    <a:cubicBezTo>
                      <a:pt x="4006" y="16660"/>
                      <a:pt x="4835" y="16551"/>
                      <a:pt x="4835" y="16551"/>
                    </a:cubicBezTo>
                    <a:cubicBezTo>
                      <a:pt x="3714" y="11069"/>
                      <a:pt x="2684" y="5588"/>
                      <a:pt x="1743" y="76"/>
                    </a:cubicBezTo>
                    <a:cubicBezTo>
                      <a:pt x="1729" y="20"/>
                      <a:pt x="1553" y="1"/>
                      <a:pt x="131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7"/>
              <p:cNvSpPr/>
              <p:nvPr/>
            </p:nvSpPr>
            <p:spPr>
              <a:xfrm>
                <a:off x="-1323125" y="1216700"/>
                <a:ext cx="380150" cy="269625"/>
              </a:xfrm>
              <a:custGeom>
                <a:rect b="b" l="l" r="r" t="t"/>
                <a:pathLst>
                  <a:path extrusionOk="0" h="10785" w="15206">
                    <a:moveTo>
                      <a:pt x="45" y="1"/>
                    </a:moveTo>
                    <a:lnTo>
                      <a:pt x="1" y="10784"/>
                    </a:lnTo>
                    <a:lnTo>
                      <a:pt x="15205" y="10516"/>
                    </a:lnTo>
                    <a:lnTo>
                      <a:pt x="14832" y="120"/>
                    </a:lnTo>
                    <a:lnTo>
                      <a:pt x="4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7"/>
              <p:cNvSpPr/>
              <p:nvPr/>
            </p:nvSpPr>
            <p:spPr>
              <a:xfrm>
                <a:off x="-1350000" y="1205125"/>
                <a:ext cx="441375" cy="296500"/>
              </a:xfrm>
              <a:custGeom>
                <a:rect b="b" l="l" r="r" t="t"/>
                <a:pathLst>
                  <a:path extrusionOk="0" h="11860" w="17655">
                    <a:moveTo>
                      <a:pt x="1583" y="927"/>
                    </a:moveTo>
                    <a:lnTo>
                      <a:pt x="15459" y="1046"/>
                    </a:lnTo>
                    <a:lnTo>
                      <a:pt x="15802" y="10471"/>
                    </a:lnTo>
                    <a:lnTo>
                      <a:pt x="1539" y="10605"/>
                    </a:lnTo>
                    <a:lnTo>
                      <a:pt x="1583" y="927"/>
                    </a:lnTo>
                    <a:close/>
                    <a:moveTo>
                      <a:pt x="657" y="1"/>
                    </a:moveTo>
                    <a:lnTo>
                      <a:pt x="613" y="10620"/>
                    </a:lnTo>
                    <a:lnTo>
                      <a:pt x="0" y="10620"/>
                    </a:lnTo>
                    <a:lnTo>
                      <a:pt x="0" y="11860"/>
                    </a:lnTo>
                    <a:lnTo>
                      <a:pt x="17654" y="11695"/>
                    </a:lnTo>
                    <a:lnTo>
                      <a:pt x="17639" y="10456"/>
                    </a:lnTo>
                    <a:lnTo>
                      <a:pt x="16728" y="10471"/>
                    </a:lnTo>
                    <a:lnTo>
                      <a:pt x="16355" y="135"/>
                    </a:lnTo>
                    <a:lnTo>
                      <a:pt x="65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37"/>
              <p:cNvSpPr/>
              <p:nvPr/>
            </p:nvSpPr>
            <p:spPr>
              <a:xfrm>
                <a:off x="-1350000" y="1196175"/>
                <a:ext cx="441375" cy="307225"/>
              </a:xfrm>
              <a:custGeom>
                <a:rect b="b" l="l" r="r" t="t"/>
                <a:pathLst>
                  <a:path extrusionOk="0" h="12289" w="17655">
                    <a:moveTo>
                      <a:pt x="8857" y="0"/>
                    </a:moveTo>
                    <a:cubicBezTo>
                      <a:pt x="8812" y="0"/>
                      <a:pt x="8797" y="30"/>
                      <a:pt x="8797" y="75"/>
                    </a:cubicBezTo>
                    <a:cubicBezTo>
                      <a:pt x="8782" y="165"/>
                      <a:pt x="8782" y="269"/>
                      <a:pt x="8767" y="389"/>
                    </a:cubicBezTo>
                    <a:cubicBezTo>
                      <a:pt x="8494" y="384"/>
                      <a:pt x="8220" y="382"/>
                      <a:pt x="7947" y="382"/>
                    </a:cubicBezTo>
                    <a:cubicBezTo>
                      <a:pt x="7400" y="382"/>
                      <a:pt x="6856" y="389"/>
                      <a:pt x="6318" y="389"/>
                    </a:cubicBezTo>
                    <a:cubicBezTo>
                      <a:pt x="6228" y="389"/>
                      <a:pt x="6228" y="508"/>
                      <a:pt x="6318" y="508"/>
                    </a:cubicBezTo>
                    <a:cubicBezTo>
                      <a:pt x="6807" y="502"/>
                      <a:pt x="7295" y="498"/>
                      <a:pt x="7785" y="498"/>
                    </a:cubicBezTo>
                    <a:cubicBezTo>
                      <a:pt x="8478" y="498"/>
                      <a:pt x="9173" y="505"/>
                      <a:pt x="9873" y="523"/>
                    </a:cubicBezTo>
                    <a:cubicBezTo>
                      <a:pt x="9947" y="523"/>
                      <a:pt x="9947" y="403"/>
                      <a:pt x="9873" y="403"/>
                    </a:cubicBezTo>
                    <a:cubicBezTo>
                      <a:pt x="9544" y="389"/>
                      <a:pt x="9216" y="389"/>
                      <a:pt x="8887" y="389"/>
                    </a:cubicBezTo>
                    <a:cubicBezTo>
                      <a:pt x="8902" y="284"/>
                      <a:pt x="8902" y="179"/>
                      <a:pt x="8917" y="75"/>
                    </a:cubicBezTo>
                    <a:cubicBezTo>
                      <a:pt x="8917" y="30"/>
                      <a:pt x="8887" y="0"/>
                      <a:pt x="8857" y="0"/>
                    </a:cubicBezTo>
                    <a:close/>
                    <a:moveTo>
                      <a:pt x="11172" y="448"/>
                    </a:moveTo>
                    <a:cubicBezTo>
                      <a:pt x="11328" y="592"/>
                      <a:pt x="11530" y="678"/>
                      <a:pt x="11748" y="678"/>
                    </a:cubicBezTo>
                    <a:cubicBezTo>
                      <a:pt x="11779" y="678"/>
                      <a:pt x="11812" y="676"/>
                      <a:pt x="11844" y="672"/>
                    </a:cubicBezTo>
                    <a:cubicBezTo>
                      <a:pt x="12023" y="642"/>
                      <a:pt x="12188" y="568"/>
                      <a:pt x="12307" y="463"/>
                    </a:cubicBezTo>
                    <a:lnTo>
                      <a:pt x="12113" y="448"/>
                    </a:lnTo>
                    <a:cubicBezTo>
                      <a:pt x="12038" y="508"/>
                      <a:pt x="11949" y="538"/>
                      <a:pt x="11844" y="553"/>
                    </a:cubicBezTo>
                    <a:cubicBezTo>
                      <a:pt x="11818" y="555"/>
                      <a:pt x="11791" y="557"/>
                      <a:pt x="11764" y="557"/>
                    </a:cubicBezTo>
                    <a:cubicBezTo>
                      <a:pt x="11627" y="557"/>
                      <a:pt x="11494" y="523"/>
                      <a:pt x="11381" y="448"/>
                    </a:cubicBezTo>
                    <a:close/>
                    <a:moveTo>
                      <a:pt x="1733" y="359"/>
                    </a:moveTo>
                    <a:cubicBezTo>
                      <a:pt x="2102" y="629"/>
                      <a:pt x="2542" y="748"/>
                      <a:pt x="2986" y="748"/>
                    </a:cubicBezTo>
                    <a:cubicBezTo>
                      <a:pt x="3081" y="748"/>
                      <a:pt x="3176" y="743"/>
                      <a:pt x="3271" y="732"/>
                    </a:cubicBezTo>
                    <a:cubicBezTo>
                      <a:pt x="3719" y="702"/>
                      <a:pt x="4137" y="568"/>
                      <a:pt x="4556" y="389"/>
                    </a:cubicBezTo>
                    <a:lnTo>
                      <a:pt x="4227" y="389"/>
                    </a:lnTo>
                    <a:cubicBezTo>
                      <a:pt x="3928" y="493"/>
                      <a:pt x="3630" y="583"/>
                      <a:pt x="3301" y="613"/>
                    </a:cubicBezTo>
                    <a:cubicBezTo>
                      <a:pt x="3211" y="622"/>
                      <a:pt x="3121" y="626"/>
                      <a:pt x="3029" y="626"/>
                    </a:cubicBezTo>
                    <a:cubicBezTo>
                      <a:pt x="2665" y="626"/>
                      <a:pt x="2294" y="550"/>
                      <a:pt x="1972" y="359"/>
                    </a:cubicBezTo>
                    <a:close/>
                    <a:moveTo>
                      <a:pt x="10590" y="448"/>
                    </a:moveTo>
                    <a:cubicBezTo>
                      <a:pt x="10814" y="657"/>
                      <a:pt x="11083" y="822"/>
                      <a:pt x="11381" y="926"/>
                    </a:cubicBezTo>
                    <a:cubicBezTo>
                      <a:pt x="11642" y="1020"/>
                      <a:pt x="11932" y="1085"/>
                      <a:pt x="12215" y="1085"/>
                    </a:cubicBezTo>
                    <a:cubicBezTo>
                      <a:pt x="12338" y="1085"/>
                      <a:pt x="12459" y="1073"/>
                      <a:pt x="12576" y="1046"/>
                    </a:cubicBezTo>
                    <a:cubicBezTo>
                      <a:pt x="12800" y="1001"/>
                      <a:pt x="12964" y="867"/>
                      <a:pt x="13129" y="732"/>
                    </a:cubicBezTo>
                    <a:cubicBezTo>
                      <a:pt x="13323" y="598"/>
                      <a:pt x="13517" y="523"/>
                      <a:pt x="13741" y="508"/>
                    </a:cubicBezTo>
                    <a:cubicBezTo>
                      <a:pt x="13786" y="505"/>
                      <a:pt x="13831" y="504"/>
                      <a:pt x="13875" y="504"/>
                    </a:cubicBezTo>
                    <a:cubicBezTo>
                      <a:pt x="14054" y="504"/>
                      <a:pt x="14231" y="523"/>
                      <a:pt x="14398" y="523"/>
                    </a:cubicBezTo>
                    <a:cubicBezTo>
                      <a:pt x="14462" y="527"/>
                      <a:pt x="14524" y="529"/>
                      <a:pt x="14586" y="529"/>
                    </a:cubicBezTo>
                    <a:cubicBezTo>
                      <a:pt x="14772" y="529"/>
                      <a:pt x="14951" y="512"/>
                      <a:pt x="15130" y="478"/>
                    </a:cubicBezTo>
                    <a:lnTo>
                      <a:pt x="15160" y="478"/>
                    </a:lnTo>
                    <a:lnTo>
                      <a:pt x="13353" y="463"/>
                    </a:lnTo>
                    <a:cubicBezTo>
                      <a:pt x="13174" y="538"/>
                      <a:pt x="13024" y="672"/>
                      <a:pt x="12875" y="792"/>
                    </a:cubicBezTo>
                    <a:cubicBezTo>
                      <a:pt x="12684" y="919"/>
                      <a:pt x="12458" y="966"/>
                      <a:pt x="12229" y="966"/>
                    </a:cubicBezTo>
                    <a:cubicBezTo>
                      <a:pt x="12028" y="966"/>
                      <a:pt x="11823" y="930"/>
                      <a:pt x="11635" y="881"/>
                    </a:cubicBezTo>
                    <a:cubicBezTo>
                      <a:pt x="11336" y="792"/>
                      <a:pt x="11038" y="642"/>
                      <a:pt x="10799" y="448"/>
                    </a:cubicBezTo>
                    <a:close/>
                    <a:moveTo>
                      <a:pt x="8370" y="739"/>
                    </a:moveTo>
                    <a:cubicBezTo>
                      <a:pt x="8329" y="739"/>
                      <a:pt x="8287" y="742"/>
                      <a:pt x="8245" y="747"/>
                    </a:cubicBezTo>
                    <a:cubicBezTo>
                      <a:pt x="7991" y="747"/>
                      <a:pt x="7752" y="822"/>
                      <a:pt x="7513" y="867"/>
                    </a:cubicBezTo>
                    <a:cubicBezTo>
                      <a:pt x="7307" y="912"/>
                      <a:pt x="7102" y="932"/>
                      <a:pt x="6890" y="932"/>
                    </a:cubicBezTo>
                    <a:cubicBezTo>
                      <a:pt x="6825" y="932"/>
                      <a:pt x="6758" y="930"/>
                      <a:pt x="6691" y="926"/>
                    </a:cubicBezTo>
                    <a:cubicBezTo>
                      <a:pt x="6423" y="911"/>
                      <a:pt x="6139" y="867"/>
                      <a:pt x="5870" y="852"/>
                    </a:cubicBezTo>
                    <a:cubicBezTo>
                      <a:pt x="5785" y="847"/>
                      <a:pt x="5701" y="843"/>
                      <a:pt x="5616" y="843"/>
                    </a:cubicBezTo>
                    <a:cubicBezTo>
                      <a:pt x="5447" y="843"/>
                      <a:pt x="5277" y="857"/>
                      <a:pt x="5108" y="896"/>
                    </a:cubicBezTo>
                    <a:cubicBezTo>
                      <a:pt x="4705" y="971"/>
                      <a:pt x="4317" y="1135"/>
                      <a:pt x="3943" y="1315"/>
                    </a:cubicBezTo>
                    <a:lnTo>
                      <a:pt x="4227" y="1315"/>
                    </a:lnTo>
                    <a:cubicBezTo>
                      <a:pt x="4481" y="1210"/>
                      <a:pt x="4720" y="1105"/>
                      <a:pt x="4974" y="1046"/>
                    </a:cubicBezTo>
                    <a:cubicBezTo>
                      <a:pt x="5228" y="986"/>
                      <a:pt x="5497" y="956"/>
                      <a:pt x="5750" y="956"/>
                    </a:cubicBezTo>
                    <a:cubicBezTo>
                      <a:pt x="6004" y="971"/>
                      <a:pt x="6273" y="1016"/>
                      <a:pt x="6527" y="1046"/>
                    </a:cubicBezTo>
                    <a:cubicBezTo>
                      <a:pt x="6654" y="1053"/>
                      <a:pt x="6777" y="1061"/>
                      <a:pt x="6900" y="1061"/>
                    </a:cubicBezTo>
                    <a:cubicBezTo>
                      <a:pt x="7024" y="1061"/>
                      <a:pt x="7147" y="1053"/>
                      <a:pt x="7274" y="1031"/>
                    </a:cubicBezTo>
                    <a:cubicBezTo>
                      <a:pt x="7528" y="1001"/>
                      <a:pt x="7767" y="926"/>
                      <a:pt x="8036" y="881"/>
                    </a:cubicBezTo>
                    <a:cubicBezTo>
                      <a:pt x="8123" y="871"/>
                      <a:pt x="8211" y="864"/>
                      <a:pt x="8298" y="864"/>
                    </a:cubicBezTo>
                    <a:cubicBezTo>
                      <a:pt x="8450" y="864"/>
                      <a:pt x="8601" y="884"/>
                      <a:pt x="8753" y="941"/>
                    </a:cubicBezTo>
                    <a:cubicBezTo>
                      <a:pt x="8962" y="1016"/>
                      <a:pt x="9141" y="1150"/>
                      <a:pt x="9335" y="1270"/>
                    </a:cubicBezTo>
                    <a:cubicBezTo>
                      <a:pt x="9380" y="1300"/>
                      <a:pt x="9425" y="1330"/>
                      <a:pt x="9469" y="1359"/>
                    </a:cubicBezTo>
                    <a:lnTo>
                      <a:pt x="9783" y="1359"/>
                    </a:lnTo>
                    <a:cubicBezTo>
                      <a:pt x="9679" y="1330"/>
                      <a:pt x="9589" y="1270"/>
                      <a:pt x="9484" y="1225"/>
                    </a:cubicBezTo>
                    <a:cubicBezTo>
                      <a:pt x="9290" y="1105"/>
                      <a:pt x="9111" y="956"/>
                      <a:pt x="8902" y="867"/>
                    </a:cubicBezTo>
                    <a:cubicBezTo>
                      <a:pt x="8742" y="793"/>
                      <a:pt x="8562" y="739"/>
                      <a:pt x="8370" y="739"/>
                    </a:cubicBezTo>
                    <a:close/>
                    <a:moveTo>
                      <a:pt x="15817" y="493"/>
                    </a:moveTo>
                    <a:cubicBezTo>
                      <a:pt x="15653" y="628"/>
                      <a:pt x="15474" y="762"/>
                      <a:pt x="15279" y="881"/>
                    </a:cubicBezTo>
                    <a:cubicBezTo>
                      <a:pt x="15026" y="1031"/>
                      <a:pt x="14727" y="1061"/>
                      <a:pt x="14428" y="1120"/>
                    </a:cubicBezTo>
                    <a:cubicBezTo>
                      <a:pt x="14189" y="1165"/>
                      <a:pt x="13935" y="1225"/>
                      <a:pt x="13756" y="1389"/>
                    </a:cubicBezTo>
                    <a:lnTo>
                      <a:pt x="13950" y="1404"/>
                    </a:lnTo>
                    <a:cubicBezTo>
                      <a:pt x="14114" y="1300"/>
                      <a:pt x="14324" y="1255"/>
                      <a:pt x="14518" y="1225"/>
                    </a:cubicBezTo>
                    <a:cubicBezTo>
                      <a:pt x="14802" y="1180"/>
                      <a:pt x="15070" y="1135"/>
                      <a:pt x="15309" y="1001"/>
                    </a:cubicBezTo>
                    <a:cubicBezTo>
                      <a:pt x="15563" y="867"/>
                      <a:pt x="15772" y="672"/>
                      <a:pt x="15996" y="493"/>
                    </a:cubicBezTo>
                    <a:close/>
                    <a:moveTo>
                      <a:pt x="15643" y="1256"/>
                    </a:moveTo>
                    <a:cubicBezTo>
                      <a:pt x="15601" y="1256"/>
                      <a:pt x="15560" y="1285"/>
                      <a:pt x="15578" y="1330"/>
                    </a:cubicBezTo>
                    <a:cubicBezTo>
                      <a:pt x="15772" y="1822"/>
                      <a:pt x="15653" y="2345"/>
                      <a:pt x="15504" y="2838"/>
                    </a:cubicBezTo>
                    <a:lnTo>
                      <a:pt x="15518" y="3241"/>
                    </a:lnTo>
                    <a:cubicBezTo>
                      <a:pt x="15698" y="2599"/>
                      <a:pt x="15967" y="1957"/>
                      <a:pt x="15713" y="1300"/>
                    </a:cubicBezTo>
                    <a:cubicBezTo>
                      <a:pt x="15701" y="1270"/>
                      <a:pt x="15671" y="1256"/>
                      <a:pt x="15643" y="1256"/>
                    </a:cubicBezTo>
                    <a:close/>
                    <a:moveTo>
                      <a:pt x="642" y="3047"/>
                    </a:moveTo>
                    <a:lnTo>
                      <a:pt x="642" y="3226"/>
                    </a:lnTo>
                    <a:cubicBezTo>
                      <a:pt x="807" y="3421"/>
                      <a:pt x="881" y="3689"/>
                      <a:pt x="866" y="3943"/>
                    </a:cubicBezTo>
                    <a:cubicBezTo>
                      <a:pt x="851" y="4197"/>
                      <a:pt x="762" y="4406"/>
                      <a:pt x="642" y="4615"/>
                    </a:cubicBezTo>
                    <a:lnTo>
                      <a:pt x="642" y="4854"/>
                    </a:lnTo>
                    <a:cubicBezTo>
                      <a:pt x="822" y="4586"/>
                      <a:pt x="971" y="4272"/>
                      <a:pt x="986" y="3928"/>
                    </a:cubicBezTo>
                    <a:cubicBezTo>
                      <a:pt x="1001" y="3600"/>
                      <a:pt x="881" y="3256"/>
                      <a:pt x="642" y="3047"/>
                    </a:cubicBezTo>
                    <a:close/>
                    <a:moveTo>
                      <a:pt x="16400" y="1972"/>
                    </a:moveTo>
                    <a:cubicBezTo>
                      <a:pt x="16400" y="2002"/>
                      <a:pt x="16385" y="2046"/>
                      <a:pt x="16385" y="2076"/>
                    </a:cubicBezTo>
                    <a:cubicBezTo>
                      <a:pt x="16310" y="2420"/>
                      <a:pt x="16205" y="2719"/>
                      <a:pt x="16071" y="3032"/>
                    </a:cubicBezTo>
                    <a:cubicBezTo>
                      <a:pt x="15981" y="3316"/>
                      <a:pt x="15907" y="3570"/>
                      <a:pt x="15952" y="3869"/>
                    </a:cubicBezTo>
                    <a:cubicBezTo>
                      <a:pt x="15981" y="4108"/>
                      <a:pt x="16071" y="4347"/>
                      <a:pt x="16205" y="4541"/>
                    </a:cubicBezTo>
                    <a:cubicBezTo>
                      <a:pt x="16295" y="4660"/>
                      <a:pt x="16400" y="4780"/>
                      <a:pt x="16504" y="4854"/>
                    </a:cubicBezTo>
                    <a:lnTo>
                      <a:pt x="16504" y="4690"/>
                    </a:lnTo>
                    <a:cubicBezTo>
                      <a:pt x="16250" y="4466"/>
                      <a:pt x="16101" y="4137"/>
                      <a:pt x="16056" y="3809"/>
                    </a:cubicBezTo>
                    <a:cubicBezTo>
                      <a:pt x="16041" y="3525"/>
                      <a:pt x="16131" y="3271"/>
                      <a:pt x="16220" y="3002"/>
                    </a:cubicBezTo>
                    <a:cubicBezTo>
                      <a:pt x="16295" y="2823"/>
                      <a:pt x="16370" y="2644"/>
                      <a:pt x="16415" y="2450"/>
                    </a:cubicBezTo>
                    <a:lnTo>
                      <a:pt x="16400" y="1972"/>
                    </a:lnTo>
                    <a:close/>
                    <a:moveTo>
                      <a:pt x="15593" y="5243"/>
                    </a:moveTo>
                    <a:lnTo>
                      <a:pt x="15593" y="5407"/>
                    </a:lnTo>
                    <a:cubicBezTo>
                      <a:pt x="15787" y="5541"/>
                      <a:pt x="15922" y="5765"/>
                      <a:pt x="15922" y="6004"/>
                    </a:cubicBezTo>
                    <a:cubicBezTo>
                      <a:pt x="15922" y="6243"/>
                      <a:pt x="15817" y="6453"/>
                      <a:pt x="15638" y="6602"/>
                    </a:cubicBezTo>
                    <a:lnTo>
                      <a:pt x="15653" y="6751"/>
                    </a:lnTo>
                    <a:cubicBezTo>
                      <a:pt x="15892" y="6587"/>
                      <a:pt x="16041" y="6303"/>
                      <a:pt x="16041" y="6004"/>
                    </a:cubicBezTo>
                    <a:cubicBezTo>
                      <a:pt x="16041" y="5691"/>
                      <a:pt x="15862" y="5407"/>
                      <a:pt x="15593" y="5243"/>
                    </a:cubicBezTo>
                    <a:close/>
                    <a:moveTo>
                      <a:pt x="808" y="444"/>
                    </a:moveTo>
                    <a:cubicBezTo>
                      <a:pt x="759" y="444"/>
                      <a:pt x="716" y="510"/>
                      <a:pt x="762" y="568"/>
                    </a:cubicBezTo>
                    <a:cubicBezTo>
                      <a:pt x="971" y="792"/>
                      <a:pt x="1180" y="1016"/>
                      <a:pt x="1404" y="1255"/>
                    </a:cubicBezTo>
                    <a:cubicBezTo>
                      <a:pt x="1314" y="1434"/>
                      <a:pt x="1240" y="1613"/>
                      <a:pt x="1180" y="1807"/>
                    </a:cubicBezTo>
                    <a:cubicBezTo>
                      <a:pt x="1120" y="2032"/>
                      <a:pt x="1046" y="2270"/>
                      <a:pt x="1001" y="2495"/>
                    </a:cubicBezTo>
                    <a:cubicBezTo>
                      <a:pt x="971" y="2614"/>
                      <a:pt x="971" y="2733"/>
                      <a:pt x="986" y="2853"/>
                    </a:cubicBezTo>
                    <a:cubicBezTo>
                      <a:pt x="1016" y="2972"/>
                      <a:pt x="1076" y="3092"/>
                      <a:pt x="1150" y="3197"/>
                    </a:cubicBezTo>
                    <a:cubicBezTo>
                      <a:pt x="1285" y="3435"/>
                      <a:pt x="1329" y="3689"/>
                      <a:pt x="1285" y="3958"/>
                    </a:cubicBezTo>
                    <a:cubicBezTo>
                      <a:pt x="1240" y="4242"/>
                      <a:pt x="1135" y="4496"/>
                      <a:pt x="1046" y="4765"/>
                    </a:cubicBezTo>
                    <a:cubicBezTo>
                      <a:pt x="971" y="5019"/>
                      <a:pt x="941" y="5273"/>
                      <a:pt x="956" y="5526"/>
                    </a:cubicBezTo>
                    <a:cubicBezTo>
                      <a:pt x="986" y="5990"/>
                      <a:pt x="1180" y="6453"/>
                      <a:pt x="1509" y="6781"/>
                    </a:cubicBezTo>
                    <a:cubicBezTo>
                      <a:pt x="1524" y="6796"/>
                      <a:pt x="1539" y="6811"/>
                      <a:pt x="1553" y="6826"/>
                    </a:cubicBezTo>
                    <a:lnTo>
                      <a:pt x="1553" y="6647"/>
                    </a:lnTo>
                    <a:cubicBezTo>
                      <a:pt x="1270" y="6333"/>
                      <a:pt x="1105" y="5930"/>
                      <a:pt x="1076" y="5512"/>
                    </a:cubicBezTo>
                    <a:cubicBezTo>
                      <a:pt x="1061" y="5273"/>
                      <a:pt x="1090" y="5034"/>
                      <a:pt x="1165" y="4795"/>
                    </a:cubicBezTo>
                    <a:cubicBezTo>
                      <a:pt x="1240" y="4541"/>
                      <a:pt x="1344" y="4302"/>
                      <a:pt x="1389" y="4048"/>
                    </a:cubicBezTo>
                    <a:cubicBezTo>
                      <a:pt x="1434" y="3809"/>
                      <a:pt x="1449" y="3570"/>
                      <a:pt x="1359" y="3346"/>
                    </a:cubicBezTo>
                    <a:cubicBezTo>
                      <a:pt x="1270" y="3122"/>
                      <a:pt x="1105" y="2943"/>
                      <a:pt x="1105" y="2689"/>
                    </a:cubicBezTo>
                    <a:cubicBezTo>
                      <a:pt x="1105" y="2539"/>
                      <a:pt x="1150" y="2390"/>
                      <a:pt x="1180" y="2256"/>
                    </a:cubicBezTo>
                    <a:cubicBezTo>
                      <a:pt x="1210" y="2136"/>
                      <a:pt x="1240" y="2017"/>
                      <a:pt x="1270" y="1912"/>
                    </a:cubicBezTo>
                    <a:cubicBezTo>
                      <a:pt x="1329" y="1718"/>
                      <a:pt x="1404" y="1524"/>
                      <a:pt x="1494" y="1344"/>
                    </a:cubicBezTo>
                    <a:lnTo>
                      <a:pt x="1509" y="1359"/>
                    </a:lnTo>
                    <a:cubicBezTo>
                      <a:pt x="1523" y="1373"/>
                      <a:pt x="1538" y="1379"/>
                      <a:pt x="1553" y="1379"/>
                    </a:cubicBezTo>
                    <a:cubicBezTo>
                      <a:pt x="1602" y="1379"/>
                      <a:pt x="1644" y="1316"/>
                      <a:pt x="1598" y="1270"/>
                    </a:cubicBezTo>
                    <a:cubicBezTo>
                      <a:pt x="1359" y="1001"/>
                      <a:pt x="1105" y="732"/>
                      <a:pt x="851" y="463"/>
                    </a:cubicBezTo>
                    <a:cubicBezTo>
                      <a:pt x="838" y="450"/>
                      <a:pt x="823" y="444"/>
                      <a:pt x="808" y="444"/>
                    </a:cubicBezTo>
                    <a:close/>
                    <a:moveTo>
                      <a:pt x="16549" y="6004"/>
                    </a:moveTo>
                    <a:cubicBezTo>
                      <a:pt x="16474" y="6049"/>
                      <a:pt x="16400" y="6124"/>
                      <a:pt x="16355" y="6214"/>
                    </a:cubicBezTo>
                    <a:cubicBezTo>
                      <a:pt x="16176" y="6467"/>
                      <a:pt x="16176" y="6766"/>
                      <a:pt x="16176" y="7065"/>
                    </a:cubicBezTo>
                    <a:cubicBezTo>
                      <a:pt x="16176" y="7244"/>
                      <a:pt x="16191" y="7408"/>
                      <a:pt x="16146" y="7588"/>
                    </a:cubicBezTo>
                    <a:cubicBezTo>
                      <a:pt x="16116" y="7737"/>
                      <a:pt x="16041" y="7886"/>
                      <a:pt x="15967" y="8021"/>
                    </a:cubicBezTo>
                    <a:cubicBezTo>
                      <a:pt x="15877" y="8200"/>
                      <a:pt x="15787" y="8364"/>
                      <a:pt x="15713" y="8544"/>
                    </a:cubicBezTo>
                    <a:lnTo>
                      <a:pt x="15728" y="8917"/>
                    </a:lnTo>
                    <a:cubicBezTo>
                      <a:pt x="15787" y="8678"/>
                      <a:pt x="15892" y="8469"/>
                      <a:pt x="15996" y="8245"/>
                    </a:cubicBezTo>
                    <a:cubicBezTo>
                      <a:pt x="16131" y="8006"/>
                      <a:pt x="16265" y="7767"/>
                      <a:pt x="16295" y="7498"/>
                    </a:cubicBezTo>
                    <a:cubicBezTo>
                      <a:pt x="16340" y="7184"/>
                      <a:pt x="16265" y="6871"/>
                      <a:pt x="16340" y="6557"/>
                    </a:cubicBezTo>
                    <a:cubicBezTo>
                      <a:pt x="16370" y="6423"/>
                      <a:pt x="16444" y="6258"/>
                      <a:pt x="16549" y="6154"/>
                    </a:cubicBezTo>
                    <a:lnTo>
                      <a:pt x="16549" y="6004"/>
                    </a:lnTo>
                    <a:close/>
                    <a:moveTo>
                      <a:pt x="627" y="6930"/>
                    </a:moveTo>
                    <a:lnTo>
                      <a:pt x="627" y="7229"/>
                    </a:lnTo>
                    <a:cubicBezTo>
                      <a:pt x="732" y="7438"/>
                      <a:pt x="837" y="7647"/>
                      <a:pt x="926" y="7856"/>
                    </a:cubicBezTo>
                    <a:cubicBezTo>
                      <a:pt x="986" y="7991"/>
                      <a:pt x="1016" y="8140"/>
                      <a:pt x="1031" y="8275"/>
                    </a:cubicBezTo>
                    <a:cubicBezTo>
                      <a:pt x="1031" y="8439"/>
                      <a:pt x="986" y="8573"/>
                      <a:pt x="926" y="8738"/>
                    </a:cubicBezTo>
                    <a:cubicBezTo>
                      <a:pt x="866" y="8872"/>
                      <a:pt x="822" y="9007"/>
                      <a:pt x="792" y="9156"/>
                    </a:cubicBezTo>
                    <a:cubicBezTo>
                      <a:pt x="762" y="9305"/>
                      <a:pt x="747" y="9455"/>
                      <a:pt x="672" y="9589"/>
                    </a:cubicBezTo>
                    <a:cubicBezTo>
                      <a:pt x="657" y="9619"/>
                      <a:pt x="642" y="9649"/>
                      <a:pt x="613" y="9664"/>
                    </a:cubicBezTo>
                    <a:lnTo>
                      <a:pt x="613" y="9873"/>
                    </a:lnTo>
                    <a:cubicBezTo>
                      <a:pt x="687" y="9783"/>
                      <a:pt x="762" y="9694"/>
                      <a:pt x="807" y="9604"/>
                    </a:cubicBezTo>
                    <a:cubicBezTo>
                      <a:pt x="866" y="9470"/>
                      <a:pt x="896" y="9350"/>
                      <a:pt x="911" y="9201"/>
                    </a:cubicBezTo>
                    <a:cubicBezTo>
                      <a:pt x="941" y="9051"/>
                      <a:pt x="986" y="8917"/>
                      <a:pt x="1046" y="8768"/>
                    </a:cubicBezTo>
                    <a:cubicBezTo>
                      <a:pt x="1150" y="8514"/>
                      <a:pt x="1180" y="8245"/>
                      <a:pt x="1076" y="7976"/>
                    </a:cubicBezTo>
                    <a:cubicBezTo>
                      <a:pt x="1001" y="7707"/>
                      <a:pt x="851" y="7453"/>
                      <a:pt x="732" y="7199"/>
                    </a:cubicBezTo>
                    <a:cubicBezTo>
                      <a:pt x="687" y="7110"/>
                      <a:pt x="657" y="7020"/>
                      <a:pt x="627" y="6930"/>
                    </a:cubicBezTo>
                    <a:close/>
                    <a:moveTo>
                      <a:pt x="16639" y="8514"/>
                    </a:moveTo>
                    <a:cubicBezTo>
                      <a:pt x="16639" y="8529"/>
                      <a:pt x="16639" y="8529"/>
                      <a:pt x="16639" y="8529"/>
                    </a:cubicBezTo>
                    <a:cubicBezTo>
                      <a:pt x="16504" y="8678"/>
                      <a:pt x="16430" y="8872"/>
                      <a:pt x="16355" y="9066"/>
                    </a:cubicBezTo>
                    <a:cubicBezTo>
                      <a:pt x="16280" y="9260"/>
                      <a:pt x="16235" y="9455"/>
                      <a:pt x="16265" y="9664"/>
                    </a:cubicBezTo>
                    <a:cubicBezTo>
                      <a:pt x="16310" y="9888"/>
                      <a:pt x="16474" y="10186"/>
                      <a:pt x="16698" y="10261"/>
                    </a:cubicBezTo>
                    <a:lnTo>
                      <a:pt x="16698" y="10127"/>
                    </a:lnTo>
                    <a:cubicBezTo>
                      <a:pt x="16639" y="10097"/>
                      <a:pt x="16594" y="10052"/>
                      <a:pt x="16549" y="10007"/>
                    </a:cubicBezTo>
                    <a:cubicBezTo>
                      <a:pt x="16444" y="9873"/>
                      <a:pt x="16400" y="9709"/>
                      <a:pt x="16385" y="9559"/>
                    </a:cubicBezTo>
                    <a:cubicBezTo>
                      <a:pt x="16385" y="9380"/>
                      <a:pt x="16430" y="9231"/>
                      <a:pt x="16489" y="9081"/>
                    </a:cubicBezTo>
                    <a:cubicBezTo>
                      <a:pt x="16534" y="8962"/>
                      <a:pt x="16579" y="8842"/>
                      <a:pt x="16654" y="8738"/>
                    </a:cubicBezTo>
                    <a:lnTo>
                      <a:pt x="16639" y="8514"/>
                    </a:lnTo>
                    <a:close/>
                    <a:moveTo>
                      <a:pt x="1539" y="9753"/>
                    </a:moveTo>
                    <a:cubicBezTo>
                      <a:pt x="1404" y="9918"/>
                      <a:pt x="1255" y="10142"/>
                      <a:pt x="1270" y="10366"/>
                    </a:cubicBezTo>
                    <a:cubicBezTo>
                      <a:pt x="1300" y="10515"/>
                      <a:pt x="1389" y="10664"/>
                      <a:pt x="1539" y="10724"/>
                    </a:cubicBezTo>
                    <a:lnTo>
                      <a:pt x="1539" y="10575"/>
                    </a:lnTo>
                    <a:cubicBezTo>
                      <a:pt x="1464" y="10515"/>
                      <a:pt x="1404" y="10411"/>
                      <a:pt x="1404" y="10321"/>
                    </a:cubicBezTo>
                    <a:cubicBezTo>
                      <a:pt x="1404" y="10186"/>
                      <a:pt x="1464" y="10067"/>
                      <a:pt x="1539" y="9948"/>
                    </a:cubicBezTo>
                    <a:lnTo>
                      <a:pt x="1539" y="9753"/>
                    </a:lnTo>
                    <a:close/>
                    <a:moveTo>
                      <a:pt x="2450" y="10844"/>
                    </a:moveTo>
                    <a:cubicBezTo>
                      <a:pt x="1822" y="10874"/>
                      <a:pt x="1195" y="10888"/>
                      <a:pt x="568" y="10918"/>
                    </a:cubicBezTo>
                    <a:cubicBezTo>
                      <a:pt x="478" y="10918"/>
                      <a:pt x="478" y="11038"/>
                      <a:pt x="568" y="11038"/>
                    </a:cubicBezTo>
                    <a:cubicBezTo>
                      <a:pt x="1195" y="11008"/>
                      <a:pt x="1822" y="10993"/>
                      <a:pt x="2450" y="10978"/>
                    </a:cubicBezTo>
                    <a:cubicBezTo>
                      <a:pt x="2539" y="10978"/>
                      <a:pt x="2539" y="10844"/>
                      <a:pt x="2450" y="10844"/>
                    </a:cubicBezTo>
                    <a:close/>
                    <a:moveTo>
                      <a:pt x="9156" y="10888"/>
                    </a:moveTo>
                    <a:cubicBezTo>
                      <a:pt x="9126" y="10918"/>
                      <a:pt x="9096" y="10933"/>
                      <a:pt x="9066" y="10948"/>
                    </a:cubicBezTo>
                    <a:cubicBezTo>
                      <a:pt x="8887" y="11038"/>
                      <a:pt x="8723" y="11113"/>
                      <a:pt x="8528" y="11157"/>
                    </a:cubicBezTo>
                    <a:cubicBezTo>
                      <a:pt x="8470" y="11170"/>
                      <a:pt x="8408" y="11177"/>
                      <a:pt x="8346" y="11177"/>
                    </a:cubicBezTo>
                    <a:cubicBezTo>
                      <a:pt x="8119" y="11177"/>
                      <a:pt x="7880" y="11091"/>
                      <a:pt x="7752" y="10903"/>
                    </a:cubicBezTo>
                    <a:lnTo>
                      <a:pt x="7617" y="10903"/>
                    </a:lnTo>
                    <a:cubicBezTo>
                      <a:pt x="7760" y="11175"/>
                      <a:pt x="8058" y="11301"/>
                      <a:pt x="8359" y="11301"/>
                    </a:cubicBezTo>
                    <a:cubicBezTo>
                      <a:pt x="8406" y="11301"/>
                      <a:pt x="8452" y="11298"/>
                      <a:pt x="8499" y="11292"/>
                    </a:cubicBezTo>
                    <a:cubicBezTo>
                      <a:pt x="8738" y="11262"/>
                      <a:pt x="8947" y="11157"/>
                      <a:pt x="9141" y="11038"/>
                    </a:cubicBezTo>
                    <a:cubicBezTo>
                      <a:pt x="9230" y="10993"/>
                      <a:pt x="9320" y="10948"/>
                      <a:pt x="9380" y="10888"/>
                    </a:cubicBezTo>
                    <a:close/>
                    <a:moveTo>
                      <a:pt x="15489" y="10724"/>
                    </a:moveTo>
                    <a:cubicBezTo>
                      <a:pt x="15399" y="10724"/>
                      <a:pt x="15399" y="10844"/>
                      <a:pt x="15489" y="10844"/>
                    </a:cubicBezTo>
                    <a:lnTo>
                      <a:pt x="16056" y="10844"/>
                    </a:lnTo>
                    <a:cubicBezTo>
                      <a:pt x="16041" y="10874"/>
                      <a:pt x="16041" y="10903"/>
                      <a:pt x="16071" y="10918"/>
                    </a:cubicBezTo>
                    <a:cubicBezTo>
                      <a:pt x="16370" y="11172"/>
                      <a:pt x="16743" y="11322"/>
                      <a:pt x="17132" y="11366"/>
                    </a:cubicBezTo>
                    <a:cubicBezTo>
                      <a:pt x="17191" y="11371"/>
                      <a:pt x="17249" y="11373"/>
                      <a:pt x="17307" y="11373"/>
                    </a:cubicBezTo>
                    <a:cubicBezTo>
                      <a:pt x="17422" y="11373"/>
                      <a:pt x="17535" y="11366"/>
                      <a:pt x="17654" y="11366"/>
                    </a:cubicBezTo>
                    <a:lnTo>
                      <a:pt x="17654" y="11247"/>
                    </a:lnTo>
                    <a:lnTo>
                      <a:pt x="17251" y="11247"/>
                    </a:lnTo>
                    <a:cubicBezTo>
                      <a:pt x="16863" y="11217"/>
                      <a:pt x="16489" y="11083"/>
                      <a:pt x="16191" y="10844"/>
                    </a:cubicBezTo>
                    <a:lnTo>
                      <a:pt x="16982" y="10844"/>
                    </a:lnTo>
                    <a:cubicBezTo>
                      <a:pt x="17072" y="10844"/>
                      <a:pt x="17072" y="10724"/>
                      <a:pt x="16982" y="10724"/>
                    </a:cubicBezTo>
                    <a:close/>
                    <a:moveTo>
                      <a:pt x="12651" y="10859"/>
                    </a:moveTo>
                    <a:lnTo>
                      <a:pt x="12113" y="10874"/>
                    </a:lnTo>
                    <a:cubicBezTo>
                      <a:pt x="11111" y="11168"/>
                      <a:pt x="10147" y="11686"/>
                      <a:pt x="9124" y="11686"/>
                    </a:cubicBezTo>
                    <a:cubicBezTo>
                      <a:pt x="8851" y="11686"/>
                      <a:pt x="8573" y="11649"/>
                      <a:pt x="8290" y="11561"/>
                    </a:cubicBezTo>
                    <a:cubicBezTo>
                      <a:pt x="7976" y="11471"/>
                      <a:pt x="7677" y="11337"/>
                      <a:pt x="7378" y="11202"/>
                    </a:cubicBezTo>
                    <a:cubicBezTo>
                      <a:pt x="7184" y="11113"/>
                      <a:pt x="7005" y="11023"/>
                      <a:pt x="6826" y="10918"/>
                    </a:cubicBezTo>
                    <a:lnTo>
                      <a:pt x="6602" y="10918"/>
                    </a:lnTo>
                    <a:cubicBezTo>
                      <a:pt x="7020" y="11217"/>
                      <a:pt x="7528" y="11426"/>
                      <a:pt x="8021" y="11605"/>
                    </a:cubicBezTo>
                    <a:cubicBezTo>
                      <a:pt x="8390" y="11744"/>
                      <a:pt x="8768" y="11820"/>
                      <a:pt x="9154" y="11820"/>
                    </a:cubicBezTo>
                    <a:cubicBezTo>
                      <a:pt x="9269" y="11820"/>
                      <a:pt x="9384" y="11813"/>
                      <a:pt x="9499" y="11800"/>
                    </a:cubicBezTo>
                    <a:cubicBezTo>
                      <a:pt x="10440" y="11695"/>
                      <a:pt x="11307" y="11232"/>
                      <a:pt x="12218" y="10978"/>
                    </a:cubicBezTo>
                    <a:cubicBezTo>
                      <a:pt x="12367" y="10933"/>
                      <a:pt x="12501" y="10888"/>
                      <a:pt x="12651" y="10859"/>
                    </a:cubicBezTo>
                    <a:close/>
                    <a:moveTo>
                      <a:pt x="4033" y="10948"/>
                    </a:moveTo>
                    <a:cubicBezTo>
                      <a:pt x="3764" y="11113"/>
                      <a:pt x="3540" y="11337"/>
                      <a:pt x="3256" y="11501"/>
                    </a:cubicBezTo>
                    <a:cubicBezTo>
                      <a:pt x="2969" y="11657"/>
                      <a:pt x="2648" y="11745"/>
                      <a:pt x="2313" y="11745"/>
                    </a:cubicBezTo>
                    <a:cubicBezTo>
                      <a:pt x="2264" y="11745"/>
                      <a:pt x="2215" y="11744"/>
                      <a:pt x="2166" y="11740"/>
                    </a:cubicBezTo>
                    <a:cubicBezTo>
                      <a:pt x="1778" y="11710"/>
                      <a:pt x="1449" y="11501"/>
                      <a:pt x="1061" y="11426"/>
                    </a:cubicBezTo>
                    <a:cubicBezTo>
                      <a:pt x="981" y="11415"/>
                      <a:pt x="905" y="11410"/>
                      <a:pt x="832" y="11410"/>
                    </a:cubicBezTo>
                    <a:cubicBezTo>
                      <a:pt x="712" y="11410"/>
                      <a:pt x="598" y="11423"/>
                      <a:pt x="478" y="11441"/>
                    </a:cubicBezTo>
                    <a:cubicBezTo>
                      <a:pt x="365" y="11451"/>
                      <a:pt x="251" y="11469"/>
                      <a:pt x="143" y="11469"/>
                    </a:cubicBezTo>
                    <a:cubicBezTo>
                      <a:pt x="94" y="11469"/>
                      <a:pt x="46" y="11465"/>
                      <a:pt x="0" y="11456"/>
                    </a:cubicBezTo>
                    <a:lnTo>
                      <a:pt x="0" y="11590"/>
                    </a:lnTo>
                    <a:cubicBezTo>
                      <a:pt x="54" y="11599"/>
                      <a:pt x="108" y="11603"/>
                      <a:pt x="163" y="11603"/>
                    </a:cubicBezTo>
                    <a:cubicBezTo>
                      <a:pt x="382" y="11603"/>
                      <a:pt x="607" y="11546"/>
                      <a:pt x="822" y="11546"/>
                    </a:cubicBezTo>
                    <a:cubicBezTo>
                      <a:pt x="1225" y="11546"/>
                      <a:pt x="1583" y="11770"/>
                      <a:pt x="1957" y="11844"/>
                    </a:cubicBezTo>
                    <a:cubicBezTo>
                      <a:pt x="2078" y="11864"/>
                      <a:pt x="2199" y="11874"/>
                      <a:pt x="2319" y="11874"/>
                    </a:cubicBezTo>
                    <a:cubicBezTo>
                      <a:pt x="2569" y="11874"/>
                      <a:pt x="2815" y="11831"/>
                      <a:pt x="3047" y="11740"/>
                    </a:cubicBezTo>
                    <a:cubicBezTo>
                      <a:pt x="3420" y="11605"/>
                      <a:pt x="3689" y="11322"/>
                      <a:pt x="4018" y="11113"/>
                    </a:cubicBezTo>
                    <a:cubicBezTo>
                      <a:pt x="4122" y="11053"/>
                      <a:pt x="4227" y="10993"/>
                      <a:pt x="4332" y="10948"/>
                    </a:cubicBezTo>
                    <a:close/>
                    <a:moveTo>
                      <a:pt x="13805" y="11754"/>
                    </a:moveTo>
                    <a:cubicBezTo>
                      <a:pt x="13551" y="11754"/>
                      <a:pt x="13315" y="11886"/>
                      <a:pt x="13159" y="12098"/>
                    </a:cubicBezTo>
                    <a:lnTo>
                      <a:pt x="13338" y="12083"/>
                    </a:lnTo>
                    <a:cubicBezTo>
                      <a:pt x="13461" y="11960"/>
                      <a:pt x="13635" y="11878"/>
                      <a:pt x="13818" y="11878"/>
                    </a:cubicBezTo>
                    <a:cubicBezTo>
                      <a:pt x="13857" y="11878"/>
                      <a:pt x="13896" y="11881"/>
                      <a:pt x="13935" y="11889"/>
                    </a:cubicBezTo>
                    <a:cubicBezTo>
                      <a:pt x="14070" y="11919"/>
                      <a:pt x="14174" y="11979"/>
                      <a:pt x="14264" y="12083"/>
                    </a:cubicBezTo>
                    <a:lnTo>
                      <a:pt x="14413" y="12083"/>
                    </a:lnTo>
                    <a:cubicBezTo>
                      <a:pt x="14383" y="12039"/>
                      <a:pt x="14353" y="11994"/>
                      <a:pt x="14309" y="11949"/>
                    </a:cubicBezTo>
                    <a:cubicBezTo>
                      <a:pt x="14189" y="11829"/>
                      <a:pt x="14025" y="11755"/>
                      <a:pt x="13846" y="11755"/>
                    </a:cubicBezTo>
                    <a:cubicBezTo>
                      <a:pt x="13832" y="11754"/>
                      <a:pt x="13819" y="11754"/>
                      <a:pt x="13805" y="11754"/>
                    </a:cubicBezTo>
                    <a:close/>
                    <a:moveTo>
                      <a:pt x="13556" y="11193"/>
                    </a:moveTo>
                    <a:cubicBezTo>
                      <a:pt x="13482" y="11193"/>
                      <a:pt x="13410" y="11196"/>
                      <a:pt x="13338" y="11202"/>
                    </a:cubicBezTo>
                    <a:cubicBezTo>
                      <a:pt x="12949" y="11247"/>
                      <a:pt x="12591" y="11366"/>
                      <a:pt x="12262" y="11516"/>
                    </a:cubicBezTo>
                    <a:cubicBezTo>
                      <a:pt x="11949" y="11650"/>
                      <a:pt x="11650" y="11829"/>
                      <a:pt x="11366" y="12024"/>
                    </a:cubicBezTo>
                    <a:cubicBezTo>
                      <a:pt x="10903" y="12039"/>
                      <a:pt x="10455" y="12053"/>
                      <a:pt x="10007" y="12083"/>
                    </a:cubicBezTo>
                    <a:cubicBezTo>
                      <a:pt x="9922" y="12083"/>
                      <a:pt x="9918" y="12204"/>
                      <a:pt x="9994" y="12204"/>
                    </a:cubicBezTo>
                    <a:cubicBezTo>
                      <a:pt x="9998" y="12204"/>
                      <a:pt x="10002" y="12204"/>
                      <a:pt x="10007" y="12203"/>
                    </a:cubicBezTo>
                    <a:cubicBezTo>
                      <a:pt x="11023" y="12158"/>
                      <a:pt x="12053" y="12128"/>
                      <a:pt x="13069" y="12083"/>
                    </a:cubicBezTo>
                    <a:cubicBezTo>
                      <a:pt x="13159" y="12083"/>
                      <a:pt x="13159" y="11949"/>
                      <a:pt x="13069" y="11949"/>
                    </a:cubicBezTo>
                    <a:cubicBezTo>
                      <a:pt x="12591" y="11964"/>
                      <a:pt x="12113" y="11994"/>
                      <a:pt x="11620" y="12009"/>
                    </a:cubicBezTo>
                    <a:cubicBezTo>
                      <a:pt x="12113" y="11710"/>
                      <a:pt x="12636" y="11441"/>
                      <a:pt x="13203" y="11366"/>
                    </a:cubicBezTo>
                    <a:cubicBezTo>
                      <a:pt x="13326" y="11347"/>
                      <a:pt x="13447" y="11338"/>
                      <a:pt x="13568" y="11338"/>
                    </a:cubicBezTo>
                    <a:cubicBezTo>
                      <a:pt x="14187" y="11338"/>
                      <a:pt x="14787" y="11577"/>
                      <a:pt x="15324" y="11889"/>
                    </a:cubicBezTo>
                    <a:cubicBezTo>
                      <a:pt x="15429" y="11949"/>
                      <a:pt x="15533" y="12009"/>
                      <a:pt x="15623" y="12068"/>
                    </a:cubicBezTo>
                    <a:lnTo>
                      <a:pt x="15862" y="12068"/>
                    </a:lnTo>
                    <a:cubicBezTo>
                      <a:pt x="15414" y="11770"/>
                      <a:pt x="14951" y="11501"/>
                      <a:pt x="14443" y="11337"/>
                    </a:cubicBezTo>
                    <a:cubicBezTo>
                      <a:pt x="14156" y="11241"/>
                      <a:pt x="13850" y="11193"/>
                      <a:pt x="13556" y="11193"/>
                    </a:cubicBezTo>
                    <a:close/>
                    <a:moveTo>
                      <a:pt x="6452" y="11561"/>
                    </a:moveTo>
                    <a:cubicBezTo>
                      <a:pt x="6243" y="11561"/>
                      <a:pt x="6034" y="11635"/>
                      <a:pt x="5840" y="11710"/>
                    </a:cubicBezTo>
                    <a:cubicBezTo>
                      <a:pt x="5750" y="11740"/>
                      <a:pt x="5631" y="11785"/>
                      <a:pt x="5526" y="11800"/>
                    </a:cubicBezTo>
                    <a:cubicBezTo>
                      <a:pt x="5499" y="11806"/>
                      <a:pt x="5473" y="11809"/>
                      <a:pt x="5446" y="11809"/>
                    </a:cubicBezTo>
                    <a:cubicBezTo>
                      <a:pt x="5354" y="11809"/>
                      <a:pt x="5264" y="11775"/>
                      <a:pt x="5183" y="11740"/>
                    </a:cubicBezTo>
                    <a:cubicBezTo>
                      <a:pt x="5016" y="11656"/>
                      <a:pt x="4869" y="11592"/>
                      <a:pt x="4702" y="11592"/>
                    </a:cubicBezTo>
                    <a:cubicBezTo>
                      <a:pt x="4660" y="11592"/>
                      <a:pt x="4616" y="11596"/>
                      <a:pt x="4571" y="11605"/>
                    </a:cubicBezTo>
                    <a:cubicBezTo>
                      <a:pt x="4346" y="11635"/>
                      <a:pt x="4137" y="11740"/>
                      <a:pt x="3958" y="11859"/>
                    </a:cubicBezTo>
                    <a:cubicBezTo>
                      <a:pt x="3824" y="11949"/>
                      <a:pt x="3689" y="12068"/>
                      <a:pt x="3555" y="12188"/>
                    </a:cubicBezTo>
                    <a:lnTo>
                      <a:pt x="3749" y="12188"/>
                    </a:lnTo>
                    <a:lnTo>
                      <a:pt x="3764" y="12173"/>
                    </a:lnTo>
                    <a:cubicBezTo>
                      <a:pt x="3958" y="12009"/>
                      <a:pt x="4152" y="11859"/>
                      <a:pt x="4376" y="11770"/>
                    </a:cubicBezTo>
                    <a:cubicBezTo>
                      <a:pt x="4473" y="11733"/>
                      <a:pt x="4568" y="11717"/>
                      <a:pt x="4661" y="11717"/>
                    </a:cubicBezTo>
                    <a:cubicBezTo>
                      <a:pt x="4797" y="11717"/>
                      <a:pt x="4930" y="11752"/>
                      <a:pt x="5063" y="11814"/>
                    </a:cubicBezTo>
                    <a:cubicBezTo>
                      <a:pt x="5196" y="11892"/>
                      <a:pt x="5328" y="11936"/>
                      <a:pt x="5479" y="11936"/>
                    </a:cubicBezTo>
                    <a:cubicBezTo>
                      <a:pt x="5532" y="11936"/>
                      <a:pt x="5587" y="11931"/>
                      <a:pt x="5646" y="11919"/>
                    </a:cubicBezTo>
                    <a:cubicBezTo>
                      <a:pt x="5855" y="11859"/>
                      <a:pt x="6049" y="11740"/>
                      <a:pt x="6258" y="11710"/>
                    </a:cubicBezTo>
                    <a:cubicBezTo>
                      <a:pt x="6309" y="11701"/>
                      <a:pt x="6359" y="11697"/>
                      <a:pt x="6409" y="11697"/>
                    </a:cubicBezTo>
                    <a:cubicBezTo>
                      <a:pt x="6788" y="11697"/>
                      <a:pt x="7153" y="11929"/>
                      <a:pt x="7483" y="12113"/>
                    </a:cubicBezTo>
                    <a:cubicBezTo>
                      <a:pt x="6885" y="12142"/>
                      <a:pt x="6287" y="12159"/>
                      <a:pt x="5685" y="12159"/>
                    </a:cubicBezTo>
                    <a:cubicBezTo>
                      <a:pt x="5355" y="12159"/>
                      <a:pt x="5023" y="12154"/>
                      <a:pt x="4690" y="12143"/>
                    </a:cubicBezTo>
                    <a:cubicBezTo>
                      <a:pt x="4615" y="12143"/>
                      <a:pt x="4615" y="12263"/>
                      <a:pt x="4690" y="12263"/>
                    </a:cubicBezTo>
                    <a:cubicBezTo>
                      <a:pt x="5067" y="12280"/>
                      <a:pt x="5442" y="12289"/>
                      <a:pt x="5815" y="12289"/>
                    </a:cubicBezTo>
                    <a:cubicBezTo>
                      <a:pt x="6388" y="12289"/>
                      <a:pt x="6958" y="12269"/>
                      <a:pt x="7528" y="12233"/>
                    </a:cubicBezTo>
                    <a:cubicBezTo>
                      <a:pt x="7588" y="12233"/>
                      <a:pt x="7602" y="12188"/>
                      <a:pt x="7588" y="12143"/>
                    </a:cubicBezTo>
                    <a:lnTo>
                      <a:pt x="7797" y="12143"/>
                    </a:lnTo>
                    <a:cubicBezTo>
                      <a:pt x="7737" y="12113"/>
                      <a:pt x="7677" y="12083"/>
                      <a:pt x="7632" y="12053"/>
                    </a:cubicBezTo>
                    <a:cubicBezTo>
                      <a:pt x="7259" y="11844"/>
                      <a:pt x="6886" y="11590"/>
                      <a:pt x="6452" y="1156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7"/>
              <p:cNvSpPr/>
              <p:nvPr/>
            </p:nvSpPr>
            <p:spPr>
              <a:xfrm>
                <a:off x="-968175" y="1208750"/>
                <a:ext cx="26700" cy="26950"/>
              </a:xfrm>
              <a:custGeom>
                <a:rect b="b" l="l" r="r" t="t"/>
                <a:pathLst>
                  <a:path extrusionOk="0" h="1078" w="1068">
                    <a:moveTo>
                      <a:pt x="971" y="0"/>
                    </a:moveTo>
                    <a:cubicBezTo>
                      <a:pt x="957" y="0"/>
                      <a:pt x="943" y="6"/>
                      <a:pt x="932" y="20"/>
                    </a:cubicBezTo>
                    <a:cubicBezTo>
                      <a:pt x="649" y="349"/>
                      <a:pt x="350" y="662"/>
                      <a:pt x="36" y="976"/>
                    </a:cubicBezTo>
                    <a:cubicBezTo>
                      <a:pt x="0" y="1012"/>
                      <a:pt x="42" y="1078"/>
                      <a:pt x="99" y="1078"/>
                    </a:cubicBezTo>
                    <a:cubicBezTo>
                      <a:pt x="112" y="1078"/>
                      <a:pt x="127" y="1074"/>
                      <a:pt x="141" y="1065"/>
                    </a:cubicBezTo>
                    <a:cubicBezTo>
                      <a:pt x="455" y="767"/>
                      <a:pt x="738" y="453"/>
                      <a:pt x="1022" y="110"/>
                    </a:cubicBezTo>
                    <a:cubicBezTo>
                      <a:pt x="1068" y="64"/>
                      <a:pt x="1017" y="0"/>
                      <a:pt x="971"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37"/>
              <p:cNvSpPr/>
              <p:nvPr/>
            </p:nvSpPr>
            <p:spPr>
              <a:xfrm>
                <a:off x="-1076675" y="1429550"/>
                <a:ext cx="53050" cy="23550"/>
              </a:xfrm>
              <a:custGeom>
                <a:rect b="b" l="l" r="r" t="t"/>
                <a:pathLst>
                  <a:path extrusionOk="0" h="942" w="2122">
                    <a:moveTo>
                      <a:pt x="2121" y="0"/>
                    </a:moveTo>
                    <a:lnTo>
                      <a:pt x="0" y="15"/>
                    </a:lnTo>
                    <a:lnTo>
                      <a:pt x="0" y="941"/>
                    </a:lnTo>
                    <a:lnTo>
                      <a:pt x="2121" y="926"/>
                    </a:lnTo>
                    <a:lnTo>
                      <a:pt x="21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37"/>
              <p:cNvSpPr/>
              <p:nvPr/>
            </p:nvSpPr>
            <p:spPr>
              <a:xfrm>
                <a:off x="-1091625" y="1452325"/>
                <a:ext cx="85175" cy="15700"/>
              </a:xfrm>
              <a:custGeom>
                <a:rect b="b" l="l" r="r" t="t"/>
                <a:pathLst>
                  <a:path extrusionOk="0" h="628" w="3407">
                    <a:moveTo>
                      <a:pt x="3391" y="0"/>
                    </a:moveTo>
                    <a:lnTo>
                      <a:pt x="1" y="15"/>
                    </a:lnTo>
                    <a:lnTo>
                      <a:pt x="1" y="628"/>
                    </a:lnTo>
                    <a:lnTo>
                      <a:pt x="3406" y="613"/>
                    </a:lnTo>
                    <a:lnTo>
                      <a:pt x="339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19" name="Shape 319"/>
        <p:cNvGrpSpPr/>
        <p:nvPr/>
      </p:nvGrpSpPr>
      <p:grpSpPr>
        <a:xfrm>
          <a:off x="0" y="0"/>
          <a:ext cx="0" cy="0"/>
          <a:chOff x="0" y="0"/>
          <a:chExt cx="0" cy="0"/>
        </a:xfrm>
      </p:grpSpPr>
      <p:grpSp>
        <p:nvGrpSpPr>
          <p:cNvPr id="320" name="Google Shape;320;p38"/>
          <p:cNvGrpSpPr/>
          <p:nvPr/>
        </p:nvGrpSpPr>
        <p:grpSpPr>
          <a:xfrm>
            <a:off x="-65" y="-15"/>
            <a:ext cx="9144128" cy="5143530"/>
            <a:chOff x="-2163850" y="-134475"/>
            <a:chExt cx="3075000" cy="5336719"/>
          </a:xfrm>
        </p:grpSpPr>
        <p:cxnSp>
          <p:nvCxnSpPr>
            <p:cNvPr id="321" name="Google Shape;321;p38"/>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2" name="Google Shape;322;p38"/>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3" name="Google Shape;323;p38"/>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4" name="Google Shape;324;p38"/>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5" name="Google Shape;325;p38"/>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6" name="Google Shape;326;p38"/>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7" name="Google Shape;327;p38"/>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8" name="Google Shape;328;p38"/>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29" name="Google Shape;329;p38"/>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30" name="Google Shape;330;p38"/>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31" name="Google Shape;331;p38"/>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32" name="Google Shape;332;p38"/>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33" name="Google Shape;333;p38"/>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34" name="Google Shape;334;p38"/>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35" name="Google Shape;335;p38"/>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36" name="Google Shape;336;p38"/>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337" name="Google Shape;337;p38"/>
          <p:cNvSpPr txBox="1"/>
          <p:nvPr>
            <p:ph type="title"/>
          </p:nvPr>
        </p:nvSpPr>
        <p:spPr>
          <a:xfrm>
            <a:off x="1092250" y="1273888"/>
            <a:ext cx="3055500" cy="147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8" name="Google Shape;338;p38"/>
          <p:cNvSpPr txBox="1"/>
          <p:nvPr>
            <p:ph idx="1" type="subTitle"/>
          </p:nvPr>
        </p:nvSpPr>
        <p:spPr>
          <a:xfrm>
            <a:off x="1092250" y="2753313"/>
            <a:ext cx="30555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9" name="Google Shape;339;p38"/>
          <p:cNvSpPr/>
          <p:nvPr>
            <p:ph idx="2" type="pic"/>
          </p:nvPr>
        </p:nvSpPr>
        <p:spPr>
          <a:xfrm>
            <a:off x="5273100" y="533863"/>
            <a:ext cx="2910000" cy="4075800"/>
          </a:xfrm>
          <a:prstGeom prst="roundRect">
            <a:avLst>
              <a:gd fmla="val 16667" name="adj"/>
            </a:avLst>
          </a:prstGeom>
          <a:noFill/>
          <a:ln>
            <a:noFill/>
          </a:ln>
        </p:spPr>
      </p:sp>
      <p:grpSp>
        <p:nvGrpSpPr>
          <p:cNvPr id="340" name="Google Shape;340;p38"/>
          <p:cNvGrpSpPr/>
          <p:nvPr/>
        </p:nvGrpSpPr>
        <p:grpSpPr>
          <a:xfrm>
            <a:off x="-42450" y="-42900"/>
            <a:ext cx="453600" cy="5229300"/>
            <a:chOff x="-42450" y="-42900"/>
            <a:chExt cx="453600" cy="5229300"/>
          </a:xfrm>
        </p:grpSpPr>
        <p:sp>
          <p:nvSpPr>
            <p:cNvPr id="341" name="Google Shape;341;p38"/>
            <p:cNvSpPr/>
            <p:nvPr/>
          </p:nvSpPr>
          <p:spPr>
            <a:xfrm>
              <a:off x="-42450" y="-42900"/>
              <a:ext cx="453600" cy="522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342" name="Google Shape;342;p38"/>
            <p:cNvSpPr/>
            <p:nvPr/>
          </p:nvSpPr>
          <p:spPr>
            <a:xfrm>
              <a:off x="83575" y="274600"/>
              <a:ext cx="224400" cy="224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3" name="Google Shape;343;p38"/>
          <p:cNvGrpSpPr/>
          <p:nvPr/>
        </p:nvGrpSpPr>
        <p:grpSpPr>
          <a:xfrm flipH="1" rot="-738668">
            <a:off x="7793669" y="2844603"/>
            <a:ext cx="2593349" cy="2447234"/>
            <a:chOff x="-1350000" y="1170375"/>
            <a:chExt cx="441375" cy="416500"/>
          </a:xfrm>
        </p:grpSpPr>
        <p:sp>
          <p:nvSpPr>
            <p:cNvPr id="344" name="Google Shape;344;p38"/>
            <p:cNvSpPr/>
            <p:nvPr/>
          </p:nvSpPr>
          <p:spPr>
            <a:xfrm>
              <a:off x="-1246950" y="1171075"/>
              <a:ext cx="138175" cy="415400"/>
            </a:xfrm>
            <a:custGeom>
              <a:rect b="b" l="l" r="r" t="t"/>
              <a:pathLst>
                <a:path extrusionOk="0" h="16616" w="5527">
                  <a:moveTo>
                    <a:pt x="4366" y="0"/>
                  </a:moveTo>
                  <a:cubicBezTo>
                    <a:pt x="4116" y="0"/>
                    <a:pt x="3784" y="13"/>
                    <a:pt x="3764" y="93"/>
                  </a:cubicBezTo>
                  <a:cubicBezTo>
                    <a:pt x="2301" y="5530"/>
                    <a:pt x="1524" y="11131"/>
                    <a:pt x="15" y="16552"/>
                  </a:cubicBezTo>
                  <a:cubicBezTo>
                    <a:pt x="0" y="16597"/>
                    <a:pt x="807" y="16612"/>
                    <a:pt x="882" y="16612"/>
                  </a:cubicBezTo>
                  <a:cubicBezTo>
                    <a:pt x="916" y="16612"/>
                    <a:pt x="1021" y="16616"/>
                    <a:pt x="1146" y="16616"/>
                  </a:cubicBezTo>
                  <a:cubicBezTo>
                    <a:pt x="1396" y="16616"/>
                    <a:pt x="1728" y="16602"/>
                    <a:pt x="1748" y="16523"/>
                  </a:cubicBezTo>
                  <a:cubicBezTo>
                    <a:pt x="3271" y="11101"/>
                    <a:pt x="4033" y="5500"/>
                    <a:pt x="5497" y="63"/>
                  </a:cubicBezTo>
                  <a:cubicBezTo>
                    <a:pt x="5527" y="18"/>
                    <a:pt x="4705" y="4"/>
                    <a:pt x="4631" y="4"/>
                  </a:cubicBezTo>
                  <a:cubicBezTo>
                    <a:pt x="4596" y="4"/>
                    <a:pt x="4491" y="0"/>
                    <a:pt x="436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8"/>
            <p:cNvSpPr/>
            <p:nvPr/>
          </p:nvSpPr>
          <p:spPr>
            <a:xfrm>
              <a:off x="-1147875" y="1170375"/>
              <a:ext cx="120875" cy="416500"/>
            </a:xfrm>
            <a:custGeom>
              <a:rect b="b" l="l" r="r" t="t"/>
              <a:pathLst>
                <a:path extrusionOk="0" h="16660" w="4835">
                  <a:moveTo>
                    <a:pt x="1319" y="1"/>
                  </a:moveTo>
                  <a:cubicBezTo>
                    <a:pt x="803" y="1"/>
                    <a:pt x="0" y="96"/>
                    <a:pt x="10" y="106"/>
                  </a:cubicBezTo>
                  <a:cubicBezTo>
                    <a:pt x="951" y="5618"/>
                    <a:pt x="1982" y="11099"/>
                    <a:pt x="3102" y="16580"/>
                  </a:cubicBezTo>
                  <a:cubicBezTo>
                    <a:pt x="3111" y="16639"/>
                    <a:pt x="3273" y="16660"/>
                    <a:pt x="3495" y="16660"/>
                  </a:cubicBezTo>
                  <a:cubicBezTo>
                    <a:pt x="4006" y="16660"/>
                    <a:pt x="4835" y="16551"/>
                    <a:pt x="4835" y="16551"/>
                  </a:cubicBezTo>
                  <a:cubicBezTo>
                    <a:pt x="3714" y="11069"/>
                    <a:pt x="2684" y="5588"/>
                    <a:pt x="1743" y="76"/>
                  </a:cubicBezTo>
                  <a:cubicBezTo>
                    <a:pt x="1729" y="20"/>
                    <a:pt x="1553" y="1"/>
                    <a:pt x="131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8"/>
            <p:cNvSpPr/>
            <p:nvPr/>
          </p:nvSpPr>
          <p:spPr>
            <a:xfrm>
              <a:off x="-1323125" y="1216700"/>
              <a:ext cx="380150" cy="269625"/>
            </a:xfrm>
            <a:custGeom>
              <a:rect b="b" l="l" r="r" t="t"/>
              <a:pathLst>
                <a:path extrusionOk="0" h="10785" w="15206">
                  <a:moveTo>
                    <a:pt x="45" y="1"/>
                  </a:moveTo>
                  <a:lnTo>
                    <a:pt x="1" y="10784"/>
                  </a:lnTo>
                  <a:lnTo>
                    <a:pt x="15205" y="10516"/>
                  </a:lnTo>
                  <a:lnTo>
                    <a:pt x="14832" y="120"/>
                  </a:lnTo>
                  <a:lnTo>
                    <a:pt x="4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8"/>
            <p:cNvSpPr/>
            <p:nvPr/>
          </p:nvSpPr>
          <p:spPr>
            <a:xfrm>
              <a:off x="-1350000" y="1205125"/>
              <a:ext cx="441375" cy="296500"/>
            </a:xfrm>
            <a:custGeom>
              <a:rect b="b" l="l" r="r" t="t"/>
              <a:pathLst>
                <a:path extrusionOk="0" h="11860" w="17655">
                  <a:moveTo>
                    <a:pt x="1583" y="927"/>
                  </a:moveTo>
                  <a:lnTo>
                    <a:pt x="15459" y="1046"/>
                  </a:lnTo>
                  <a:lnTo>
                    <a:pt x="15802" y="10471"/>
                  </a:lnTo>
                  <a:lnTo>
                    <a:pt x="1539" y="10605"/>
                  </a:lnTo>
                  <a:lnTo>
                    <a:pt x="1583" y="927"/>
                  </a:lnTo>
                  <a:close/>
                  <a:moveTo>
                    <a:pt x="657" y="1"/>
                  </a:moveTo>
                  <a:lnTo>
                    <a:pt x="613" y="10620"/>
                  </a:lnTo>
                  <a:lnTo>
                    <a:pt x="0" y="10620"/>
                  </a:lnTo>
                  <a:lnTo>
                    <a:pt x="0" y="11860"/>
                  </a:lnTo>
                  <a:lnTo>
                    <a:pt x="17654" y="11695"/>
                  </a:lnTo>
                  <a:lnTo>
                    <a:pt x="17639" y="10456"/>
                  </a:lnTo>
                  <a:lnTo>
                    <a:pt x="16728" y="10471"/>
                  </a:lnTo>
                  <a:lnTo>
                    <a:pt x="16355" y="135"/>
                  </a:lnTo>
                  <a:lnTo>
                    <a:pt x="6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8"/>
            <p:cNvSpPr/>
            <p:nvPr/>
          </p:nvSpPr>
          <p:spPr>
            <a:xfrm>
              <a:off x="-1350000" y="1196175"/>
              <a:ext cx="441375" cy="307225"/>
            </a:xfrm>
            <a:custGeom>
              <a:rect b="b" l="l" r="r" t="t"/>
              <a:pathLst>
                <a:path extrusionOk="0" h="12289" w="17655">
                  <a:moveTo>
                    <a:pt x="8857" y="0"/>
                  </a:moveTo>
                  <a:cubicBezTo>
                    <a:pt x="8812" y="0"/>
                    <a:pt x="8797" y="30"/>
                    <a:pt x="8797" y="75"/>
                  </a:cubicBezTo>
                  <a:cubicBezTo>
                    <a:pt x="8782" y="165"/>
                    <a:pt x="8782" y="269"/>
                    <a:pt x="8767" y="389"/>
                  </a:cubicBezTo>
                  <a:cubicBezTo>
                    <a:pt x="8494" y="384"/>
                    <a:pt x="8220" y="382"/>
                    <a:pt x="7947" y="382"/>
                  </a:cubicBezTo>
                  <a:cubicBezTo>
                    <a:pt x="7400" y="382"/>
                    <a:pt x="6856" y="389"/>
                    <a:pt x="6318" y="389"/>
                  </a:cubicBezTo>
                  <a:cubicBezTo>
                    <a:pt x="6228" y="389"/>
                    <a:pt x="6228" y="508"/>
                    <a:pt x="6318" y="508"/>
                  </a:cubicBezTo>
                  <a:cubicBezTo>
                    <a:pt x="6807" y="502"/>
                    <a:pt x="7295" y="498"/>
                    <a:pt x="7785" y="498"/>
                  </a:cubicBezTo>
                  <a:cubicBezTo>
                    <a:pt x="8478" y="498"/>
                    <a:pt x="9173" y="505"/>
                    <a:pt x="9873" y="523"/>
                  </a:cubicBezTo>
                  <a:cubicBezTo>
                    <a:pt x="9947" y="523"/>
                    <a:pt x="9947" y="403"/>
                    <a:pt x="9873" y="403"/>
                  </a:cubicBezTo>
                  <a:cubicBezTo>
                    <a:pt x="9544" y="389"/>
                    <a:pt x="9216" y="389"/>
                    <a:pt x="8887" y="389"/>
                  </a:cubicBezTo>
                  <a:cubicBezTo>
                    <a:pt x="8902" y="284"/>
                    <a:pt x="8902" y="179"/>
                    <a:pt x="8917" y="75"/>
                  </a:cubicBezTo>
                  <a:cubicBezTo>
                    <a:pt x="8917" y="30"/>
                    <a:pt x="8887" y="0"/>
                    <a:pt x="8857" y="0"/>
                  </a:cubicBezTo>
                  <a:close/>
                  <a:moveTo>
                    <a:pt x="11172" y="448"/>
                  </a:moveTo>
                  <a:cubicBezTo>
                    <a:pt x="11328" y="592"/>
                    <a:pt x="11530" y="678"/>
                    <a:pt x="11748" y="678"/>
                  </a:cubicBezTo>
                  <a:cubicBezTo>
                    <a:pt x="11779" y="678"/>
                    <a:pt x="11812" y="676"/>
                    <a:pt x="11844" y="672"/>
                  </a:cubicBezTo>
                  <a:cubicBezTo>
                    <a:pt x="12023" y="642"/>
                    <a:pt x="12188" y="568"/>
                    <a:pt x="12307" y="463"/>
                  </a:cubicBezTo>
                  <a:lnTo>
                    <a:pt x="12113" y="448"/>
                  </a:lnTo>
                  <a:cubicBezTo>
                    <a:pt x="12038" y="508"/>
                    <a:pt x="11949" y="538"/>
                    <a:pt x="11844" y="553"/>
                  </a:cubicBezTo>
                  <a:cubicBezTo>
                    <a:pt x="11818" y="555"/>
                    <a:pt x="11791" y="557"/>
                    <a:pt x="11764" y="557"/>
                  </a:cubicBezTo>
                  <a:cubicBezTo>
                    <a:pt x="11627" y="557"/>
                    <a:pt x="11494" y="523"/>
                    <a:pt x="11381" y="448"/>
                  </a:cubicBezTo>
                  <a:close/>
                  <a:moveTo>
                    <a:pt x="1733" y="359"/>
                  </a:moveTo>
                  <a:cubicBezTo>
                    <a:pt x="2102" y="629"/>
                    <a:pt x="2542" y="748"/>
                    <a:pt x="2986" y="748"/>
                  </a:cubicBezTo>
                  <a:cubicBezTo>
                    <a:pt x="3081" y="748"/>
                    <a:pt x="3176" y="743"/>
                    <a:pt x="3271" y="732"/>
                  </a:cubicBezTo>
                  <a:cubicBezTo>
                    <a:pt x="3719" y="702"/>
                    <a:pt x="4137" y="568"/>
                    <a:pt x="4556" y="389"/>
                  </a:cubicBezTo>
                  <a:lnTo>
                    <a:pt x="4227" y="389"/>
                  </a:lnTo>
                  <a:cubicBezTo>
                    <a:pt x="3928" y="493"/>
                    <a:pt x="3630" y="583"/>
                    <a:pt x="3301" y="613"/>
                  </a:cubicBezTo>
                  <a:cubicBezTo>
                    <a:pt x="3211" y="622"/>
                    <a:pt x="3121" y="626"/>
                    <a:pt x="3029" y="626"/>
                  </a:cubicBezTo>
                  <a:cubicBezTo>
                    <a:pt x="2665" y="626"/>
                    <a:pt x="2294" y="550"/>
                    <a:pt x="1972" y="359"/>
                  </a:cubicBezTo>
                  <a:close/>
                  <a:moveTo>
                    <a:pt x="10590" y="448"/>
                  </a:moveTo>
                  <a:cubicBezTo>
                    <a:pt x="10814" y="657"/>
                    <a:pt x="11083" y="822"/>
                    <a:pt x="11381" y="926"/>
                  </a:cubicBezTo>
                  <a:cubicBezTo>
                    <a:pt x="11642" y="1020"/>
                    <a:pt x="11932" y="1085"/>
                    <a:pt x="12215" y="1085"/>
                  </a:cubicBezTo>
                  <a:cubicBezTo>
                    <a:pt x="12338" y="1085"/>
                    <a:pt x="12459" y="1073"/>
                    <a:pt x="12576" y="1046"/>
                  </a:cubicBezTo>
                  <a:cubicBezTo>
                    <a:pt x="12800" y="1001"/>
                    <a:pt x="12964" y="867"/>
                    <a:pt x="13129" y="732"/>
                  </a:cubicBezTo>
                  <a:cubicBezTo>
                    <a:pt x="13323" y="598"/>
                    <a:pt x="13517" y="523"/>
                    <a:pt x="13741" y="508"/>
                  </a:cubicBezTo>
                  <a:cubicBezTo>
                    <a:pt x="13786" y="505"/>
                    <a:pt x="13831" y="504"/>
                    <a:pt x="13875" y="504"/>
                  </a:cubicBezTo>
                  <a:cubicBezTo>
                    <a:pt x="14054" y="504"/>
                    <a:pt x="14231" y="523"/>
                    <a:pt x="14398" y="523"/>
                  </a:cubicBezTo>
                  <a:cubicBezTo>
                    <a:pt x="14462" y="527"/>
                    <a:pt x="14524" y="529"/>
                    <a:pt x="14586" y="529"/>
                  </a:cubicBezTo>
                  <a:cubicBezTo>
                    <a:pt x="14772" y="529"/>
                    <a:pt x="14951" y="512"/>
                    <a:pt x="15130" y="478"/>
                  </a:cubicBezTo>
                  <a:lnTo>
                    <a:pt x="15160" y="478"/>
                  </a:lnTo>
                  <a:lnTo>
                    <a:pt x="13353" y="463"/>
                  </a:lnTo>
                  <a:cubicBezTo>
                    <a:pt x="13174" y="538"/>
                    <a:pt x="13024" y="672"/>
                    <a:pt x="12875" y="792"/>
                  </a:cubicBezTo>
                  <a:cubicBezTo>
                    <a:pt x="12684" y="919"/>
                    <a:pt x="12458" y="966"/>
                    <a:pt x="12229" y="966"/>
                  </a:cubicBezTo>
                  <a:cubicBezTo>
                    <a:pt x="12028" y="966"/>
                    <a:pt x="11823" y="930"/>
                    <a:pt x="11635" y="881"/>
                  </a:cubicBezTo>
                  <a:cubicBezTo>
                    <a:pt x="11336" y="792"/>
                    <a:pt x="11038" y="642"/>
                    <a:pt x="10799" y="448"/>
                  </a:cubicBezTo>
                  <a:close/>
                  <a:moveTo>
                    <a:pt x="8370" y="739"/>
                  </a:moveTo>
                  <a:cubicBezTo>
                    <a:pt x="8329" y="739"/>
                    <a:pt x="8287" y="742"/>
                    <a:pt x="8245" y="747"/>
                  </a:cubicBezTo>
                  <a:cubicBezTo>
                    <a:pt x="7991" y="747"/>
                    <a:pt x="7752" y="822"/>
                    <a:pt x="7513" y="867"/>
                  </a:cubicBezTo>
                  <a:cubicBezTo>
                    <a:pt x="7307" y="912"/>
                    <a:pt x="7102" y="932"/>
                    <a:pt x="6890" y="932"/>
                  </a:cubicBezTo>
                  <a:cubicBezTo>
                    <a:pt x="6825" y="932"/>
                    <a:pt x="6758" y="930"/>
                    <a:pt x="6691" y="926"/>
                  </a:cubicBezTo>
                  <a:cubicBezTo>
                    <a:pt x="6423" y="911"/>
                    <a:pt x="6139" y="867"/>
                    <a:pt x="5870" y="852"/>
                  </a:cubicBezTo>
                  <a:cubicBezTo>
                    <a:pt x="5785" y="847"/>
                    <a:pt x="5701" y="843"/>
                    <a:pt x="5616" y="843"/>
                  </a:cubicBezTo>
                  <a:cubicBezTo>
                    <a:pt x="5447" y="843"/>
                    <a:pt x="5277" y="857"/>
                    <a:pt x="5108" y="896"/>
                  </a:cubicBezTo>
                  <a:cubicBezTo>
                    <a:pt x="4705" y="971"/>
                    <a:pt x="4317" y="1135"/>
                    <a:pt x="3943" y="1315"/>
                  </a:cubicBezTo>
                  <a:lnTo>
                    <a:pt x="4227" y="1315"/>
                  </a:lnTo>
                  <a:cubicBezTo>
                    <a:pt x="4481" y="1210"/>
                    <a:pt x="4720" y="1105"/>
                    <a:pt x="4974" y="1046"/>
                  </a:cubicBezTo>
                  <a:cubicBezTo>
                    <a:pt x="5228" y="986"/>
                    <a:pt x="5497" y="956"/>
                    <a:pt x="5750" y="956"/>
                  </a:cubicBezTo>
                  <a:cubicBezTo>
                    <a:pt x="6004" y="971"/>
                    <a:pt x="6273" y="1016"/>
                    <a:pt x="6527" y="1046"/>
                  </a:cubicBezTo>
                  <a:cubicBezTo>
                    <a:pt x="6654" y="1053"/>
                    <a:pt x="6777" y="1061"/>
                    <a:pt x="6900" y="1061"/>
                  </a:cubicBezTo>
                  <a:cubicBezTo>
                    <a:pt x="7024" y="1061"/>
                    <a:pt x="7147" y="1053"/>
                    <a:pt x="7274" y="1031"/>
                  </a:cubicBezTo>
                  <a:cubicBezTo>
                    <a:pt x="7528" y="1001"/>
                    <a:pt x="7767" y="926"/>
                    <a:pt x="8036" y="881"/>
                  </a:cubicBezTo>
                  <a:cubicBezTo>
                    <a:pt x="8123" y="871"/>
                    <a:pt x="8211" y="864"/>
                    <a:pt x="8298" y="864"/>
                  </a:cubicBezTo>
                  <a:cubicBezTo>
                    <a:pt x="8450" y="864"/>
                    <a:pt x="8601" y="884"/>
                    <a:pt x="8753" y="941"/>
                  </a:cubicBezTo>
                  <a:cubicBezTo>
                    <a:pt x="8962" y="1016"/>
                    <a:pt x="9141" y="1150"/>
                    <a:pt x="9335" y="1270"/>
                  </a:cubicBezTo>
                  <a:cubicBezTo>
                    <a:pt x="9380" y="1300"/>
                    <a:pt x="9425" y="1330"/>
                    <a:pt x="9469" y="1359"/>
                  </a:cubicBezTo>
                  <a:lnTo>
                    <a:pt x="9783" y="1359"/>
                  </a:lnTo>
                  <a:cubicBezTo>
                    <a:pt x="9679" y="1330"/>
                    <a:pt x="9589" y="1270"/>
                    <a:pt x="9484" y="1225"/>
                  </a:cubicBezTo>
                  <a:cubicBezTo>
                    <a:pt x="9290" y="1105"/>
                    <a:pt x="9111" y="956"/>
                    <a:pt x="8902" y="867"/>
                  </a:cubicBezTo>
                  <a:cubicBezTo>
                    <a:pt x="8742" y="793"/>
                    <a:pt x="8562" y="739"/>
                    <a:pt x="8370" y="739"/>
                  </a:cubicBezTo>
                  <a:close/>
                  <a:moveTo>
                    <a:pt x="15817" y="493"/>
                  </a:moveTo>
                  <a:cubicBezTo>
                    <a:pt x="15653" y="628"/>
                    <a:pt x="15474" y="762"/>
                    <a:pt x="15279" y="881"/>
                  </a:cubicBezTo>
                  <a:cubicBezTo>
                    <a:pt x="15026" y="1031"/>
                    <a:pt x="14727" y="1061"/>
                    <a:pt x="14428" y="1120"/>
                  </a:cubicBezTo>
                  <a:cubicBezTo>
                    <a:pt x="14189" y="1165"/>
                    <a:pt x="13935" y="1225"/>
                    <a:pt x="13756" y="1389"/>
                  </a:cubicBezTo>
                  <a:lnTo>
                    <a:pt x="13950" y="1404"/>
                  </a:lnTo>
                  <a:cubicBezTo>
                    <a:pt x="14114" y="1300"/>
                    <a:pt x="14324" y="1255"/>
                    <a:pt x="14518" y="1225"/>
                  </a:cubicBezTo>
                  <a:cubicBezTo>
                    <a:pt x="14802" y="1180"/>
                    <a:pt x="15070" y="1135"/>
                    <a:pt x="15309" y="1001"/>
                  </a:cubicBezTo>
                  <a:cubicBezTo>
                    <a:pt x="15563" y="867"/>
                    <a:pt x="15772" y="672"/>
                    <a:pt x="15996" y="493"/>
                  </a:cubicBezTo>
                  <a:close/>
                  <a:moveTo>
                    <a:pt x="15643" y="1256"/>
                  </a:moveTo>
                  <a:cubicBezTo>
                    <a:pt x="15601" y="1256"/>
                    <a:pt x="15560" y="1285"/>
                    <a:pt x="15578" y="1330"/>
                  </a:cubicBezTo>
                  <a:cubicBezTo>
                    <a:pt x="15772" y="1822"/>
                    <a:pt x="15653" y="2345"/>
                    <a:pt x="15504" y="2838"/>
                  </a:cubicBezTo>
                  <a:lnTo>
                    <a:pt x="15518" y="3241"/>
                  </a:lnTo>
                  <a:cubicBezTo>
                    <a:pt x="15698" y="2599"/>
                    <a:pt x="15967" y="1957"/>
                    <a:pt x="15713" y="1300"/>
                  </a:cubicBezTo>
                  <a:cubicBezTo>
                    <a:pt x="15701" y="1270"/>
                    <a:pt x="15671" y="1256"/>
                    <a:pt x="15643" y="1256"/>
                  </a:cubicBezTo>
                  <a:close/>
                  <a:moveTo>
                    <a:pt x="642" y="3047"/>
                  </a:moveTo>
                  <a:lnTo>
                    <a:pt x="642" y="3226"/>
                  </a:lnTo>
                  <a:cubicBezTo>
                    <a:pt x="807" y="3421"/>
                    <a:pt x="881" y="3689"/>
                    <a:pt x="866" y="3943"/>
                  </a:cubicBezTo>
                  <a:cubicBezTo>
                    <a:pt x="851" y="4197"/>
                    <a:pt x="762" y="4406"/>
                    <a:pt x="642" y="4615"/>
                  </a:cubicBezTo>
                  <a:lnTo>
                    <a:pt x="642" y="4854"/>
                  </a:lnTo>
                  <a:cubicBezTo>
                    <a:pt x="822" y="4586"/>
                    <a:pt x="971" y="4272"/>
                    <a:pt x="986" y="3928"/>
                  </a:cubicBezTo>
                  <a:cubicBezTo>
                    <a:pt x="1001" y="3600"/>
                    <a:pt x="881" y="3256"/>
                    <a:pt x="642" y="3047"/>
                  </a:cubicBezTo>
                  <a:close/>
                  <a:moveTo>
                    <a:pt x="16400" y="1972"/>
                  </a:moveTo>
                  <a:cubicBezTo>
                    <a:pt x="16400" y="2002"/>
                    <a:pt x="16385" y="2046"/>
                    <a:pt x="16385" y="2076"/>
                  </a:cubicBezTo>
                  <a:cubicBezTo>
                    <a:pt x="16310" y="2420"/>
                    <a:pt x="16205" y="2719"/>
                    <a:pt x="16071" y="3032"/>
                  </a:cubicBezTo>
                  <a:cubicBezTo>
                    <a:pt x="15981" y="3316"/>
                    <a:pt x="15907" y="3570"/>
                    <a:pt x="15952" y="3869"/>
                  </a:cubicBezTo>
                  <a:cubicBezTo>
                    <a:pt x="15981" y="4108"/>
                    <a:pt x="16071" y="4347"/>
                    <a:pt x="16205" y="4541"/>
                  </a:cubicBezTo>
                  <a:cubicBezTo>
                    <a:pt x="16295" y="4660"/>
                    <a:pt x="16400" y="4780"/>
                    <a:pt x="16504" y="4854"/>
                  </a:cubicBezTo>
                  <a:lnTo>
                    <a:pt x="16504" y="4690"/>
                  </a:lnTo>
                  <a:cubicBezTo>
                    <a:pt x="16250" y="4466"/>
                    <a:pt x="16101" y="4137"/>
                    <a:pt x="16056" y="3809"/>
                  </a:cubicBezTo>
                  <a:cubicBezTo>
                    <a:pt x="16041" y="3525"/>
                    <a:pt x="16131" y="3271"/>
                    <a:pt x="16220" y="3002"/>
                  </a:cubicBezTo>
                  <a:cubicBezTo>
                    <a:pt x="16295" y="2823"/>
                    <a:pt x="16370" y="2644"/>
                    <a:pt x="16415" y="2450"/>
                  </a:cubicBezTo>
                  <a:lnTo>
                    <a:pt x="16400" y="1972"/>
                  </a:lnTo>
                  <a:close/>
                  <a:moveTo>
                    <a:pt x="15593" y="5243"/>
                  </a:moveTo>
                  <a:lnTo>
                    <a:pt x="15593" y="5407"/>
                  </a:lnTo>
                  <a:cubicBezTo>
                    <a:pt x="15787" y="5541"/>
                    <a:pt x="15922" y="5765"/>
                    <a:pt x="15922" y="6004"/>
                  </a:cubicBezTo>
                  <a:cubicBezTo>
                    <a:pt x="15922" y="6243"/>
                    <a:pt x="15817" y="6453"/>
                    <a:pt x="15638" y="6602"/>
                  </a:cubicBezTo>
                  <a:lnTo>
                    <a:pt x="15653" y="6751"/>
                  </a:lnTo>
                  <a:cubicBezTo>
                    <a:pt x="15892" y="6587"/>
                    <a:pt x="16041" y="6303"/>
                    <a:pt x="16041" y="6004"/>
                  </a:cubicBezTo>
                  <a:cubicBezTo>
                    <a:pt x="16041" y="5691"/>
                    <a:pt x="15862" y="5407"/>
                    <a:pt x="15593" y="5243"/>
                  </a:cubicBezTo>
                  <a:close/>
                  <a:moveTo>
                    <a:pt x="808" y="444"/>
                  </a:moveTo>
                  <a:cubicBezTo>
                    <a:pt x="759" y="444"/>
                    <a:pt x="716" y="510"/>
                    <a:pt x="762" y="568"/>
                  </a:cubicBezTo>
                  <a:cubicBezTo>
                    <a:pt x="971" y="792"/>
                    <a:pt x="1180" y="1016"/>
                    <a:pt x="1404" y="1255"/>
                  </a:cubicBezTo>
                  <a:cubicBezTo>
                    <a:pt x="1314" y="1434"/>
                    <a:pt x="1240" y="1613"/>
                    <a:pt x="1180" y="1807"/>
                  </a:cubicBezTo>
                  <a:cubicBezTo>
                    <a:pt x="1120" y="2032"/>
                    <a:pt x="1046" y="2270"/>
                    <a:pt x="1001" y="2495"/>
                  </a:cubicBezTo>
                  <a:cubicBezTo>
                    <a:pt x="971" y="2614"/>
                    <a:pt x="971" y="2733"/>
                    <a:pt x="986" y="2853"/>
                  </a:cubicBezTo>
                  <a:cubicBezTo>
                    <a:pt x="1016" y="2972"/>
                    <a:pt x="1076" y="3092"/>
                    <a:pt x="1150" y="3197"/>
                  </a:cubicBezTo>
                  <a:cubicBezTo>
                    <a:pt x="1285" y="3435"/>
                    <a:pt x="1329" y="3689"/>
                    <a:pt x="1285" y="3958"/>
                  </a:cubicBezTo>
                  <a:cubicBezTo>
                    <a:pt x="1240" y="4242"/>
                    <a:pt x="1135" y="4496"/>
                    <a:pt x="1046" y="4765"/>
                  </a:cubicBezTo>
                  <a:cubicBezTo>
                    <a:pt x="971" y="5019"/>
                    <a:pt x="941" y="5273"/>
                    <a:pt x="956" y="5526"/>
                  </a:cubicBezTo>
                  <a:cubicBezTo>
                    <a:pt x="986" y="5990"/>
                    <a:pt x="1180" y="6453"/>
                    <a:pt x="1509" y="6781"/>
                  </a:cubicBezTo>
                  <a:cubicBezTo>
                    <a:pt x="1524" y="6796"/>
                    <a:pt x="1539" y="6811"/>
                    <a:pt x="1553" y="6826"/>
                  </a:cubicBezTo>
                  <a:lnTo>
                    <a:pt x="1553" y="6647"/>
                  </a:lnTo>
                  <a:cubicBezTo>
                    <a:pt x="1270" y="6333"/>
                    <a:pt x="1105" y="5930"/>
                    <a:pt x="1076" y="5512"/>
                  </a:cubicBezTo>
                  <a:cubicBezTo>
                    <a:pt x="1061" y="5273"/>
                    <a:pt x="1090" y="5034"/>
                    <a:pt x="1165" y="4795"/>
                  </a:cubicBezTo>
                  <a:cubicBezTo>
                    <a:pt x="1240" y="4541"/>
                    <a:pt x="1344" y="4302"/>
                    <a:pt x="1389" y="4048"/>
                  </a:cubicBezTo>
                  <a:cubicBezTo>
                    <a:pt x="1434" y="3809"/>
                    <a:pt x="1449" y="3570"/>
                    <a:pt x="1359" y="3346"/>
                  </a:cubicBezTo>
                  <a:cubicBezTo>
                    <a:pt x="1270" y="3122"/>
                    <a:pt x="1105" y="2943"/>
                    <a:pt x="1105" y="2689"/>
                  </a:cubicBezTo>
                  <a:cubicBezTo>
                    <a:pt x="1105" y="2539"/>
                    <a:pt x="1150" y="2390"/>
                    <a:pt x="1180" y="2256"/>
                  </a:cubicBezTo>
                  <a:cubicBezTo>
                    <a:pt x="1210" y="2136"/>
                    <a:pt x="1240" y="2017"/>
                    <a:pt x="1270" y="1912"/>
                  </a:cubicBezTo>
                  <a:cubicBezTo>
                    <a:pt x="1329" y="1718"/>
                    <a:pt x="1404" y="1524"/>
                    <a:pt x="1494" y="1344"/>
                  </a:cubicBezTo>
                  <a:lnTo>
                    <a:pt x="1509" y="1359"/>
                  </a:lnTo>
                  <a:cubicBezTo>
                    <a:pt x="1523" y="1373"/>
                    <a:pt x="1538" y="1379"/>
                    <a:pt x="1553" y="1379"/>
                  </a:cubicBezTo>
                  <a:cubicBezTo>
                    <a:pt x="1602" y="1379"/>
                    <a:pt x="1644" y="1316"/>
                    <a:pt x="1598" y="1270"/>
                  </a:cubicBezTo>
                  <a:cubicBezTo>
                    <a:pt x="1359" y="1001"/>
                    <a:pt x="1105" y="732"/>
                    <a:pt x="851" y="463"/>
                  </a:cubicBezTo>
                  <a:cubicBezTo>
                    <a:pt x="838" y="450"/>
                    <a:pt x="823" y="444"/>
                    <a:pt x="808" y="444"/>
                  </a:cubicBezTo>
                  <a:close/>
                  <a:moveTo>
                    <a:pt x="16549" y="6004"/>
                  </a:moveTo>
                  <a:cubicBezTo>
                    <a:pt x="16474" y="6049"/>
                    <a:pt x="16400" y="6124"/>
                    <a:pt x="16355" y="6214"/>
                  </a:cubicBezTo>
                  <a:cubicBezTo>
                    <a:pt x="16176" y="6467"/>
                    <a:pt x="16176" y="6766"/>
                    <a:pt x="16176" y="7065"/>
                  </a:cubicBezTo>
                  <a:cubicBezTo>
                    <a:pt x="16176" y="7244"/>
                    <a:pt x="16191" y="7408"/>
                    <a:pt x="16146" y="7588"/>
                  </a:cubicBezTo>
                  <a:cubicBezTo>
                    <a:pt x="16116" y="7737"/>
                    <a:pt x="16041" y="7886"/>
                    <a:pt x="15967" y="8021"/>
                  </a:cubicBezTo>
                  <a:cubicBezTo>
                    <a:pt x="15877" y="8200"/>
                    <a:pt x="15787" y="8364"/>
                    <a:pt x="15713" y="8544"/>
                  </a:cubicBezTo>
                  <a:lnTo>
                    <a:pt x="15728" y="8917"/>
                  </a:lnTo>
                  <a:cubicBezTo>
                    <a:pt x="15787" y="8678"/>
                    <a:pt x="15892" y="8469"/>
                    <a:pt x="15996" y="8245"/>
                  </a:cubicBezTo>
                  <a:cubicBezTo>
                    <a:pt x="16131" y="8006"/>
                    <a:pt x="16265" y="7767"/>
                    <a:pt x="16295" y="7498"/>
                  </a:cubicBezTo>
                  <a:cubicBezTo>
                    <a:pt x="16340" y="7184"/>
                    <a:pt x="16265" y="6871"/>
                    <a:pt x="16340" y="6557"/>
                  </a:cubicBezTo>
                  <a:cubicBezTo>
                    <a:pt x="16370" y="6423"/>
                    <a:pt x="16444" y="6258"/>
                    <a:pt x="16549" y="6154"/>
                  </a:cubicBezTo>
                  <a:lnTo>
                    <a:pt x="16549" y="6004"/>
                  </a:lnTo>
                  <a:close/>
                  <a:moveTo>
                    <a:pt x="627" y="6930"/>
                  </a:moveTo>
                  <a:lnTo>
                    <a:pt x="627" y="7229"/>
                  </a:lnTo>
                  <a:cubicBezTo>
                    <a:pt x="732" y="7438"/>
                    <a:pt x="837" y="7647"/>
                    <a:pt x="926" y="7856"/>
                  </a:cubicBezTo>
                  <a:cubicBezTo>
                    <a:pt x="986" y="7991"/>
                    <a:pt x="1016" y="8140"/>
                    <a:pt x="1031" y="8275"/>
                  </a:cubicBezTo>
                  <a:cubicBezTo>
                    <a:pt x="1031" y="8439"/>
                    <a:pt x="986" y="8573"/>
                    <a:pt x="926" y="8738"/>
                  </a:cubicBezTo>
                  <a:cubicBezTo>
                    <a:pt x="866" y="8872"/>
                    <a:pt x="822" y="9007"/>
                    <a:pt x="792" y="9156"/>
                  </a:cubicBezTo>
                  <a:cubicBezTo>
                    <a:pt x="762" y="9305"/>
                    <a:pt x="747" y="9455"/>
                    <a:pt x="672" y="9589"/>
                  </a:cubicBezTo>
                  <a:cubicBezTo>
                    <a:pt x="657" y="9619"/>
                    <a:pt x="642" y="9649"/>
                    <a:pt x="613" y="9664"/>
                  </a:cubicBezTo>
                  <a:lnTo>
                    <a:pt x="613" y="9873"/>
                  </a:lnTo>
                  <a:cubicBezTo>
                    <a:pt x="687" y="9783"/>
                    <a:pt x="762" y="9694"/>
                    <a:pt x="807" y="9604"/>
                  </a:cubicBezTo>
                  <a:cubicBezTo>
                    <a:pt x="866" y="9470"/>
                    <a:pt x="896" y="9350"/>
                    <a:pt x="911" y="9201"/>
                  </a:cubicBezTo>
                  <a:cubicBezTo>
                    <a:pt x="941" y="9051"/>
                    <a:pt x="986" y="8917"/>
                    <a:pt x="1046" y="8768"/>
                  </a:cubicBezTo>
                  <a:cubicBezTo>
                    <a:pt x="1150" y="8514"/>
                    <a:pt x="1180" y="8245"/>
                    <a:pt x="1076" y="7976"/>
                  </a:cubicBezTo>
                  <a:cubicBezTo>
                    <a:pt x="1001" y="7707"/>
                    <a:pt x="851" y="7453"/>
                    <a:pt x="732" y="7199"/>
                  </a:cubicBezTo>
                  <a:cubicBezTo>
                    <a:pt x="687" y="7110"/>
                    <a:pt x="657" y="7020"/>
                    <a:pt x="627" y="6930"/>
                  </a:cubicBezTo>
                  <a:close/>
                  <a:moveTo>
                    <a:pt x="16639" y="8514"/>
                  </a:moveTo>
                  <a:cubicBezTo>
                    <a:pt x="16639" y="8529"/>
                    <a:pt x="16639" y="8529"/>
                    <a:pt x="16639" y="8529"/>
                  </a:cubicBezTo>
                  <a:cubicBezTo>
                    <a:pt x="16504" y="8678"/>
                    <a:pt x="16430" y="8872"/>
                    <a:pt x="16355" y="9066"/>
                  </a:cubicBezTo>
                  <a:cubicBezTo>
                    <a:pt x="16280" y="9260"/>
                    <a:pt x="16235" y="9455"/>
                    <a:pt x="16265" y="9664"/>
                  </a:cubicBezTo>
                  <a:cubicBezTo>
                    <a:pt x="16310" y="9888"/>
                    <a:pt x="16474" y="10186"/>
                    <a:pt x="16698" y="10261"/>
                  </a:cubicBezTo>
                  <a:lnTo>
                    <a:pt x="16698" y="10127"/>
                  </a:lnTo>
                  <a:cubicBezTo>
                    <a:pt x="16639" y="10097"/>
                    <a:pt x="16594" y="10052"/>
                    <a:pt x="16549" y="10007"/>
                  </a:cubicBezTo>
                  <a:cubicBezTo>
                    <a:pt x="16444" y="9873"/>
                    <a:pt x="16400" y="9709"/>
                    <a:pt x="16385" y="9559"/>
                  </a:cubicBezTo>
                  <a:cubicBezTo>
                    <a:pt x="16385" y="9380"/>
                    <a:pt x="16430" y="9231"/>
                    <a:pt x="16489" y="9081"/>
                  </a:cubicBezTo>
                  <a:cubicBezTo>
                    <a:pt x="16534" y="8962"/>
                    <a:pt x="16579" y="8842"/>
                    <a:pt x="16654" y="8738"/>
                  </a:cubicBezTo>
                  <a:lnTo>
                    <a:pt x="16639" y="8514"/>
                  </a:lnTo>
                  <a:close/>
                  <a:moveTo>
                    <a:pt x="1539" y="9753"/>
                  </a:moveTo>
                  <a:cubicBezTo>
                    <a:pt x="1404" y="9918"/>
                    <a:pt x="1255" y="10142"/>
                    <a:pt x="1270" y="10366"/>
                  </a:cubicBezTo>
                  <a:cubicBezTo>
                    <a:pt x="1300" y="10515"/>
                    <a:pt x="1389" y="10664"/>
                    <a:pt x="1539" y="10724"/>
                  </a:cubicBezTo>
                  <a:lnTo>
                    <a:pt x="1539" y="10575"/>
                  </a:lnTo>
                  <a:cubicBezTo>
                    <a:pt x="1464" y="10515"/>
                    <a:pt x="1404" y="10411"/>
                    <a:pt x="1404" y="10321"/>
                  </a:cubicBezTo>
                  <a:cubicBezTo>
                    <a:pt x="1404" y="10186"/>
                    <a:pt x="1464" y="10067"/>
                    <a:pt x="1539" y="9948"/>
                  </a:cubicBezTo>
                  <a:lnTo>
                    <a:pt x="1539" y="9753"/>
                  </a:lnTo>
                  <a:close/>
                  <a:moveTo>
                    <a:pt x="2450" y="10844"/>
                  </a:moveTo>
                  <a:cubicBezTo>
                    <a:pt x="1822" y="10874"/>
                    <a:pt x="1195" y="10888"/>
                    <a:pt x="568" y="10918"/>
                  </a:cubicBezTo>
                  <a:cubicBezTo>
                    <a:pt x="478" y="10918"/>
                    <a:pt x="478" y="11038"/>
                    <a:pt x="568" y="11038"/>
                  </a:cubicBezTo>
                  <a:cubicBezTo>
                    <a:pt x="1195" y="11008"/>
                    <a:pt x="1822" y="10993"/>
                    <a:pt x="2450" y="10978"/>
                  </a:cubicBezTo>
                  <a:cubicBezTo>
                    <a:pt x="2539" y="10978"/>
                    <a:pt x="2539" y="10844"/>
                    <a:pt x="2450" y="10844"/>
                  </a:cubicBezTo>
                  <a:close/>
                  <a:moveTo>
                    <a:pt x="9156" y="10888"/>
                  </a:moveTo>
                  <a:cubicBezTo>
                    <a:pt x="9126" y="10918"/>
                    <a:pt x="9096" y="10933"/>
                    <a:pt x="9066" y="10948"/>
                  </a:cubicBezTo>
                  <a:cubicBezTo>
                    <a:pt x="8887" y="11038"/>
                    <a:pt x="8723" y="11113"/>
                    <a:pt x="8528" y="11157"/>
                  </a:cubicBezTo>
                  <a:cubicBezTo>
                    <a:pt x="8470" y="11170"/>
                    <a:pt x="8408" y="11177"/>
                    <a:pt x="8346" y="11177"/>
                  </a:cubicBezTo>
                  <a:cubicBezTo>
                    <a:pt x="8119" y="11177"/>
                    <a:pt x="7880" y="11091"/>
                    <a:pt x="7752" y="10903"/>
                  </a:cubicBezTo>
                  <a:lnTo>
                    <a:pt x="7617" y="10903"/>
                  </a:lnTo>
                  <a:cubicBezTo>
                    <a:pt x="7760" y="11175"/>
                    <a:pt x="8058" y="11301"/>
                    <a:pt x="8359" y="11301"/>
                  </a:cubicBezTo>
                  <a:cubicBezTo>
                    <a:pt x="8406" y="11301"/>
                    <a:pt x="8452" y="11298"/>
                    <a:pt x="8499" y="11292"/>
                  </a:cubicBezTo>
                  <a:cubicBezTo>
                    <a:pt x="8738" y="11262"/>
                    <a:pt x="8947" y="11157"/>
                    <a:pt x="9141" y="11038"/>
                  </a:cubicBezTo>
                  <a:cubicBezTo>
                    <a:pt x="9230" y="10993"/>
                    <a:pt x="9320" y="10948"/>
                    <a:pt x="9380" y="10888"/>
                  </a:cubicBezTo>
                  <a:close/>
                  <a:moveTo>
                    <a:pt x="15489" y="10724"/>
                  </a:moveTo>
                  <a:cubicBezTo>
                    <a:pt x="15399" y="10724"/>
                    <a:pt x="15399" y="10844"/>
                    <a:pt x="15489" y="10844"/>
                  </a:cubicBezTo>
                  <a:lnTo>
                    <a:pt x="16056" y="10844"/>
                  </a:lnTo>
                  <a:cubicBezTo>
                    <a:pt x="16041" y="10874"/>
                    <a:pt x="16041" y="10903"/>
                    <a:pt x="16071" y="10918"/>
                  </a:cubicBezTo>
                  <a:cubicBezTo>
                    <a:pt x="16370" y="11172"/>
                    <a:pt x="16743" y="11322"/>
                    <a:pt x="17132" y="11366"/>
                  </a:cubicBezTo>
                  <a:cubicBezTo>
                    <a:pt x="17191" y="11371"/>
                    <a:pt x="17249" y="11373"/>
                    <a:pt x="17307" y="11373"/>
                  </a:cubicBezTo>
                  <a:cubicBezTo>
                    <a:pt x="17422" y="11373"/>
                    <a:pt x="17535" y="11366"/>
                    <a:pt x="17654" y="11366"/>
                  </a:cubicBezTo>
                  <a:lnTo>
                    <a:pt x="17654" y="11247"/>
                  </a:lnTo>
                  <a:lnTo>
                    <a:pt x="17251" y="11247"/>
                  </a:lnTo>
                  <a:cubicBezTo>
                    <a:pt x="16863" y="11217"/>
                    <a:pt x="16489" y="11083"/>
                    <a:pt x="16191" y="10844"/>
                  </a:cubicBezTo>
                  <a:lnTo>
                    <a:pt x="16982" y="10844"/>
                  </a:lnTo>
                  <a:cubicBezTo>
                    <a:pt x="17072" y="10844"/>
                    <a:pt x="17072" y="10724"/>
                    <a:pt x="16982" y="10724"/>
                  </a:cubicBezTo>
                  <a:close/>
                  <a:moveTo>
                    <a:pt x="12651" y="10859"/>
                  </a:moveTo>
                  <a:lnTo>
                    <a:pt x="12113" y="10874"/>
                  </a:lnTo>
                  <a:cubicBezTo>
                    <a:pt x="11111" y="11168"/>
                    <a:pt x="10147" y="11686"/>
                    <a:pt x="9124" y="11686"/>
                  </a:cubicBezTo>
                  <a:cubicBezTo>
                    <a:pt x="8851" y="11686"/>
                    <a:pt x="8573" y="11649"/>
                    <a:pt x="8290" y="11561"/>
                  </a:cubicBezTo>
                  <a:cubicBezTo>
                    <a:pt x="7976" y="11471"/>
                    <a:pt x="7677" y="11337"/>
                    <a:pt x="7378" y="11202"/>
                  </a:cubicBezTo>
                  <a:cubicBezTo>
                    <a:pt x="7184" y="11113"/>
                    <a:pt x="7005" y="11023"/>
                    <a:pt x="6826" y="10918"/>
                  </a:cubicBezTo>
                  <a:lnTo>
                    <a:pt x="6602" y="10918"/>
                  </a:lnTo>
                  <a:cubicBezTo>
                    <a:pt x="7020" y="11217"/>
                    <a:pt x="7528" y="11426"/>
                    <a:pt x="8021" y="11605"/>
                  </a:cubicBezTo>
                  <a:cubicBezTo>
                    <a:pt x="8390" y="11744"/>
                    <a:pt x="8768" y="11820"/>
                    <a:pt x="9154" y="11820"/>
                  </a:cubicBezTo>
                  <a:cubicBezTo>
                    <a:pt x="9269" y="11820"/>
                    <a:pt x="9384" y="11813"/>
                    <a:pt x="9499" y="11800"/>
                  </a:cubicBezTo>
                  <a:cubicBezTo>
                    <a:pt x="10440" y="11695"/>
                    <a:pt x="11307" y="11232"/>
                    <a:pt x="12218" y="10978"/>
                  </a:cubicBezTo>
                  <a:cubicBezTo>
                    <a:pt x="12367" y="10933"/>
                    <a:pt x="12501" y="10888"/>
                    <a:pt x="12651" y="10859"/>
                  </a:cubicBezTo>
                  <a:close/>
                  <a:moveTo>
                    <a:pt x="4033" y="10948"/>
                  </a:moveTo>
                  <a:cubicBezTo>
                    <a:pt x="3764" y="11113"/>
                    <a:pt x="3540" y="11337"/>
                    <a:pt x="3256" y="11501"/>
                  </a:cubicBezTo>
                  <a:cubicBezTo>
                    <a:pt x="2969" y="11657"/>
                    <a:pt x="2648" y="11745"/>
                    <a:pt x="2313" y="11745"/>
                  </a:cubicBezTo>
                  <a:cubicBezTo>
                    <a:pt x="2264" y="11745"/>
                    <a:pt x="2215" y="11744"/>
                    <a:pt x="2166" y="11740"/>
                  </a:cubicBezTo>
                  <a:cubicBezTo>
                    <a:pt x="1778" y="11710"/>
                    <a:pt x="1449" y="11501"/>
                    <a:pt x="1061" y="11426"/>
                  </a:cubicBezTo>
                  <a:cubicBezTo>
                    <a:pt x="981" y="11415"/>
                    <a:pt x="905" y="11410"/>
                    <a:pt x="832" y="11410"/>
                  </a:cubicBezTo>
                  <a:cubicBezTo>
                    <a:pt x="712" y="11410"/>
                    <a:pt x="598" y="11423"/>
                    <a:pt x="478" y="11441"/>
                  </a:cubicBezTo>
                  <a:cubicBezTo>
                    <a:pt x="365" y="11451"/>
                    <a:pt x="251" y="11469"/>
                    <a:pt x="143" y="11469"/>
                  </a:cubicBezTo>
                  <a:cubicBezTo>
                    <a:pt x="94" y="11469"/>
                    <a:pt x="46" y="11465"/>
                    <a:pt x="0" y="11456"/>
                  </a:cubicBezTo>
                  <a:lnTo>
                    <a:pt x="0" y="11590"/>
                  </a:lnTo>
                  <a:cubicBezTo>
                    <a:pt x="54" y="11599"/>
                    <a:pt x="108" y="11603"/>
                    <a:pt x="163" y="11603"/>
                  </a:cubicBezTo>
                  <a:cubicBezTo>
                    <a:pt x="382" y="11603"/>
                    <a:pt x="607" y="11546"/>
                    <a:pt x="822" y="11546"/>
                  </a:cubicBezTo>
                  <a:cubicBezTo>
                    <a:pt x="1225" y="11546"/>
                    <a:pt x="1583" y="11770"/>
                    <a:pt x="1957" y="11844"/>
                  </a:cubicBezTo>
                  <a:cubicBezTo>
                    <a:pt x="2078" y="11864"/>
                    <a:pt x="2199" y="11874"/>
                    <a:pt x="2319" y="11874"/>
                  </a:cubicBezTo>
                  <a:cubicBezTo>
                    <a:pt x="2569" y="11874"/>
                    <a:pt x="2815" y="11831"/>
                    <a:pt x="3047" y="11740"/>
                  </a:cubicBezTo>
                  <a:cubicBezTo>
                    <a:pt x="3420" y="11605"/>
                    <a:pt x="3689" y="11322"/>
                    <a:pt x="4018" y="11113"/>
                  </a:cubicBezTo>
                  <a:cubicBezTo>
                    <a:pt x="4122" y="11053"/>
                    <a:pt x="4227" y="10993"/>
                    <a:pt x="4332" y="10948"/>
                  </a:cubicBezTo>
                  <a:close/>
                  <a:moveTo>
                    <a:pt x="13805" y="11754"/>
                  </a:moveTo>
                  <a:cubicBezTo>
                    <a:pt x="13551" y="11754"/>
                    <a:pt x="13315" y="11886"/>
                    <a:pt x="13159" y="12098"/>
                  </a:cubicBezTo>
                  <a:lnTo>
                    <a:pt x="13338" y="12083"/>
                  </a:lnTo>
                  <a:cubicBezTo>
                    <a:pt x="13461" y="11960"/>
                    <a:pt x="13635" y="11878"/>
                    <a:pt x="13818" y="11878"/>
                  </a:cubicBezTo>
                  <a:cubicBezTo>
                    <a:pt x="13857" y="11878"/>
                    <a:pt x="13896" y="11881"/>
                    <a:pt x="13935" y="11889"/>
                  </a:cubicBezTo>
                  <a:cubicBezTo>
                    <a:pt x="14070" y="11919"/>
                    <a:pt x="14174" y="11979"/>
                    <a:pt x="14264" y="12083"/>
                  </a:cubicBezTo>
                  <a:lnTo>
                    <a:pt x="14413" y="12083"/>
                  </a:lnTo>
                  <a:cubicBezTo>
                    <a:pt x="14383" y="12039"/>
                    <a:pt x="14353" y="11994"/>
                    <a:pt x="14309" y="11949"/>
                  </a:cubicBezTo>
                  <a:cubicBezTo>
                    <a:pt x="14189" y="11829"/>
                    <a:pt x="14025" y="11755"/>
                    <a:pt x="13846" y="11755"/>
                  </a:cubicBezTo>
                  <a:cubicBezTo>
                    <a:pt x="13832" y="11754"/>
                    <a:pt x="13819" y="11754"/>
                    <a:pt x="13805" y="11754"/>
                  </a:cubicBezTo>
                  <a:close/>
                  <a:moveTo>
                    <a:pt x="13556" y="11193"/>
                  </a:moveTo>
                  <a:cubicBezTo>
                    <a:pt x="13482" y="11193"/>
                    <a:pt x="13410" y="11196"/>
                    <a:pt x="13338" y="11202"/>
                  </a:cubicBezTo>
                  <a:cubicBezTo>
                    <a:pt x="12949" y="11247"/>
                    <a:pt x="12591" y="11366"/>
                    <a:pt x="12262" y="11516"/>
                  </a:cubicBezTo>
                  <a:cubicBezTo>
                    <a:pt x="11949" y="11650"/>
                    <a:pt x="11650" y="11829"/>
                    <a:pt x="11366" y="12024"/>
                  </a:cubicBezTo>
                  <a:cubicBezTo>
                    <a:pt x="10903" y="12039"/>
                    <a:pt x="10455" y="12053"/>
                    <a:pt x="10007" y="12083"/>
                  </a:cubicBezTo>
                  <a:cubicBezTo>
                    <a:pt x="9922" y="12083"/>
                    <a:pt x="9918" y="12204"/>
                    <a:pt x="9994" y="12204"/>
                  </a:cubicBezTo>
                  <a:cubicBezTo>
                    <a:pt x="9998" y="12204"/>
                    <a:pt x="10002" y="12204"/>
                    <a:pt x="10007" y="12203"/>
                  </a:cubicBezTo>
                  <a:cubicBezTo>
                    <a:pt x="11023" y="12158"/>
                    <a:pt x="12053" y="12128"/>
                    <a:pt x="13069" y="12083"/>
                  </a:cubicBezTo>
                  <a:cubicBezTo>
                    <a:pt x="13159" y="12083"/>
                    <a:pt x="13159" y="11949"/>
                    <a:pt x="13069" y="11949"/>
                  </a:cubicBezTo>
                  <a:cubicBezTo>
                    <a:pt x="12591" y="11964"/>
                    <a:pt x="12113" y="11994"/>
                    <a:pt x="11620" y="12009"/>
                  </a:cubicBezTo>
                  <a:cubicBezTo>
                    <a:pt x="12113" y="11710"/>
                    <a:pt x="12636" y="11441"/>
                    <a:pt x="13203" y="11366"/>
                  </a:cubicBezTo>
                  <a:cubicBezTo>
                    <a:pt x="13326" y="11347"/>
                    <a:pt x="13447" y="11338"/>
                    <a:pt x="13568" y="11338"/>
                  </a:cubicBezTo>
                  <a:cubicBezTo>
                    <a:pt x="14187" y="11338"/>
                    <a:pt x="14787" y="11577"/>
                    <a:pt x="15324" y="11889"/>
                  </a:cubicBezTo>
                  <a:cubicBezTo>
                    <a:pt x="15429" y="11949"/>
                    <a:pt x="15533" y="12009"/>
                    <a:pt x="15623" y="12068"/>
                  </a:cubicBezTo>
                  <a:lnTo>
                    <a:pt x="15862" y="12068"/>
                  </a:lnTo>
                  <a:cubicBezTo>
                    <a:pt x="15414" y="11770"/>
                    <a:pt x="14951" y="11501"/>
                    <a:pt x="14443" y="11337"/>
                  </a:cubicBezTo>
                  <a:cubicBezTo>
                    <a:pt x="14156" y="11241"/>
                    <a:pt x="13850" y="11193"/>
                    <a:pt x="13556" y="11193"/>
                  </a:cubicBezTo>
                  <a:close/>
                  <a:moveTo>
                    <a:pt x="6452" y="11561"/>
                  </a:moveTo>
                  <a:cubicBezTo>
                    <a:pt x="6243" y="11561"/>
                    <a:pt x="6034" y="11635"/>
                    <a:pt x="5840" y="11710"/>
                  </a:cubicBezTo>
                  <a:cubicBezTo>
                    <a:pt x="5750" y="11740"/>
                    <a:pt x="5631" y="11785"/>
                    <a:pt x="5526" y="11800"/>
                  </a:cubicBezTo>
                  <a:cubicBezTo>
                    <a:pt x="5499" y="11806"/>
                    <a:pt x="5473" y="11809"/>
                    <a:pt x="5446" y="11809"/>
                  </a:cubicBezTo>
                  <a:cubicBezTo>
                    <a:pt x="5354" y="11809"/>
                    <a:pt x="5264" y="11775"/>
                    <a:pt x="5183" y="11740"/>
                  </a:cubicBezTo>
                  <a:cubicBezTo>
                    <a:pt x="5016" y="11656"/>
                    <a:pt x="4869" y="11592"/>
                    <a:pt x="4702" y="11592"/>
                  </a:cubicBezTo>
                  <a:cubicBezTo>
                    <a:pt x="4660" y="11592"/>
                    <a:pt x="4616" y="11596"/>
                    <a:pt x="4571" y="11605"/>
                  </a:cubicBezTo>
                  <a:cubicBezTo>
                    <a:pt x="4346" y="11635"/>
                    <a:pt x="4137" y="11740"/>
                    <a:pt x="3958" y="11859"/>
                  </a:cubicBezTo>
                  <a:cubicBezTo>
                    <a:pt x="3824" y="11949"/>
                    <a:pt x="3689" y="12068"/>
                    <a:pt x="3555" y="12188"/>
                  </a:cubicBezTo>
                  <a:lnTo>
                    <a:pt x="3749" y="12188"/>
                  </a:lnTo>
                  <a:lnTo>
                    <a:pt x="3764" y="12173"/>
                  </a:lnTo>
                  <a:cubicBezTo>
                    <a:pt x="3958" y="12009"/>
                    <a:pt x="4152" y="11859"/>
                    <a:pt x="4376" y="11770"/>
                  </a:cubicBezTo>
                  <a:cubicBezTo>
                    <a:pt x="4473" y="11733"/>
                    <a:pt x="4568" y="11717"/>
                    <a:pt x="4661" y="11717"/>
                  </a:cubicBezTo>
                  <a:cubicBezTo>
                    <a:pt x="4797" y="11717"/>
                    <a:pt x="4930" y="11752"/>
                    <a:pt x="5063" y="11814"/>
                  </a:cubicBezTo>
                  <a:cubicBezTo>
                    <a:pt x="5196" y="11892"/>
                    <a:pt x="5328" y="11936"/>
                    <a:pt x="5479" y="11936"/>
                  </a:cubicBezTo>
                  <a:cubicBezTo>
                    <a:pt x="5532" y="11936"/>
                    <a:pt x="5587" y="11931"/>
                    <a:pt x="5646" y="11919"/>
                  </a:cubicBezTo>
                  <a:cubicBezTo>
                    <a:pt x="5855" y="11859"/>
                    <a:pt x="6049" y="11740"/>
                    <a:pt x="6258" y="11710"/>
                  </a:cubicBezTo>
                  <a:cubicBezTo>
                    <a:pt x="6309" y="11701"/>
                    <a:pt x="6359" y="11697"/>
                    <a:pt x="6409" y="11697"/>
                  </a:cubicBezTo>
                  <a:cubicBezTo>
                    <a:pt x="6788" y="11697"/>
                    <a:pt x="7153" y="11929"/>
                    <a:pt x="7483" y="12113"/>
                  </a:cubicBezTo>
                  <a:cubicBezTo>
                    <a:pt x="6885" y="12142"/>
                    <a:pt x="6287" y="12159"/>
                    <a:pt x="5685" y="12159"/>
                  </a:cubicBezTo>
                  <a:cubicBezTo>
                    <a:pt x="5355" y="12159"/>
                    <a:pt x="5023" y="12154"/>
                    <a:pt x="4690" y="12143"/>
                  </a:cubicBezTo>
                  <a:cubicBezTo>
                    <a:pt x="4615" y="12143"/>
                    <a:pt x="4615" y="12263"/>
                    <a:pt x="4690" y="12263"/>
                  </a:cubicBezTo>
                  <a:cubicBezTo>
                    <a:pt x="5067" y="12280"/>
                    <a:pt x="5442" y="12289"/>
                    <a:pt x="5815" y="12289"/>
                  </a:cubicBezTo>
                  <a:cubicBezTo>
                    <a:pt x="6388" y="12289"/>
                    <a:pt x="6958" y="12269"/>
                    <a:pt x="7528" y="12233"/>
                  </a:cubicBezTo>
                  <a:cubicBezTo>
                    <a:pt x="7588" y="12233"/>
                    <a:pt x="7602" y="12188"/>
                    <a:pt x="7588" y="12143"/>
                  </a:cubicBezTo>
                  <a:lnTo>
                    <a:pt x="7797" y="12143"/>
                  </a:lnTo>
                  <a:cubicBezTo>
                    <a:pt x="7737" y="12113"/>
                    <a:pt x="7677" y="12083"/>
                    <a:pt x="7632" y="12053"/>
                  </a:cubicBezTo>
                  <a:cubicBezTo>
                    <a:pt x="7259" y="11844"/>
                    <a:pt x="6886" y="11590"/>
                    <a:pt x="6452" y="1156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8"/>
            <p:cNvSpPr/>
            <p:nvPr/>
          </p:nvSpPr>
          <p:spPr>
            <a:xfrm>
              <a:off x="-968175" y="1208750"/>
              <a:ext cx="26700" cy="26950"/>
            </a:xfrm>
            <a:custGeom>
              <a:rect b="b" l="l" r="r" t="t"/>
              <a:pathLst>
                <a:path extrusionOk="0" h="1078" w="1068">
                  <a:moveTo>
                    <a:pt x="971" y="0"/>
                  </a:moveTo>
                  <a:cubicBezTo>
                    <a:pt x="957" y="0"/>
                    <a:pt x="943" y="6"/>
                    <a:pt x="932" y="20"/>
                  </a:cubicBezTo>
                  <a:cubicBezTo>
                    <a:pt x="649" y="349"/>
                    <a:pt x="350" y="662"/>
                    <a:pt x="36" y="976"/>
                  </a:cubicBezTo>
                  <a:cubicBezTo>
                    <a:pt x="0" y="1012"/>
                    <a:pt x="42" y="1078"/>
                    <a:pt x="99" y="1078"/>
                  </a:cubicBezTo>
                  <a:cubicBezTo>
                    <a:pt x="112" y="1078"/>
                    <a:pt x="127" y="1074"/>
                    <a:pt x="141" y="1065"/>
                  </a:cubicBezTo>
                  <a:cubicBezTo>
                    <a:pt x="455" y="767"/>
                    <a:pt x="738" y="453"/>
                    <a:pt x="1022" y="110"/>
                  </a:cubicBezTo>
                  <a:cubicBezTo>
                    <a:pt x="1068" y="64"/>
                    <a:pt x="1017" y="0"/>
                    <a:pt x="971"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38"/>
            <p:cNvSpPr/>
            <p:nvPr/>
          </p:nvSpPr>
          <p:spPr>
            <a:xfrm>
              <a:off x="-1076675" y="1429550"/>
              <a:ext cx="53050" cy="23550"/>
            </a:xfrm>
            <a:custGeom>
              <a:rect b="b" l="l" r="r" t="t"/>
              <a:pathLst>
                <a:path extrusionOk="0" h="942" w="2122">
                  <a:moveTo>
                    <a:pt x="2121" y="0"/>
                  </a:moveTo>
                  <a:lnTo>
                    <a:pt x="0" y="15"/>
                  </a:lnTo>
                  <a:lnTo>
                    <a:pt x="0" y="941"/>
                  </a:lnTo>
                  <a:lnTo>
                    <a:pt x="2121" y="926"/>
                  </a:lnTo>
                  <a:lnTo>
                    <a:pt x="21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8"/>
            <p:cNvSpPr/>
            <p:nvPr/>
          </p:nvSpPr>
          <p:spPr>
            <a:xfrm>
              <a:off x="-1091625" y="1452325"/>
              <a:ext cx="85175" cy="15700"/>
            </a:xfrm>
            <a:custGeom>
              <a:rect b="b" l="l" r="r" t="t"/>
              <a:pathLst>
                <a:path extrusionOk="0" h="628" w="3407">
                  <a:moveTo>
                    <a:pt x="3391" y="0"/>
                  </a:moveTo>
                  <a:lnTo>
                    <a:pt x="1" y="15"/>
                  </a:lnTo>
                  <a:lnTo>
                    <a:pt x="1" y="628"/>
                  </a:lnTo>
                  <a:lnTo>
                    <a:pt x="3406" y="613"/>
                  </a:lnTo>
                  <a:lnTo>
                    <a:pt x="339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52" name="Shape 352"/>
        <p:cNvGrpSpPr/>
        <p:nvPr/>
      </p:nvGrpSpPr>
      <p:grpSpPr>
        <a:xfrm>
          <a:off x="0" y="0"/>
          <a:ext cx="0" cy="0"/>
          <a:chOff x="0" y="0"/>
          <a:chExt cx="0" cy="0"/>
        </a:xfrm>
      </p:grpSpPr>
      <p:grpSp>
        <p:nvGrpSpPr>
          <p:cNvPr id="353" name="Google Shape;353;p39"/>
          <p:cNvGrpSpPr/>
          <p:nvPr/>
        </p:nvGrpSpPr>
        <p:grpSpPr>
          <a:xfrm>
            <a:off x="-65" y="-15"/>
            <a:ext cx="9144128" cy="5143530"/>
            <a:chOff x="-2163850" y="-134475"/>
            <a:chExt cx="3075000" cy="5336719"/>
          </a:xfrm>
        </p:grpSpPr>
        <p:cxnSp>
          <p:nvCxnSpPr>
            <p:cNvPr id="354" name="Google Shape;354;p39"/>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55" name="Google Shape;355;p39"/>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56" name="Google Shape;356;p39"/>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57" name="Google Shape;357;p39"/>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58" name="Google Shape;358;p39"/>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59" name="Google Shape;359;p39"/>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0" name="Google Shape;360;p39"/>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1" name="Google Shape;361;p39"/>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2" name="Google Shape;362;p39"/>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3" name="Google Shape;363;p39"/>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4" name="Google Shape;364;p39"/>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5" name="Google Shape;365;p39"/>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6" name="Google Shape;366;p39"/>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7" name="Google Shape;367;p39"/>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8" name="Google Shape;368;p39"/>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69" name="Google Shape;369;p39"/>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370" name="Google Shape;370;p39"/>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371" name="Google Shape;371;p39"/>
          <p:cNvGrpSpPr/>
          <p:nvPr/>
        </p:nvGrpSpPr>
        <p:grpSpPr>
          <a:xfrm>
            <a:off x="7982100" y="4032410"/>
            <a:ext cx="1814525" cy="1589511"/>
            <a:chOff x="1598650" y="-651565"/>
            <a:chExt cx="1814525" cy="1589511"/>
          </a:xfrm>
        </p:grpSpPr>
        <p:grpSp>
          <p:nvGrpSpPr>
            <p:cNvPr id="372" name="Google Shape;372;p39"/>
            <p:cNvGrpSpPr/>
            <p:nvPr/>
          </p:nvGrpSpPr>
          <p:grpSpPr>
            <a:xfrm rot="-2036207">
              <a:off x="2297842" y="-546073"/>
              <a:ext cx="798547" cy="1378526"/>
              <a:chOff x="1763900" y="-464625"/>
              <a:chExt cx="185600" cy="320400"/>
            </a:xfrm>
          </p:grpSpPr>
          <p:sp>
            <p:nvSpPr>
              <p:cNvPr id="373" name="Google Shape;373;p39"/>
              <p:cNvSpPr/>
              <p:nvPr/>
            </p:nvSpPr>
            <p:spPr>
              <a:xfrm>
                <a:off x="1763900" y="-464625"/>
                <a:ext cx="184475" cy="320100"/>
              </a:xfrm>
              <a:custGeom>
                <a:rect b="b" l="l" r="r" t="t"/>
                <a:pathLst>
                  <a:path extrusionOk="0" h="12804" w="7379">
                    <a:moveTo>
                      <a:pt x="5333" y="2584"/>
                    </a:moveTo>
                    <a:cubicBezTo>
                      <a:pt x="5407" y="5049"/>
                      <a:pt x="5407" y="7513"/>
                      <a:pt x="5363" y="9933"/>
                    </a:cubicBezTo>
                    <a:lnTo>
                      <a:pt x="5363" y="10336"/>
                    </a:lnTo>
                    <a:cubicBezTo>
                      <a:pt x="3914" y="9978"/>
                      <a:pt x="2898" y="8768"/>
                      <a:pt x="2525" y="7588"/>
                    </a:cubicBezTo>
                    <a:cubicBezTo>
                      <a:pt x="2390" y="7244"/>
                      <a:pt x="2345" y="6871"/>
                      <a:pt x="2345" y="6468"/>
                    </a:cubicBezTo>
                    <a:cubicBezTo>
                      <a:pt x="2375" y="5109"/>
                      <a:pt x="3242" y="3630"/>
                      <a:pt x="4586" y="2868"/>
                    </a:cubicBezTo>
                    <a:cubicBezTo>
                      <a:pt x="4810" y="2749"/>
                      <a:pt x="5079" y="2614"/>
                      <a:pt x="5333" y="2584"/>
                    </a:cubicBezTo>
                    <a:close/>
                    <a:moveTo>
                      <a:pt x="7244" y="1"/>
                    </a:moveTo>
                    <a:lnTo>
                      <a:pt x="7244" y="1"/>
                    </a:lnTo>
                    <a:cubicBezTo>
                      <a:pt x="5960" y="105"/>
                      <a:pt x="4705" y="508"/>
                      <a:pt x="3645" y="1195"/>
                    </a:cubicBezTo>
                    <a:cubicBezTo>
                      <a:pt x="1330" y="2659"/>
                      <a:pt x="1" y="5527"/>
                      <a:pt x="822" y="8215"/>
                    </a:cubicBezTo>
                    <a:cubicBezTo>
                      <a:pt x="1582" y="10774"/>
                      <a:pt x="4361" y="12803"/>
                      <a:pt x="7056" y="12803"/>
                    </a:cubicBezTo>
                    <a:cubicBezTo>
                      <a:pt x="7114" y="12803"/>
                      <a:pt x="7172" y="12802"/>
                      <a:pt x="7229" y="12801"/>
                    </a:cubicBezTo>
                    <a:cubicBezTo>
                      <a:pt x="7379" y="8544"/>
                      <a:pt x="7379" y="4257"/>
                      <a:pt x="72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9"/>
              <p:cNvSpPr/>
              <p:nvPr/>
            </p:nvSpPr>
            <p:spPr>
              <a:xfrm>
                <a:off x="1895325" y="-463875"/>
                <a:ext cx="54175" cy="319650"/>
              </a:xfrm>
              <a:custGeom>
                <a:rect b="b" l="l" r="r" t="t"/>
                <a:pathLst>
                  <a:path extrusionOk="0" h="12786" w="2167">
                    <a:moveTo>
                      <a:pt x="1674" y="0"/>
                    </a:moveTo>
                    <a:cubicBezTo>
                      <a:pt x="1644" y="0"/>
                      <a:pt x="1599" y="30"/>
                      <a:pt x="1599" y="45"/>
                    </a:cubicBezTo>
                    <a:cubicBezTo>
                      <a:pt x="1569" y="105"/>
                      <a:pt x="1599" y="120"/>
                      <a:pt x="1644" y="120"/>
                    </a:cubicBezTo>
                    <a:lnTo>
                      <a:pt x="1972" y="120"/>
                    </a:lnTo>
                    <a:cubicBezTo>
                      <a:pt x="1987" y="120"/>
                      <a:pt x="2047" y="105"/>
                      <a:pt x="2047" y="75"/>
                    </a:cubicBezTo>
                    <a:cubicBezTo>
                      <a:pt x="2047" y="45"/>
                      <a:pt x="2017" y="0"/>
                      <a:pt x="1987" y="0"/>
                    </a:cubicBezTo>
                    <a:close/>
                    <a:moveTo>
                      <a:pt x="1674" y="478"/>
                    </a:moveTo>
                    <a:cubicBezTo>
                      <a:pt x="1644" y="478"/>
                      <a:pt x="1599" y="493"/>
                      <a:pt x="1599" y="523"/>
                    </a:cubicBezTo>
                    <a:cubicBezTo>
                      <a:pt x="1569" y="568"/>
                      <a:pt x="1599" y="598"/>
                      <a:pt x="1644" y="598"/>
                    </a:cubicBezTo>
                    <a:lnTo>
                      <a:pt x="1972" y="598"/>
                    </a:lnTo>
                    <a:cubicBezTo>
                      <a:pt x="1987" y="598"/>
                      <a:pt x="2047" y="568"/>
                      <a:pt x="2047" y="553"/>
                    </a:cubicBezTo>
                    <a:cubicBezTo>
                      <a:pt x="2047" y="523"/>
                      <a:pt x="2017" y="478"/>
                      <a:pt x="1987" y="478"/>
                    </a:cubicBezTo>
                    <a:close/>
                    <a:moveTo>
                      <a:pt x="1674" y="926"/>
                    </a:moveTo>
                    <a:cubicBezTo>
                      <a:pt x="1644" y="926"/>
                      <a:pt x="1599" y="941"/>
                      <a:pt x="1599" y="971"/>
                    </a:cubicBezTo>
                    <a:cubicBezTo>
                      <a:pt x="1599" y="1016"/>
                      <a:pt x="1614" y="1046"/>
                      <a:pt x="1644" y="1046"/>
                    </a:cubicBezTo>
                    <a:lnTo>
                      <a:pt x="1972" y="1046"/>
                    </a:lnTo>
                    <a:cubicBezTo>
                      <a:pt x="1987" y="1046"/>
                      <a:pt x="2047" y="1016"/>
                      <a:pt x="2047" y="1001"/>
                    </a:cubicBezTo>
                    <a:cubicBezTo>
                      <a:pt x="2047" y="971"/>
                      <a:pt x="2017" y="926"/>
                      <a:pt x="1987" y="926"/>
                    </a:cubicBezTo>
                    <a:close/>
                    <a:moveTo>
                      <a:pt x="1674" y="1374"/>
                    </a:moveTo>
                    <a:cubicBezTo>
                      <a:pt x="1644" y="1374"/>
                      <a:pt x="1599" y="1389"/>
                      <a:pt x="1599" y="1419"/>
                    </a:cubicBezTo>
                    <a:cubicBezTo>
                      <a:pt x="1599" y="1464"/>
                      <a:pt x="1614" y="1494"/>
                      <a:pt x="1644" y="1494"/>
                    </a:cubicBezTo>
                    <a:lnTo>
                      <a:pt x="1972" y="1494"/>
                    </a:lnTo>
                    <a:cubicBezTo>
                      <a:pt x="1987" y="1494"/>
                      <a:pt x="2047" y="1464"/>
                      <a:pt x="2047" y="1449"/>
                    </a:cubicBezTo>
                    <a:cubicBezTo>
                      <a:pt x="2047" y="1419"/>
                      <a:pt x="2017" y="1374"/>
                      <a:pt x="1987" y="1374"/>
                    </a:cubicBezTo>
                    <a:close/>
                    <a:moveTo>
                      <a:pt x="1226" y="1823"/>
                    </a:moveTo>
                    <a:cubicBezTo>
                      <a:pt x="1196" y="1823"/>
                      <a:pt x="1166" y="1867"/>
                      <a:pt x="1166" y="1897"/>
                    </a:cubicBezTo>
                    <a:cubicBezTo>
                      <a:pt x="1166" y="1942"/>
                      <a:pt x="1196" y="1942"/>
                      <a:pt x="1241" y="1942"/>
                    </a:cubicBezTo>
                    <a:lnTo>
                      <a:pt x="1614" y="1942"/>
                    </a:lnTo>
                    <a:lnTo>
                      <a:pt x="1644" y="1972"/>
                    </a:lnTo>
                    <a:lnTo>
                      <a:pt x="1972" y="1972"/>
                    </a:lnTo>
                    <a:cubicBezTo>
                      <a:pt x="1987" y="1972"/>
                      <a:pt x="2047" y="1942"/>
                      <a:pt x="2047" y="1912"/>
                    </a:cubicBezTo>
                    <a:cubicBezTo>
                      <a:pt x="2047" y="1897"/>
                      <a:pt x="2017" y="1837"/>
                      <a:pt x="1987" y="1837"/>
                    </a:cubicBezTo>
                    <a:lnTo>
                      <a:pt x="1719" y="1837"/>
                    </a:lnTo>
                    <a:cubicBezTo>
                      <a:pt x="1689" y="1823"/>
                      <a:pt x="1689" y="1823"/>
                      <a:pt x="1674" y="1823"/>
                    </a:cubicBezTo>
                    <a:close/>
                    <a:moveTo>
                      <a:pt x="1689" y="2256"/>
                    </a:moveTo>
                    <a:cubicBezTo>
                      <a:pt x="1674" y="2256"/>
                      <a:pt x="1614" y="2286"/>
                      <a:pt x="1614" y="2315"/>
                    </a:cubicBezTo>
                    <a:cubicBezTo>
                      <a:pt x="1599" y="2360"/>
                      <a:pt x="1644" y="2390"/>
                      <a:pt x="1674" y="2390"/>
                    </a:cubicBezTo>
                    <a:lnTo>
                      <a:pt x="1987" y="2390"/>
                    </a:lnTo>
                    <a:cubicBezTo>
                      <a:pt x="2017" y="2390"/>
                      <a:pt x="2062" y="2360"/>
                      <a:pt x="2062" y="2330"/>
                    </a:cubicBezTo>
                    <a:cubicBezTo>
                      <a:pt x="2062" y="2315"/>
                      <a:pt x="2047" y="2256"/>
                      <a:pt x="2017" y="2256"/>
                    </a:cubicBezTo>
                    <a:close/>
                    <a:moveTo>
                      <a:pt x="1689" y="2704"/>
                    </a:moveTo>
                    <a:cubicBezTo>
                      <a:pt x="1674" y="2704"/>
                      <a:pt x="1614" y="2734"/>
                      <a:pt x="1614" y="2764"/>
                    </a:cubicBezTo>
                    <a:cubicBezTo>
                      <a:pt x="1614" y="2808"/>
                      <a:pt x="1644" y="2838"/>
                      <a:pt x="1674" y="2838"/>
                    </a:cubicBezTo>
                    <a:lnTo>
                      <a:pt x="1987" y="2838"/>
                    </a:lnTo>
                    <a:cubicBezTo>
                      <a:pt x="2017" y="2838"/>
                      <a:pt x="2062" y="2808"/>
                      <a:pt x="2062" y="2778"/>
                    </a:cubicBezTo>
                    <a:cubicBezTo>
                      <a:pt x="2062" y="2764"/>
                      <a:pt x="2047" y="2704"/>
                      <a:pt x="2017" y="2704"/>
                    </a:cubicBezTo>
                    <a:close/>
                    <a:moveTo>
                      <a:pt x="1719" y="3152"/>
                    </a:moveTo>
                    <a:cubicBezTo>
                      <a:pt x="1689" y="3152"/>
                      <a:pt x="1644" y="3182"/>
                      <a:pt x="1644" y="3212"/>
                    </a:cubicBezTo>
                    <a:cubicBezTo>
                      <a:pt x="1618" y="3250"/>
                      <a:pt x="1637" y="3289"/>
                      <a:pt x="1672" y="3289"/>
                    </a:cubicBezTo>
                    <a:cubicBezTo>
                      <a:pt x="1677" y="3289"/>
                      <a:pt x="1683" y="3288"/>
                      <a:pt x="1689" y="3286"/>
                    </a:cubicBezTo>
                    <a:lnTo>
                      <a:pt x="2017" y="3286"/>
                    </a:lnTo>
                    <a:cubicBezTo>
                      <a:pt x="2047" y="3286"/>
                      <a:pt x="2092" y="3256"/>
                      <a:pt x="2092" y="3227"/>
                    </a:cubicBezTo>
                    <a:cubicBezTo>
                      <a:pt x="2092" y="3212"/>
                      <a:pt x="2062" y="3152"/>
                      <a:pt x="2047" y="3152"/>
                    </a:cubicBezTo>
                    <a:close/>
                    <a:moveTo>
                      <a:pt x="1739" y="3617"/>
                    </a:moveTo>
                    <a:cubicBezTo>
                      <a:pt x="1714" y="3617"/>
                      <a:pt x="1704" y="3630"/>
                      <a:pt x="1674" y="3630"/>
                    </a:cubicBezTo>
                    <a:lnTo>
                      <a:pt x="1300" y="3630"/>
                    </a:lnTo>
                    <a:cubicBezTo>
                      <a:pt x="1271" y="3630"/>
                      <a:pt x="1241" y="3675"/>
                      <a:pt x="1241" y="3704"/>
                    </a:cubicBezTo>
                    <a:cubicBezTo>
                      <a:pt x="1241" y="3749"/>
                      <a:pt x="1271" y="3749"/>
                      <a:pt x="1315" y="3749"/>
                    </a:cubicBezTo>
                    <a:lnTo>
                      <a:pt x="2047" y="3749"/>
                    </a:lnTo>
                    <a:cubicBezTo>
                      <a:pt x="2062" y="3749"/>
                      <a:pt x="2122" y="3734"/>
                      <a:pt x="2122" y="3704"/>
                    </a:cubicBezTo>
                    <a:cubicBezTo>
                      <a:pt x="2122" y="3675"/>
                      <a:pt x="2092" y="3630"/>
                      <a:pt x="2062" y="3630"/>
                    </a:cubicBezTo>
                    <a:lnTo>
                      <a:pt x="1793" y="3630"/>
                    </a:lnTo>
                    <a:cubicBezTo>
                      <a:pt x="1768" y="3620"/>
                      <a:pt x="1752" y="3617"/>
                      <a:pt x="1739" y="3617"/>
                    </a:cubicBezTo>
                    <a:close/>
                    <a:moveTo>
                      <a:pt x="1719" y="4078"/>
                    </a:moveTo>
                    <a:cubicBezTo>
                      <a:pt x="1689" y="4078"/>
                      <a:pt x="1644" y="4108"/>
                      <a:pt x="1644" y="4123"/>
                    </a:cubicBezTo>
                    <a:cubicBezTo>
                      <a:pt x="1644" y="4182"/>
                      <a:pt x="1674" y="4197"/>
                      <a:pt x="1689" y="4197"/>
                    </a:cubicBezTo>
                    <a:lnTo>
                      <a:pt x="2017" y="4197"/>
                    </a:lnTo>
                    <a:cubicBezTo>
                      <a:pt x="2047" y="4197"/>
                      <a:pt x="2092" y="4182"/>
                      <a:pt x="2092" y="4153"/>
                    </a:cubicBezTo>
                    <a:cubicBezTo>
                      <a:pt x="2092" y="4123"/>
                      <a:pt x="2062" y="4078"/>
                      <a:pt x="2047" y="4078"/>
                    </a:cubicBezTo>
                    <a:close/>
                    <a:moveTo>
                      <a:pt x="1719" y="4526"/>
                    </a:moveTo>
                    <a:cubicBezTo>
                      <a:pt x="1689" y="4526"/>
                      <a:pt x="1644" y="4556"/>
                      <a:pt x="1644" y="4571"/>
                    </a:cubicBezTo>
                    <a:cubicBezTo>
                      <a:pt x="1644" y="4631"/>
                      <a:pt x="1674" y="4645"/>
                      <a:pt x="1689" y="4645"/>
                    </a:cubicBezTo>
                    <a:lnTo>
                      <a:pt x="2017" y="4645"/>
                    </a:lnTo>
                    <a:cubicBezTo>
                      <a:pt x="2047" y="4645"/>
                      <a:pt x="2092" y="4631"/>
                      <a:pt x="2092" y="4601"/>
                    </a:cubicBezTo>
                    <a:cubicBezTo>
                      <a:pt x="2092" y="4571"/>
                      <a:pt x="2062" y="4526"/>
                      <a:pt x="2047" y="4526"/>
                    </a:cubicBezTo>
                    <a:close/>
                    <a:moveTo>
                      <a:pt x="1719" y="4974"/>
                    </a:moveTo>
                    <a:cubicBezTo>
                      <a:pt x="1689" y="4974"/>
                      <a:pt x="1644" y="5004"/>
                      <a:pt x="1644" y="5019"/>
                    </a:cubicBezTo>
                    <a:cubicBezTo>
                      <a:pt x="1644" y="5079"/>
                      <a:pt x="1674" y="5094"/>
                      <a:pt x="1689" y="5094"/>
                    </a:cubicBezTo>
                    <a:lnTo>
                      <a:pt x="2017" y="5094"/>
                    </a:lnTo>
                    <a:cubicBezTo>
                      <a:pt x="2047" y="5094"/>
                      <a:pt x="2092" y="5079"/>
                      <a:pt x="2092" y="5049"/>
                    </a:cubicBezTo>
                    <a:cubicBezTo>
                      <a:pt x="2092" y="5019"/>
                      <a:pt x="2062" y="4974"/>
                      <a:pt x="2047" y="4974"/>
                    </a:cubicBezTo>
                    <a:close/>
                    <a:moveTo>
                      <a:pt x="1315" y="5422"/>
                    </a:moveTo>
                    <a:cubicBezTo>
                      <a:pt x="1300" y="5422"/>
                      <a:pt x="1271" y="5467"/>
                      <a:pt x="1271" y="5497"/>
                    </a:cubicBezTo>
                    <a:cubicBezTo>
                      <a:pt x="1271" y="5542"/>
                      <a:pt x="1300" y="5542"/>
                      <a:pt x="1345" y="5542"/>
                    </a:cubicBezTo>
                    <a:lnTo>
                      <a:pt x="2092" y="5542"/>
                    </a:lnTo>
                    <a:cubicBezTo>
                      <a:pt x="2122" y="5542"/>
                      <a:pt x="2167" y="5527"/>
                      <a:pt x="2167" y="5497"/>
                    </a:cubicBezTo>
                    <a:cubicBezTo>
                      <a:pt x="2167" y="5467"/>
                      <a:pt x="2137" y="5422"/>
                      <a:pt x="2122" y="5422"/>
                    </a:cubicBezTo>
                    <a:close/>
                    <a:moveTo>
                      <a:pt x="1748" y="5870"/>
                    </a:moveTo>
                    <a:cubicBezTo>
                      <a:pt x="1719" y="5870"/>
                      <a:pt x="1674" y="5900"/>
                      <a:pt x="1674" y="5915"/>
                    </a:cubicBezTo>
                    <a:cubicBezTo>
                      <a:pt x="1674" y="5975"/>
                      <a:pt x="1689" y="5990"/>
                      <a:pt x="1719" y="5990"/>
                    </a:cubicBezTo>
                    <a:lnTo>
                      <a:pt x="2047" y="5990"/>
                    </a:lnTo>
                    <a:cubicBezTo>
                      <a:pt x="2062" y="5990"/>
                      <a:pt x="2122" y="5975"/>
                      <a:pt x="2122" y="5945"/>
                    </a:cubicBezTo>
                    <a:cubicBezTo>
                      <a:pt x="2122" y="5915"/>
                      <a:pt x="2092" y="5870"/>
                      <a:pt x="2062" y="5870"/>
                    </a:cubicBezTo>
                    <a:close/>
                    <a:moveTo>
                      <a:pt x="1763" y="6318"/>
                    </a:moveTo>
                    <a:cubicBezTo>
                      <a:pt x="1748" y="6318"/>
                      <a:pt x="1689" y="6348"/>
                      <a:pt x="1689" y="6363"/>
                    </a:cubicBezTo>
                    <a:cubicBezTo>
                      <a:pt x="1677" y="6410"/>
                      <a:pt x="1684" y="6447"/>
                      <a:pt x="1715" y="6447"/>
                    </a:cubicBezTo>
                    <a:cubicBezTo>
                      <a:pt x="1724" y="6447"/>
                      <a:pt x="1735" y="6444"/>
                      <a:pt x="1748" y="6438"/>
                    </a:cubicBezTo>
                    <a:lnTo>
                      <a:pt x="2062" y="6438"/>
                    </a:lnTo>
                    <a:cubicBezTo>
                      <a:pt x="2092" y="6438"/>
                      <a:pt x="2137" y="6423"/>
                      <a:pt x="2137" y="6393"/>
                    </a:cubicBezTo>
                    <a:cubicBezTo>
                      <a:pt x="2137" y="6363"/>
                      <a:pt x="2122" y="6318"/>
                      <a:pt x="2092" y="6318"/>
                    </a:cubicBezTo>
                    <a:close/>
                    <a:moveTo>
                      <a:pt x="1748" y="6796"/>
                    </a:moveTo>
                    <a:cubicBezTo>
                      <a:pt x="1719" y="6796"/>
                      <a:pt x="1674" y="6811"/>
                      <a:pt x="1674" y="6841"/>
                    </a:cubicBezTo>
                    <a:cubicBezTo>
                      <a:pt x="1674" y="6871"/>
                      <a:pt x="1689" y="6886"/>
                      <a:pt x="1719" y="6916"/>
                    </a:cubicBezTo>
                    <a:lnTo>
                      <a:pt x="2062" y="6916"/>
                    </a:lnTo>
                    <a:cubicBezTo>
                      <a:pt x="2092" y="6916"/>
                      <a:pt x="2137" y="6886"/>
                      <a:pt x="2137" y="6871"/>
                    </a:cubicBezTo>
                    <a:cubicBezTo>
                      <a:pt x="2137" y="6841"/>
                      <a:pt x="2122" y="6796"/>
                      <a:pt x="2092" y="6796"/>
                    </a:cubicBezTo>
                    <a:close/>
                    <a:moveTo>
                      <a:pt x="1300" y="7214"/>
                    </a:moveTo>
                    <a:cubicBezTo>
                      <a:pt x="1271" y="7214"/>
                      <a:pt x="1241" y="7259"/>
                      <a:pt x="1241" y="7289"/>
                    </a:cubicBezTo>
                    <a:cubicBezTo>
                      <a:pt x="1241" y="7334"/>
                      <a:pt x="1271" y="7334"/>
                      <a:pt x="1315" y="7334"/>
                    </a:cubicBezTo>
                    <a:lnTo>
                      <a:pt x="2092" y="7334"/>
                    </a:lnTo>
                    <a:cubicBezTo>
                      <a:pt x="2122" y="7334"/>
                      <a:pt x="2167" y="7319"/>
                      <a:pt x="2167" y="7289"/>
                    </a:cubicBezTo>
                    <a:cubicBezTo>
                      <a:pt x="2167" y="7259"/>
                      <a:pt x="2137" y="7214"/>
                      <a:pt x="2122" y="7214"/>
                    </a:cubicBezTo>
                    <a:lnTo>
                      <a:pt x="1823" y="7214"/>
                    </a:lnTo>
                    <a:cubicBezTo>
                      <a:pt x="1793" y="7229"/>
                      <a:pt x="1778" y="7237"/>
                      <a:pt x="1769" y="7237"/>
                    </a:cubicBezTo>
                    <a:cubicBezTo>
                      <a:pt x="1760" y="7237"/>
                      <a:pt x="1756" y="7229"/>
                      <a:pt x="1748" y="7214"/>
                    </a:cubicBezTo>
                    <a:close/>
                    <a:moveTo>
                      <a:pt x="1748" y="7692"/>
                    </a:moveTo>
                    <a:cubicBezTo>
                      <a:pt x="1719" y="7692"/>
                      <a:pt x="1674" y="7707"/>
                      <a:pt x="1674" y="7737"/>
                    </a:cubicBezTo>
                    <a:cubicBezTo>
                      <a:pt x="1674" y="7782"/>
                      <a:pt x="1689" y="7812"/>
                      <a:pt x="1719" y="7812"/>
                    </a:cubicBezTo>
                    <a:lnTo>
                      <a:pt x="2062" y="7812"/>
                    </a:lnTo>
                    <a:cubicBezTo>
                      <a:pt x="2092" y="7812"/>
                      <a:pt x="2137" y="7782"/>
                      <a:pt x="2137" y="7767"/>
                    </a:cubicBezTo>
                    <a:cubicBezTo>
                      <a:pt x="2137" y="7737"/>
                      <a:pt x="2122" y="7692"/>
                      <a:pt x="2092" y="7692"/>
                    </a:cubicBezTo>
                    <a:close/>
                    <a:moveTo>
                      <a:pt x="1748" y="8140"/>
                    </a:moveTo>
                    <a:cubicBezTo>
                      <a:pt x="1719" y="8140"/>
                      <a:pt x="1674" y="8155"/>
                      <a:pt x="1674" y="8185"/>
                    </a:cubicBezTo>
                    <a:cubicBezTo>
                      <a:pt x="1674" y="8230"/>
                      <a:pt x="1689" y="8260"/>
                      <a:pt x="1719" y="8260"/>
                    </a:cubicBezTo>
                    <a:lnTo>
                      <a:pt x="2062" y="8260"/>
                    </a:lnTo>
                    <a:cubicBezTo>
                      <a:pt x="2092" y="8260"/>
                      <a:pt x="2137" y="8230"/>
                      <a:pt x="2137" y="8215"/>
                    </a:cubicBezTo>
                    <a:cubicBezTo>
                      <a:pt x="2137" y="8185"/>
                      <a:pt x="2122" y="8140"/>
                      <a:pt x="2092" y="8140"/>
                    </a:cubicBezTo>
                    <a:close/>
                    <a:moveTo>
                      <a:pt x="1748" y="8589"/>
                    </a:moveTo>
                    <a:cubicBezTo>
                      <a:pt x="1719" y="8589"/>
                      <a:pt x="1674" y="8603"/>
                      <a:pt x="1674" y="8633"/>
                    </a:cubicBezTo>
                    <a:cubicBezTo>
                      <a:pt x="1674" y="8678"/>
                      <a:pt x="1689" y="8708"/>
                      <a:pt x="1719" y="8708"/>
                    </a:cubicBezTo>
                    <a:lnTo>
                      <a:pt x="2062" y="8708"/>
                    </a:lnTo>
                    <a:cubicBezTo>
                      <a:pt x="2092" y="8708"/>
                      <a:pt x="2137" y="8678"/>
                      <a:pt x="2137" y="8663"/>
                    </a:cubicBezTo>
                    <a:cubicBezTo>
                      <a:pt x="2137" y="8633"/>
                      <a:pt x="2122" y="8589"/>
                      <a:pt x="2092" y="8589"/>
                    </a:cubicBezTo>
                    <a:close/>
                    <a:moveTo>
                      <a:pt x="1196" y="9007"/>
                    </a:moveTo>
                    <a:cubicBezTo>
                      <a:pt x="1166" y="9007"/>
                      <a:pt x="1121" y="9037"/>
                      <a:pt x="1121" y="9052"/>
                    </a:cubicBezTo>
                    <a:cubicBezTo>
                      <a:pt x="1121" y="9081"/>
                      <a:pt x="1151" y="9126"/>
                      <a:pt x="1166" y="9126"/>
                    </a:cubicBezTo>
                    <a:cubicBezTo>
                      <a:pt x="1345" y="9126"/>
                      <a:pt x="1524" y="9126"/>
                      <a:pt x="1689" y="9156"/>
                    </a:cubicBezTo>
                    <a:lnTo>
                      <a:pt x="2062" y="9156"/>
                    </a:lnTo>
                    <a:cubicBezTo>
                      <a:pt x="2092" y="9156"/>
                      <a:pt x="2137" y="9126"/>
                      <a:pt x="2137" y="9111"/>
                    </a:cubicBezTo>
                    <a:cubicBezTo>
                      <a:pt x="2137" y="9081"/>
                      <a:pt x="2122" y="9037"/>
                      <a:pt x="2092" y="9037"/>
                    </a:cubicBezTo>
                    <a:lnTo>
                      <a:pt x="1719" y="9037"/>
                    </a:lnTo>
                    <a:cubicBezTo>
                      <a:pt x="1539" y="9037"/>
                      <a:pt x="1375" y="9037"/>
                      <a:pt x="1196" y="9007"/>
                    </a:cubicBezTo>
                    <a:close/>
                    <a:moveTo>
                      <a:pt x="1748" y="9485"/>
                    </a:moveTo>
                    <a:cubicBezTo>
                      <a:pt x="1719" y="9485"/>
                      <a:pt x="1674" y="9500"/>
                      <a:pt x="1674" y="9529"/>
                    </a:cubicBezTo>
                    <a:cubicBezTo>
                      <a:pt x="1674" y="9574"/>
                      <a:pt x="1689" y="9604"/>
                      <a:pt x="1719" y="9604"/>
                    </a:cubicBezTo>
                    <a:cubicBezTo>
                      <a:pt x="1823" y="9604"/>
                      <a:pt x="1913" y="9604"/>
                      <a:pt x="1987" y="9634"/>
                    </a:cubicBezTo>
                    <a:lnTo>
                      <a:pt x="2047" y="9634"/>
                    </a:lnTo>
                    <a:cubicBezTo>
                      <a:pt x="2062" y="9634"/>
                      <a:pt x="2122" y="9604"/>
                      <a:pt x="2122" y="9574"/>
                    </a:cubicBezTo>
                    <a:cubicBezTo>
                      <a:pt x="2122" y="9559"/>
                      <a:pt x="2092" y="9500"/>
                      <a:pt x="2062" y="9500"/>
                    </a:cubicBezTo>
                    <a:cubicBezTo>
                      <a:pt x="1972" y="9500"/>
                      <a:pt x="1868" y="9500"/>
                      <a:pt x="1793" y="9485"/>
                    </a:cubicBezTo>
                    <a:close/>
                    <a:moveTo>
                      <a:pt x="1719" y="9933"/>
                    </a:moveTo>
                    <a:cubicBezTo>
                      <a:pt x="1689" y="9933"/>
                      <a:pt x="1644" y="9948"/>
                      <a:pt x="1644" y="9978"/>
                    </a:cubicBezTo>
                    <a:cubicBezTo>
                      <a:pt x="1644" y="10022"/>
                      <a:pt x="1674" y="10052"/>
                      <a:pt x="1689" y="10052"/>
                    </a:cubicBezTo>
                    <a:cubicBezTo>
                      <a:pt x="1793" y="10052"/>
                      <a:pt x="1898" y="10052"/>
                      <a:pt x="1972" y="10082"/>
                    </a:cubicBezTo>
                    <a:lnTo>
                      <a:pt x="2017" y="10082"/>
                    </a:lnTo>
                    <a:cubicBezTo>
                      <a:pt x="2047" y="10082"/>
                      <a:pt x="2092" y="10052"/>
                      <a:pt x="2092" y="10022"/>
                    </a:cubicBezTo>
                    <a:cubicBezTo>
                      <a:pt x="2092" y="10007"/>
                      <a:pt x="2062" y="9948"/>
                      <a:pt x="2047" y="9948"/>
                    </a:cubicBezTo>
                    <a:cubicBezTo>
                      <a:pt x="1943" y="9948"/>
                      <a:pt x="1838" y="9948"/>
                      <a:pt x="1763" y="9933"/>
                    </a:cubicBezTo>
                    <a:close/>
                    <a:moveTo>
                      <a:pt x="1719" y="10381"/>
                    </a:moveTo>
                    <a:cubicBezTo>
                      <a:pt x="1689" y="10381"/>
                      <a:pt x="1644" y="10396"/>
                      <a:pt x="1644" y="10426"/>
                    </a:cubicBezTo>
                    <a:cubicBezTo>
                      <a:pt x="1614" y="10470"/>
                      <a:pt x="1644" y="10500"/>
                      <a:pt x="1689" y="10500"/>
                    </a:cubicBezTo>
                    <a:cubicBezTo>
                      <a:pt x="1793" y="10500"/>
                      <a:pt x="1898" y="10500"/>
                      <a:pt x="1972" y="10530"/>
                    </a:cubicBezTo>
                    <a:lnTo>
                      <a:pt x="2017" y="10530"/>
                    </a:lnTo>
                    <a:cubicBezTo>
                      <a:pt x="2047" y="10530"/>
                      <a:pt x="2092" y="10500"/>
                      <a:pt x="2092" y="10470"/>
                    </a:cubicBezTo>
                    <a:cubicBezTo>
                      <a:pt x="2092" y="10455"/>
                      <a:pt x="2062" y="10396"/>
                      <a:pt x="2047" y="10396"/>
                    </a:cubicBezTo>
                    <a:cubicBezTo>
                      <a:pt x="1943" y="10396"/>
                      <a:pt x="1838" y="10396"/>
                      <a:pt x="1763" y="10381"/>
                    </a:cubicBezTo>
                    <a:close/>
                    <a:moveTo>
                      <a:pt x="68" y="1785"/>
                    </a:moveTo>
                    <a:cubicBezTo>
                      <a:pt x="36" y="1785"/>
                      <a:pt x="1" y="1811"/>
                      <a:pt x="1" y="1867"/>
                    </a:cubicBezTo>
                    <a:cubicBezTo>
                      <a:pt x="46" y="4227"/>
                      <a:pt x="76" y="6587"/>
                      <a:pt x="46" y="8962"/>
                    </a:cubicBezTo>
                    <a:cubicBezTo>
                      <a:pt x="46" y="9604"/>
                      <a:pt x="31" y="10276"/>
                      <a:pt x="31" y="10918"/>
                    </a:cubicBezTo>
                    <a:cubicBezTo>
                      <a:pt x="31" y="10950"/>
                      <a:pt x="64" y="10969"/>
                      <a:pt x="100" y="10969"/>
                    </a:cubicBezTo>
                    <a:cubicBezTo>
                      <a:pt x="132" y="10969"/>
                      <a:pt x="166" y="10954"/>
                      <a:pt x="180" y="10918"/>
                    </a:cubicBezTo>
                    <a:cubicBezTo>
                      <a:pt x="225" y="8559"/>
                      <a:pt x="225" y="6214"/>
                      <a:pt x="180" y="3854"/>
                    </a:cubicBezTo>
                    <a:cubicBezTo>
                      <a:pt x="180" y="3182"/>
                      <a:pt x="150" y="2510"/>
                      <a:pt x="120" y="1837"/>
                    </a:cubicBezTo>
                    <a:cubicBezTo>
                      <a:pt x="120" y="1803"/>
                      <a:pt x="95" y="1785"/>
                      <a:pt x="68" y="1785"/>
                    </a:cubicBezTo>
                    <a:close/>
                    <a:moveTo>
                      <a:pt x="1241" y="10829"/>
                    </a:moveTo>
                    <a:cubicBezTo>
                      <a:pt x="1226" y="10829"/>
                      <a:pt x="1166" y="10844"/>
                      <a:pt x="1166" y="10874"/>
                    </a:cubicBezTo>
                    <a:cubicBezTo>
                      <a:pt x="1166" y="10904"/>
                      <a:pt x="1196" y="10948"/>
                      <a:pt x="1226" y="10948"/>
                    </a:cubicBezTo>
                    <a:cubicBezTo>
                      <a:pt x="1390" y="10948"/>
                      <a:pt x="1599" y="10978"/>
                      <a:pt x="1793" y="10978"/>
                    </a:cubicBezTo>
                    <a:lnTo>
                      <a:pt x="2017" y="10978"/>
                    </a:lnTo>
                    <a:cubicBezTo>
                      <a:pt x="2047" y="10978"/>
                      <a:pt x="2092" y="10948"/>
                      <a:pt x="2092" y="10918"/>
                    </a:cubicBezTo>
                    <a:cubicBezTo>
                      <a:pt x="2092" y="10904"/>
                      <a:pt x="2062" y="10844"/>
                      <a:pt x="2047" y="10844"/>
                    </a:cubicBezTo>
                    <a:cubicBezTo>
                      <a:pt x="1943" y="10844"/>
                      <a:pt x="1838" y="10844"/>
                      <a:pt x="1763" y="10829"/>
                    </a:cubicBezTo>
                    <a:lnTo>
                      <a:pt x="1719" y="10829"/>
                    </a:lnTo>
                    <a:cubicBezTo>
                      <a:pt x="1644" y="10829"/>
                      <a:pt x="1644" y="10829"/>
                      <a:pt x="1644" y="10844"/>
                    </a:cubicBezTo>
                    <a:cubicBezTo>
                      <a:pt x="1524" y="10844"/>
                      <a:pt x="1375" y="10844"/>
                      <a:pt x="1241" y="10829"/>
                    </a:cubicBezTo>
                    <a:close/>
                    <a:moveTo>
                      <a:pt x="1674" y="11292"/>
                    </a:moveTo>
                    <a:cubicBezTo>
                      <a:pt x="1644" y="11292"/>
                      <a:pt x="1599" y="11322"/>
                      <a:pt x="1599" y="11352"/>
                    </a:cubicBezTo>
                    <a:cubicBezTo>
                      <a:pt x="1569" y="11367"/>
                      <a:pt x="1614" y="11426"/>
                      <a:pt x="1644" y="11426"/>
                    </a:cubicBezTo>
                    <a:cubicBezTo>
                      <a:pt x="1748" y="11426"/>
                      <a:pt x="1838" y="11426"/>
                      <a:pt x="1913" y="11441"/>
                    </a:cubicBezTo>
                    <a:lnTo>
                      <a:pt x="1972" y="11441"/>
                    </a:lnTo>
                    <a:cubicBezTo>
                      <a:pt x="1987" y="11441"/>
                      <a:pt x="2047" y="11426"/>
                      <a:pt x="2047" y="11396"/>
                    </a:cubicBezTo>
                    <a:cubicBezTo>
                      <a:pt x="2047" y="11367"/>
                      <a:pt x="2017" y="11322"/>
                      <a:pt x="1987" y="11322"/>
                    </a:cubicBezTo>
                    <a:cubicBezTo>
                      <a:pt x="1898" y="11322"/>
                      <a:pt x="1793" y="11322"/>
                      <a:pt x="1719" y="11292"/>
                    </a:cubicBezTo>
                    <a:close/>
                    <a:moveTo>
                      <a:pt x="1644" y="11740"/>
                    </a:moveTo>
                    <a:cubicBezTo>
                      <a:pt x="1614" y="11740"/>
                      <a:pt x="1569" y="11770"/>
                      <a:pt x="1569" y="11800"/>
                    </a:cubicBezTo>
                    <a:cubicBezTo>
                      <a:pt x="1539" y="11815"/>
                      <a:pt x="1569" y="11874"/>
                      <a:pt x="1614" y="11874"/>
                    </a:cubicBezTo>
                    <a:cubicBezTo>
                      <a:pt x="1719" y="11874"/>
                      <a:pt x="1823" y="11874"/>
                      <a:pt x="1898" y="11889"/>
                    </a:cubicBezTo>
                    <a:lnTo>
                      <a:pt x="1943" y="11889"/>
                    </a:lnTo>
                    <a:cubicBezTo>
                      <a:pt x="1972" y="11889"/>
                      <a:pt x="2017" y="11874"/>
                      <a:pt x="2017" y="11845"/>
                    </a:cubicBezTo>
                    <a:cubicBezTo>
                      <a:pt x="2017" y="11815"/>
                      <a:pt x="1987" y="11770"/>
                      <a:pt x="1972" y="11770"/>
                    </a:cubicBezTo>
                    <a:cubicBezTo>
                      <a:pt x="1868" y="11770"/>
                      <a:pt x="1763" y="11770"/>
                      <a:pt x="1689" y="11740"/>
                    </a:cubicBezTo>
                    <a:close/>
                    <a:moveTo>
                      <a:pt x="1614" y="12188"/>
                    </a:moveTo>
                    <a:cubicBezTo>
                      <a:pt x="1599" y="12188"/>
                      <a:pt x="1539" y="12218"/>
                      <a:pt x="1539" y="12248"/>
                    </a:cubicBezTo>
                    <a:cubicBezTo>
                      <a:pt x="1539" y="12263"/>
                      <a:pt x="1569" y="12322"/>
                      <a:pt x="1599" y="12322"/>
                    </a:cubicBezTo>
                    <a:cubicBezTo>
                      <a:pt x="1689" y="12322"/>
                      <a:pt x="1793" y="12322"/>
                      <a:pt x="1868" y="12337"/>
                    </a:cubicBezTo>
                    <a:lnTo>
                      <a:pt x="1913" y="12337"/>
                    </a:lnTo>
                    <a:cubicBezTo>
                      <a:pt x="1943" y="12337"/>
                      <a:pt x="1987" y="12322"/>
                      <a:pt x="1987" y="12293"/>
                    </a:cubicBezTo>
                    <a:cubicBezTo>
                      <a:pt x="1987" y="12263"/>
                      <a:pt x="1972" y="12218"/>
                      <a:pt x="1943" y="12218"/>
                    </a:cubicBezTo>
                    <a:cubicBezTo>
                      <a:pt x="1838" y="12218"/>
                      <a:pt x="1748" y="12218"/>
                      <a:pt x="1674" y="12188"/>
                    </a:cubicBezTo>
                    <a:close/>
                    <a:moveTo>
                      <a:pt x="1599" y="12636"/>
                    </a:moveTo>
                    <a:cubicBezTo>
                      <a:pt x="1569" y="12636"/>
                      <a:pt x="1524" y="12666"/>
                      <a:pt x="1524" y="12696"/>
                    </a:cubicBezTo>
                    <a:cubicBezTo>
                      <a:pt x="1524" y="12741"/>
                      <a:pt x="1539" y="12771"/>
                      <a:pt x="1569" y="12771"/>
                    </a:cubicBezTo>
                    <a:cubicBezTo>
                      <a:pt x="1674" y="12771"/>
                      <a:pt x="1763" y="12771"/>
                      <a:pt x="1838" y="12785"/>
                    </a:cubicBezTo>
                    <a:lnTo>
                      <a:pt x="1898" y="12785"/>
                    </a:lnTo>
                    <a:cubicBezTo>
                      <a:pt x="1913" y="12785"/>
                      <a:pt x="1972" y="12771"/>
                      <a:pt x="1972" y="12741"/>
                    </a:cubicBezTo>
                    <a:cubicBezTo>
                      <a:pt x="1972" y="12711"/>
                      <a:pt x="1943" y="12666"/>
                      <a:pt x="1913" y="12666"/>
                    </a:cubicBezTo>
                    <a:cubicBezTo>
                      <a:pt x="1823" y="12666"/>
                      <a:pt x="1719" y="12666"/>
                      <a:pt x="1644" y="126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5" name="Google Shape;375;p39"/>
            <p:cNvSpPr/>
            <p:nvPr/>
          </p:nvSpPr>
          <p:spPr>
            <a:xfrm>
              <a:off x="1598650" y="77480"/>
              <a:ext cx="382402" cy="493816"/>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76" name="Shape 376"/>
        <p:cNvGrpSpPr/>
        <p:nvPr/>
      </p:nvGrpSpPr>
      <p:grpSpPr>
        <a:xfrm>
          <a:off x="0" y="0"/>
          <a:ext cx="0" cy="0"/>
          <a:chOff x="0" y="0"/>
          <a:chExt cx="0" cy="0"/>
        </a:xfrm>
      </p:grpSpPr>
      <p:grpSp>
        <p:nvGrpSpPr>
          <p:cNvPr id="377" name="Google Shape;377;p40"/>
          <p:cNvGrpSpPr/>
          <p:nvPr/>
        </p:nvGrpSpPr>
        <p:grpSpPr>
          <a:xfrm>
            <a:off x="-65" y="-15"/>
            <a:ext cx="9144128" cy="5143530"/>
            <a:chOff x="-2163850" y="-134475"/>
            <a:chExt cx="3075000" cy="5336719"/>
          </a:xfrm>
        </p:grpSpPr>
        <p:cxnSp>
          <p:nvCxnSpPr>
            <p:cNvPr id="378" name="Google Shape;378;p40"/>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79" name="Google Shape;379;p40"/>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0" name="Google Shape;380;p40"/>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1" name="Google Shape;381;p40"/>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2" name="Google Shape;382;p40"/>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3" name="Google Shape;383;p40"/>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4" name="Google Shape;384;p40"/>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5" name="Google Shape;385;p40"/>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6" name="Google Shape;386;p40"/>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7" name="Google Shape;387;p40"/>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8" name="Google Shape;388;p40"/>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89" name="Google Shape;389;p40"/>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90" name="Google Shape;390;p40"/>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91" name="Google Shape;391;p40"/>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92" name="Google Shape;392;p40"/>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393" name="Google Shape;393;p40"/>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394" name="Google Shape;394;p40"/>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95" name="Google Shape;395;p40"/>
          <p:cNvSpPr txBox="1"/>
          <p:nvPr>
            <p:ph idx="1" type="subTitle"/>
          </p:nvPr>
        </p:nvSpPr>
        <p:spPr>
          <a:xfrm>
            <a:off x="818417" y="3372025"/>
            <a:ext cx="2246700" cy="895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6" name="Google Shape;396;p40"/>
          <p:cNvSpPr txBox="1"/>
          <p:nvPr>
            <p:ph idx="2" type="subTitle"/>
          </p:nvPr>
        </p:nvSpPr>
        <p:spPr>
          <a:xfrm>
            <a:off x="3448650" y="3372022"/>
            <a:ext cx="2246700" cy="895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7" name="Google Shape;397;p40"/>
          <p:cNvSpPr txBox="1"/>
          <p:nvPr>
            <p:ph idx="3" type="subTitle"/>
          </p:nvPr>
        </p:nvSpPr>
        <p:spPr>
          <a:xfrm>
            <a:off x="6078879" y="3372022"/>
            <a:ext cx="2246700" cy="895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8" name="Google Shape;398;p40"/>
          <p:cNvSpPr txBox="1"/>
          <p:nvPr>
            <p:ph idx="4" type="subTitle"/>
          </p:nvPr>
        </p:nvSpPr>
        <p:spPr>
          <a:xfrm>
            <a:off x="818417" y="2817922"/>
            <a:ext cx="22467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399" name="Google Shape;399;p40"/>
          <p:cNvSpPr txBox="1"/>
          <p:nvPr>
            <p:ph idx="5" type="subTitle"/>
          </p:nvPr>
        </p:nvSpPr>
        <p:spPr>
          <a:xfrm>
            <a:off x="3448648" y="2817922"/>
            <a:ext cx="22467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400" name="Google Shape;400;p40"/>
          <p:cNvSpPr txBox="1"/>
          <p:nvPr>
            <p:ph idx="6" type="subTitle"/>
          </p:nvPr>
        </p:nvSpPr>
        <p:spPr>
          <a:xfrm>
            <a:off x="6078883" y="2817922"/>
            <a:ext cx="22467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grpSp>
        <p:nvGrpSpPr>
          <p:cNvPr id="401" name="Google Shape;401;p40"/>
          <p:cNvGrpSpPr/>
          <p:nvPr/>
        </p:nvGrpSpPr>
        <p:grpSpPr>
          <a:xfrm>
            <a:off x="-837120" y="-1055337"/>
            <a:ext cx="10955359" cy="7664031"/>
            <a:chOff x="-837120" y="-1055337"/>
            <a:chExt cx="10955359" cy="7664031"/>
          </a:xfrm>
        </p:grpSpPr>
        <p:grpSp>
          <p:nvGrpSpPr>
            <p:cNvPr id="402" name="Google Shape;402;p40"/>
            <p:cNvGrpSpPr/>
            <p:nvPr/>
          </p:nvGrpSpPr>
          <p:grpSpPr>
            <a:xfrm rot="9833296">
              <a:off x="8788784" y="1573388"/>
              <a:ext cx="1089812" cy="1881335"/>
              <a:chOff x="1763900" y="-464625"/>
              <a:chExt cx="185600" cy="320400"/>
            </a:xfrm>
          </p:grpSpPr>
          <p:sp>
            <p:nvSpPr>
              <p:cNvPr id="403" name="Google Shape;403;p40"/>
              <p:cNvSpPr/>
              <p:nvPr/>
            </p:nvSpPr>
            <p:spPr>
              <a:xfrm>
                <a:off x="1763900" y="-464625"/>
                <a:ext cx="184475" cy="320100"/>
              </a:xfrm>
              <a:custGeom>
                <a:rect b="b" l="l" r="r" t="t"/>
                <a:pathLst>
                  <a:path extrusionOk="0" h="12804" w="7379">
                    <a:moveTo>
                      <a:pt x="5333" y="2584"/>
                    </a:moveTo>
                    <a:cubicBezTo>
                      <a:pt x="5407" y="5049"/>
                      <a:pt x="5407" y="7513"/>
                      <a:pt x="5363" y="9933"/>
                    </a:cubicBezTo>
                    <a:lnTo>
                      <a:pt x="5363" y="10336"/>
                    </a:lnTo>
                    <a:cubicBezTo>
                      <a:pt x="3914" y="9978"/>
                      <a:pt x="2898" y="8768"/>
                      <a:pt x="2525" y="7588"/>
                    </a:cubicBezTo>
                    <a:cubicBezTo>
                      <a:pt x="2390" y="7244"/>
                      <a:pt x="2345" y="6871"/>
                      <a:pt x="2345" y="6468"/>
                    </a:cubicBezTo>
                    <a:cubicBezTo>
                      <a:pt x="2375" y="5109"/>
                      <a:pt x="3242" y="3630"/>
                      <a:pt x="4586" y="2868"/>
                    </a:cubicBezTo>
                    <a:cubicBezTo>
                      <a:pt x="4810" y="2749"/>
                      <a:pt x="5079" y="2614"/>
                      <a:pt x="5333" y="2584"/>
                    </a:cubicBezTo>
                    <a:close/>
                    <a:moveTo>
                      <a:pt x="7244" y="1"/>
                    </a:moveTo>
                    <a:lnTo>
                      <a:pt x="7244" y="1"/>
                    </a:lnTo>
                    <a:cubicBezTo>
                      <a:pt x="5960" y="105"/>
                      <a:pt x="4705" y="508"/>
                      <a:pt x="3645" y="1195"/>
                    </a:cubicBezTo>
                    <a:cubicBezTo>
                      <a:pt x="1330" y="2659"/>
                      <a:pt x="1" y="5527"/>
                      <a:pt x="822" y="8215"/>
                    </a:cubicBezTo>
                    <a:cubicBezTo>
                      <a:pt x="1582" y="10774"/>
                      <a:pt x="4361" y="12803"/>
                      <a:pt x="7056" y="12803"/>
                    </a:cubicBezTo>
                    <a:cubicBezTo>
                      <a:pt x="7114" y="12803"/>
                      <a:pt x="7172" y="12802"/>
                      <a:pt x="7229" y="12801"/>
                    </a:cubicBezTo>
                    <a:cubicBezTo>
                      <a:pt x="7379" y="8544"/>
                      <a:pt x="7379" y="4257"/>
                      <a:pt x="72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0"/>
              <p:cNvSpPr/>
              <p:nvPr/>
            </p:nvSpPr>
            <p:spPr>
              <a:xfrm>
                <a:off x="1895325" y="-463875"/>
                <a:ext cx="54175" cy="319650"/>
              </a:xfrm>
              <a:custGeom>
                <a:rect b="b" l="l" r="r" t="t"/>
                <a:pathLst>
                  <a:path extrusionOk="0" h="12786" w="2167">
                    <a:moveTo>
                      <a:pt x="1674" y="0"/>
                    </a:moveTo>
                    <a:cubicBezTo>
                      <a:pt x="1644" y="0"/>
                      <a:pt x="1599" y="30"/>
                      <a:pt x="1599" y="45"/>
                    </a:cubicBezTo>
                    <a:cubicBezTo>
                      <a:pt x="1569" y="105"/>
                      <a:pt x="1599" y="120"/>
                      <a:pt x="1644" y="120"/>
                    </a:cubicBezTo>
                    <a:lnTo>
                      <a:pt x="1972" y="120"/>
                    </a:lnTo>
                    <a:cubicBezTo>
                      <a:pt x="1987" y="120"/>
                      <a:pt x="2047" y="105"/>
                      <a:pt x="2047" y="75"/>
                    </a:cubicBezTo>
                    <a:cubicBezTo>
                      <a:pt x="2047" y="45"/>
                      <a:pt x="2017" y="0"/>
                      <a:pt x="1987" y="0"/>
                    </a:cubicBezTo>
                    <a:close/>
                    <a:moveTo>
                      <a:pt x="1674" y="478"/>
                    </a:moveTo>
                    <a:cubicBezTo>
                      <a:pt x="1644" y="478"/>
                      <a:pt x="1599" y="493"/>
                      <a:pt x="1599" y="523"/>
                    </a:cubicBezTo>
                    <a:cubicBezTo>
                      <a:pt x="1569" y="568"/>
                      <a:pt x="1599" y="598"/>
                      <a:pt x="1644" y="598"/>
                    </a:cubicBezTo>
                    <a:lnTo>
                      <a:pt x="1972" y="598"/>
                    </a:lnTo>
                    <a:cubicBezTo>
                      <a:pt x="1987" y="598"/>
                      <a:pt x="2047" y="568"/>
                      <a:pt x="2047" y="553"/>
                    </a:cubicBezTo>
                    <a:cubicBezTo>
                      <a:pt x="2047" y="523"/>
                      <a:pt x="2017" y="478"/>
                      <a:pt x="1987" y="478"/>
                    </a:cubicBezTo>
                    <a:close/>
                    <a:moveTo>
                      <a:pt x="1674" y="926"/>
                    </a:moveTo>
                    <a:cubicBezTo>
                      <a:pt x="1644" y="926"/>
                      <a:pt x="1599" y="941"/>
                      <a:pt x="1599" y="971"/>
                    </a:cubicBezTo>
                    <a:cubicBezTo>
                      <a:pt x="1599" y="1016"/>
                      <a:pt x="1614" y="1046"/>
                      <a:pt x="1644" y="1046"/>
                    </a:cubicBezTo>
                    <a:lnTo>
                      <a:pt x="1972" y="1046"/>
                    </a:lnTo>
                    <a:cubicBezTo>
                      <a:pt x="1987" y="1046"/>
                      <a:pt x="2047" y="1016"/>
                      <a:pt x="2047" y="1001"/>
                    </a:cubicBezTo>
                    <a:cubicBezTo>
                      <a:pt x="2047" y="971"/>
                      <a:pt x="2017" y="926"/>
                      <a:pt x="1987" y="926"/>
                    </a:cubicBezTo>
                    <a:close/>
                    <a:moveTo>
                      <a:pt x="1674" y="1374"/>
                    </a:moveTo>
                    <a:cubicBezTo>
                      <a:pt x="1644" y="1374"/>
                      <a:pt x="1599" y="1389"/>
                      <a:pt x="1599" y="1419"/>
                    </a:cubicBezTo>
                    <a:cubicBezTo>
                      <a:pt x="1599" y="1464"/>
                      <a:pt x="1614" y="1494"/>
                      <a:pt x="1644" y="1494"/>
                    </a:cubicBezTo>
                    <a:lnTo>
                      <a:pt x="1972" y="1494"/>
                    </a:lnTo>
                    <a:cubicBezTo>
                      <a:pt x="1987" y="1494"/>
                      <a:pt x="2047" y="1464"/>
                      <a:pt x="2047" y="1449"/>
                    </a:cubicBezTo>
                    <a:cubicBezTo>
                      <a:pt x="2047" y="1419"/>
                      <a:pt x="2017" y="1374"/>
                      <a:pt x="1987" y="1374"/>
                    </a:cubicBezTo>
                    <a:close/>
                    <a:moveTo>
                      <a:pt x="1226" y="1823"/>
                    </a:moveTo>
                    <a:cubicBezTo>
                      <a:pt x="1196" y="1823"/>
                      <a:pt x="1166" y="1867"/>
                      <a:pt x="1166" y="1897"/>
                    </a:cubicBezTo>
                    <a:cubicBezTo>
                      <a:pt x="1166" y="1942"/>
                      <a:pt x="1196" y="1942"/>
                      <a:pt x="1241" y="1942"/>
                    </a:cubicBezTo>
                    <a:lnTo>
                      <a:pt x="1614" y="1942"/>
                    </a:lnTo>
                    <a:lnTo>
                      <a:pt x="1644" y="1972"/>
                    </a:lnTo>
                    <a:lnTo>
                      <a:pt x="1972" y="1972"/>
                    </a:lnTo>
                    <a:cubicBezTo>
                      <a:pt x="1987" y="1972"/>
                      <a:pt x="2047" y="1942"/>
                      <a:pt x="2047" y="1912"/>
                    </a:cubicBezTo>
                    <a:cubicBezTo>
                      <a:pt x="2047" y="1897"/>
                      <a:pt x="2017" y="1837"/>
                      <a:pt x="1987" y="1837"/>
                    </a:cubicBezTo>
                    <a:lnTo>
                      <a:pt x="1719" y="1837"/>
                    </a:lnTo>
                    <a:cubicBezTo>
                      <a:pt x="1689" y="1823"/>
                      <a:pt x="1689" y="1823"/>
                      <a:pt x="1674" y="1823"/>
                    </a:cubicBezTo>
                    <a:close/>
                    <a:moveTo>
                      <a:pt x="1689" y="2256"/>
                    </a:moveTo>
                    <a:cubicBezTo>
                      <a:pt x="1674" y="2256"/>
                      <a:pt x="1614" y="2286"/>
                      <a:pt x="1614" y="2315"/>
                    </a:cubicBezTo>
                    <a:cubicBezTo>
                      <a:pt x="1599" y="2360"/>
                      <a:pt x="1644" y="2390"/>
                      <a:pt x="1674" y="2390"/>
                    </a:cubicBezTo>
                    <a:lnTo>
                      <a:pt x="1987" y="2390"/>
                    </a:lnTo>
                    <a:cubicBezTo>
                      <a:pt x="2017" y="2390"/>
                      <a:pt x="2062" y="2360"/>
                      <a:pt x="2062" y="2330"/>
                    </a:cubicBezTo>
                    <a:cubicBezTo>
                      <a:pt x="2062" y="2315"/>
                      <a:pt x="2047" y="2256"/>
                      <a:pt x="2017" y="2256"/>
                    </a:cubicBezTo>
                    <a:close/>
                    <a:moveTo>
                      <a:pt x="1689" y="2704"/>
                    </a:moveTo>
                    <a:cubicBezTo>
                      <a:pt x="1674" y="2704"/>
                      <a:pt x="1614" y="2734"/>
                      <a:pt x="1614" y="2764"/>
                    </a:cubicBezTo>
                    <a:cubicBezTo>
                      <a:pt x="1614" y="2808"/>
                      <a:pt x="1644" y="2838"/>
                      <a:pt x="1674" y="2838"/>
                    </a:cubicBezTo>
                    <a:lnTo>
                      <a:pt x="1987" y="2838"/>
                    </a:lnTo>
                    <a:cubicBezTo>
                      <a:pt x="2017" y="2838"/>
                      <a:pt x="2062" y="2808"/>
                      <a:pt x="2062" y="2778"/>
                    </a:cubicBezTo>
                    <a:cubicBezTo>
                      <a:pt x="2062" y="2764"/>
                      <a:pt x="2047" y="2704"/>
                      <a:pt x="2017" y="2704"/>
                    </a:cubicBezTo>
                    <a:close/>
                    <a:moveTo>
                      <a:pt x="1719" y="3152"/>
                    </a:moveTo>
                    <a:cubicBezTo>
                      <a:pt x="1689" y="3152"/>
                      <a:pt x="1644" y="3182"/>
                      <a:pt x="1644" y="3212"/>
                    </a:cubicBezTo>
                    <a:cubicBezTo>
                      <a:pt x="1618" y="3250"/>
                      <a:pt x="1637" y="3289"/>
                      <a:pt x="1672" y="3289"/>
                    </a:cubicBezTo>
                    <a:cubicBezTo>
                      <a:pt x="1677" y="3289"/>
                      <a:pt x="1683" y="3288"/>
                      <a:pt x="1689" y="3286"/>
                    </a:cubicBezTo>
                    <a:lnTo>
                      <a:pt x="2017" y="3286"/>
                    </a:lnTo>
                    <a:cubicBezTo>
                      <a:pt x="2047" y="3286"/>
                      <a:pt x="2092" y="3256"/>
                      <a:pt x="2092" y="3227"/>
                    </a:cubicBezTo>
                    <a:cubicBezTo>
                      <a:pt x="2092" y="3212"/>
                      <a:pt x="2062" y="3152"/>
                      <a:pt x="2047" y="3152"/>
                    </a:cubicBezTo>
                    <a:close/>
                    <a:moveTo>
                      <a:pt x="1739" y="3617"/>
                    </a:moveTo>
                    <a:cubicBezTo>
                      <a:pt x="1714" y="3617"/>
                      <a:pt x="1704" y="3630"/>
                      <a:pt x="1674" y="3630"/>
                    </a:cubicBezTo>
                    <a:lnTo>
                      <a:pt x="1300" y="3630"/>
                    </a:lnTo>
                    <a:cubicBezTo>
                      <a:pt x="1271" y="3630"/>
                      <a:pt x="1241" y="3675"/>
                      <a:pt x="1241" y="3704"/>
                    </a:cubicBezTo>
                    <a:cubicBezTo>
                      <a:pt x="1241" y="3749"/>
                      <a:pt x="1271" y="3749"/>
                      <a:pt x="1315" y="3749"/>
                    </a:cubicBezTo>
                    <a:lnTo>
                      <a:pt x="2047" y="3749"/>
                    </a:lnTo>
                    <a:cubicBezTo>
                      <a:pt x="2062" y="3749"/>
                      <a:pt x="2122" y="3734"/>
                      <a:pt x="2122" y="3704"/>
                    </a:cubicBezTo>
                    <a:cubicBezTo>
                      <a:pt x="2122" y="3675"/>
                      <a:pt x="2092" y="3630"/>
                      <a:pt x="2062" y="3630"/>
                    </a:cubicBezTo>
                    <a:lnTo>
                      <a:pt x="1793" y="3630"/>
                    </a:lnTo>
                    <a:cubicBezTo>
                      <a:pt x="1768" y="3620"/>
                      <a:pt x="1752" y="3617"/>
                      <a:pt x="1739" y="3617"/>
                    </a:cubicBezTo>
                    <a:close/>
                    <a:moveTo>
                      <a:pt x="1719" y="4078"/>
                    </a:moveTo>
                    <a:cubicBezTo>
                      <a:pt x="1689" y="4078"/>
                      <a:pt x="1644" y="4108"/>
                      <a:pt x="1644" y="4123"/>
                    </a:cubicBezTo>
                    <a:cubicBezTo>
                      <a:pt x="1644" y="4182"/>
                      <a:pt x="1674" y="4197"/>
                      <a:pt x="1689" y="4197"/>
                    </a:cubicBezTo>
                    <a:lnTo>
                      <a:pt x="2017" y="4197"/>
                    </a:lnTo>
                    <a:cubicBezTo>
                      <a:pt x="2047" y="4197"/>
                      <a:pt x="2092" y="4182"/>
                      <a:pt x="2092" y="4153"/>
                    </a:cubicBezTo>
                    <a:cubicBezTo>
                      <a:pt x="2092" y="4123"/>
                      <a:pt x="2062" y="4078"/>
                      <a:pt x="2047" y="4078"/>
                    </a:cubicBezTo>
                    <a:close/>
                    <a:moveTo>
                      <a:pt x="1719" y="4526"/>
                    </a:moveTo>
                    <a:cubicBezTo>
                      <a:pt x="1689" y="4526"/>
                      <a:pt x="1644" y="4556"/>
                      <a:pt x="1644" y="4571"/>
                    </a:cubicBezTo>
                    <a:cubicBezTo>
                      <a:pt x="1644" y="4631"/>
                      <a:pt x="1674" y="4645"/>
                      <a:pt x="1689" y="4645"/>
                    </a:cubicBezTo>
                    <a:lnTo>
                      <a:pt x="2017" y="4645"/>
                    </a:lnTo>
                    <a:cubicBezTo>
                      <a:pt x="2047" y="4645"/>
                      <a:pt x="2092" y="4631"/>
                      <a:pt x="2092" y="4601"/>
                    </a:cubicBezTo>
                    <a:cubicBezTo>
                      <a:pt x="2092" y="4571"/>
                      <a:pt x="2062" y="4526"/>
                      <a:pt x="2047" y="4526"/>
                    </a:cubicBezTo>
                    <a:close/>
                    <a:moveTo>
                      <a:pt x="1719" y="4974"/>
                    </a:moveTo>
                    <a:cubicBezTo>
                      <a:pt x="1689" y="4974"/>
                      <a:pt x="1644" y="5004"/>
                      <a:pt x="1644" y="5019"/>
                    </a:cubicBezTo>
                    <a:cubicBezTo>
                      <a:pt x="1644" y="5079"/>
                      <a:pt x="1674" y="5094"/>
                      <a:pt x="1689" y="5094"/>
                    </a:cubicBezTo>
                    <a:lnTo>
                      <a:pt x="2017" y="5094"/>
                    </a:lnTo>
                    <a:cubicBezTo>
                      <a:pt x="2047" y="5094"/>
                      <a:pt x="2092" y="5079"/>
                      <a:pt x="2092" y="5049"/>
                    </a:cubicBezTo>
                    <a:cubicBezTo>
                      <a:pt x="2092" y="5019"/>
                      <a:pt x="2062" y="4974"/>
                      <a:pt x="2047" y="4974"/>
                    </a:cubicBezTo>
                    <a:close/>
                    <a:moveTo>
                      <a:pt x="1315" y="5422"/>
                    </a:moveTo>
                    <a:cubicBezTo>
                      <a:pt x="1300" y="5422"/>
                      <a:pt x="1271" y="5467"/>
                      <a:pt x="1271" y="5497"/>
                    </a:cubicBezTo>
                    <a:cubicBezTo>
                      <a:pt x="1271" y="5542"/>
                      <a:pt x="1300" y="5542"/>
                      <a:pt x="1345" y="5542"/>
                    </a:cubicBezTo>
                    <a:lnTo>
                      <a:pt x="2092" y="5542"/>
                    </a:lnTo>
                    <a:cubicBezTo>
                      <a:pt x="2122" y="5542"/>
                      <a:pt x="2167" y="5527"/>
                      <a:pt x="2167" y="5497"/>
                    </a:cubicBezTo>
                    <a:cubicBezTo>
                      <a:pt x="2167" y="5467"/>
                      <a:pt x="2137" y="5422"/>
                      <a:pt x="2122" y="5422"/>
                    </a:cubicBezTo>
                    <a:close/>
                    <a:moveTo>
                      <a:pt x="1748" y="5870"/>
                    </a:moveTo>
                    <a:cubicBezTo>
                      <a:pt x="1719" y="5870"/>
                      <a:pt x="1674" y="5900"/>
                      <a:pt x="1674" y="5915"/>
                    </a:cubicBezTo>
                    <a:cubicBezTo>
                      <a:pt x="1674" y="5975"/>
                      <a:pt x="1689" y="5990"/>
                      <a:pt x="1719" y="5990"/>
                    </a:cubicBezTo>
                    <a:lnTo>
                      <a:pt x="2047" y="5990"/>
                    </a:lnTo>
                    <a:cubicBezTo>
                      <a:pt x="2062" y="5990"/>
                      <a:pt x="2122" y="5975"/>
                      <a:pt x="2122" y="5945"/>
                    </a:cubicBezTo>
                    <a:cubicBezTo>
                      <a:pt x="2122" y="5915"/>
                      <a:pt x="2092" y="5870"/>
                      <a:pt x="2062" y="5870"/>
                    </a:cubicBezTo>
                    <a:close/>
                    <a:moveTo>
                      <a:pt x="1763" y="6318"/>
                    </a:moveTo>
                    <a:cubicBezTo>
                      <a:pt x="1748" y="6318"/>
                      <a:pt x="1689" y="6348"/>
                      <a:pt x="1689" y="6363"/>
                    </a:cubicBezTo>
                    <a:cubicBezTo>
                      <a:pt x="1677" y="6410"/>
                      <a:pt x="1684" y="6447"/>
                      <a:pt x="1715" y="6447"/>
                    </a:cubicBezTo>
                    <a:cubicBezTo>
                      <a:pt x="1724" y="6447"/>
                      <a:pt x="1735" y="6444"/>
                      <a:pt x="1748" y="6438"/>
                    </a:cubicBezTo>
                    <a:lnTo>
                      <a:pt x="2062" y="6438"/>
                    </a:lnTo>
                    <a:cubicBezTo>
                      <a:pt x="2092" y="6438"/>
                      <a:pt x="2137" y="6423"/>
                      <a:pt x="2137" y="6393"/>
                    </a:cubicBezTo>
                    <a:cubicBezTo>
                      <a:pt x="2137" y="6363"/>
                      <a:pt x="2122" y="6318"/>
                      <a:pt x="2092" y="6318"/>
                    </a:cubicBezTo>
                    <a:close/>
                    <a:moveTo>
                      <a:pt x="1748" y="6796"/>
                    </a:moveTo>
                    <a:cubicBezTo>
                      <a:pt x="1719" y="6796"/>
                      <a:pt x="1674" y="6811"/>
                      <a:pt x="1674" y="6841"/>
                    </a:cubicBezTo>
                    <a:cubicBezTo>
                      <a:pt x="1674" y="6871"/>
                      <a:pt x="1689" y="6886"/>
                      <a:pt x="1719" y="6916"/>
                    </a:cubicBezTo>
                    <a:lnTo>
                      <a:pt x="2062" y="6916"/>
                    </a:lnTo>
                    <a:cubicBezTo>
                      <a:pt x="2092" y="6916"/>
                      <a:pt x="2137" y="6886"/>
                      <a:pt x="2137" y="6871"/>
                    </a:cubicBezTo>
                    <a:cubicBezTo>
                      <a:pt x="2137" y="6841"/>
                      <a:pt x="2122" y="6796"/>
                      <a:pt x="2092" y="6796"/>
                    </a:cubicBezTo>
                    <a:close/>
                    <a:moveTo>
                      <a:pt x="1300" y="7214"/>
                    </a:moveTo>
                    <a:cubicBezTo>
                      <a:pt x="1271" y="7214"/>
                      <a:pt x="1241" y="7259"/>
                      <a:pt x="1241" y="7289"/>
                    </a:cubicBezTo>
                    <a:cubicBezTo>
                      <a:pt x="1241" y="7334"/>
                      <a:pt x="1271" y="7334"/>
                      <a:pt x="1315" y="7334"/>
                    </a:cubicBezTo>
                    <a:lnTo>
                      <a:pt x="2092" y="7334"/>
                    </a:lnTo>
                    <a:cubicBezTo>
                      <a:pt x="2122" y="7334"/>
                      <a:pt x="2167" y="7319"/>
                      <a:pt x="2167" y="7289"/>
                    </a:cubicBezTo>
                    <a:cubicBezTo>
                      <a:pt x="2167" y="7259"/>
                      <a:pt x="2137" y="7214"/>
                      <a:pt x="2122" y="7214"/>
                    </a:cubicBezTo>
                    <a:lnTo>
                      <a:pt x="1823" y="7214"/>
                    </a:lnTo>
                    <a:cubicBezTo>
                      <a:pt x="1793" y="7229"/>
                      <a:pt x="1778" y="7237"/>
                      <a:pt x="1769" y="7237"/>
                    </a:cubicBezTo>
                    <a:cubicBezTo>
                      <a:pt x="1760" y="7237"/>
                      <a:pt x="1756" y="7229"/>
                      <a:pt x="1748" y="7214"/>
                    </a:cubicBezTo>
                    <a:close/>
                    <a:moveTo>
                      <a:pt x="1748" y="7692"/>
                    </a:moveTo>
                    <a:cubicBezTo>
                      <a:pt x="1719" y="7692"/>
                      <a:pt x="1674" y="7707"/>
                      <a:pt x="1674" y="7737"/>
                    </a:cubicBezTo>
                    <a:cubicBezTo>
                      <a:pt x="1674" y="7782"/>
                      <a:pt x="1689" y="7812"/>
                      <a:pt x="1719" y="7812"/>
                    </a:cubicBezTo>
                    <a:lnTo>
                      <a:pt x="2062" y="7812"/>
                    </a:lnTo>
                    <a:cubicBezTo>
                      <a:pt x="2092" y="7812"/>
                      <a:pt x="2137" y="7782"/>
                      <a:pt x="2137" y="7767"/>
                    </a:cubicBezTo>
                    <a:cubicBezTo>
                      <a:pt x="2137" y="7737"/>
                      <a:pt x="2122" y="7692"/>
                      <a:pt x="2092" y="7692"/>
                    </a:cubicBezTo>
                    <a:close/>
                    <a:moveTo>
                      <a:pt x="1748" y="8140"/>
                    </a:moveTo>
                    <a:cubicBezTo>
                      <a:pt x="1719" y="8140"/>
                      <a:pt x="1674" y="8155"/>
                      <a:pt x="1674" y="8185"/>
                    </a:cubicBezTo>
                    <a:cubicBezTo>
                      <a:pt x="1674" y="8230"/>
                      <a:pt x="1689" y="8260"/>
                      <a:pt x="1719" y="8260"/>
                    </a:cubicBezTo>
                    <a:lnTo>
                      <a:pt x="2062" y="8260"/>
                    </a:lnTo>
                    <a:cubicBezTo>
                      <a:pt x="2092" y="8260"/>
                      <a:pt x="2137" y="8230"/>
                      <a:pt x="2137" y="8215"/>
                    </a:cubicBezTo>
                    <a:cubicBezTo>
                      <a:pt x="2137" y="8185"/>
                      <a:pt x="2122" y="8140"/>
                      <a:pt x="2092" y="8140"/>
                    </a:cubicBezTo>
                    <a:close/>
                    <a:moveTo>
                      <a:pt x="1748" y="8589"/>
                    </a:moveTo>
                    <a:cubicBezTo>
                      <a:pt x="1719" y="8589"/>
                      <a:pt x="1674" y="8603"/>
                      <a:pt x="1674" y="8633"/>
                    </a:cubicBezTo>
                    <a:cubicBezTo>
                      <a:pt x="1674" y="8678"/>
                      <a:pt x="1689" y="8708"/>
                      <a:pt x="1719" y="8708"/>
                    </a:cubicBezTo>
                    <a:lnTo>
                      <a:pt x="2062" y="8708"/>
                    </a:lnTo>
                    <a:cubicBezTo>
                      <a:pt x="2092" y="8708"/>
                      <a:pt x="2137" y="8678"/>
                      <a:pt x="2137" y="8663"/>
                    </a:cubicBezTo>
                    <a:cubicBezTo>
                      <a:pt x="2137" y="8633"/>
                      <a:pt x="2122" y="8589"/>
                      <a:pt x="2092" y="8589"/>
                    </a:cubicBezTo>
                    <a:close/>
                    <a:moveTo>
                      <a:pt x="1196" y="9007"/>
                    </a:moveTo>
                    <a:cubicBezTo>
                      <a:pt x="1166" y="9007"/>
                      <a:pt x="1121" y="9037"/>
                      <a:pt x="1121" y="9052"/>
                    </a:cubicBezTo>
                    <a:cubicBezTo>
                      <a:pt x="1121" y="9081"/>
                      <a:pt x="1151" y="9126"/>
                      <a:pt x="1166" y="9126"/>
                    </a:cubicBezTo>
                    <a:cubicBezTo>
                      <a:pt x="1345" y="9126"/>
                      <a:pt x="1524" y="9126"/>
                      <a:pt x="1689" y="9156"/>
                    </a:cubicBezTo>
                    <a:lnTo>
                      <a:pt x="2062" y="9156"/>
                    </a:lnTo>
                    <a:cubicBezTo>
                      <a:pt x="2092" y="9156"/>
                      <a:pt x="2137" y="9126"/>
                      <a:pt x="2137" y="9111"/>
                    </a:cubicBezTo>
                    <a:cubicBezTo>
                      <a:pt x="2137" y="9081"/>
                      <a:pt x="2122" y="9037"/>
                      <a:pt x="2092" y="9037"/>
                    </a:cubicBezTo>
                    <a:lnTo>
                      <a:pt x="1719" y="9037"/>
                    </a:lnTo>
                    <a:cubicBezTo>
                      <a:pt x="1539" y="9037"/>
                      <a:pt x="1375" y="9037"/>
                      <a:pt x="1196" y="9007"/>
                    </a:cubicBezTo>
                    <a:close/>
                    <a:moveTo>
                      <a:pt x="1748" y="9485"/>
                    </a:moveTo>
                    <a:cubicBezTo>
                      <a:pt x="1719" y="9485"/>
                      <a:pt x="1674" y="9500"/>
                      <a:pt x="1674" y="9529"/>
                    </a:cubicBezTo>
                    <a:cubicBezTo>
                      <a:pt x="1674" y="9574"/>
                      <a:pt x="1689" y="9604"/>
                      <a:pt x="1719" y="9604"/>
                    </a:cubicBezTo>
                    <a:cubicBezTo>
                      <a:pt x="1823" y="9604"/>
                      <a:pt x="1913" y="9604"/>
                      <a:pt x="1987" y="9634"/>
                    </a:cubicBezTo>
                    <a:lnTo>
                      <a:pt x="2047" y="9634"/>
                    </a:lnTo>
                    <a:cubicBezTo>
                      <a:pt x="2062" y="9634"/>
                      <a:pt x="2122" y="9604"/>
                      <a:pt x="2122" y="9574"/>
                    </a:cubicBezTo>
                    <a:cubicBezTo>
                      <a:pt x="2122" y="9559"/>
                      <a:pt x="2092" y="9500"/>
                      <a:pt x="2062" y="9500"/>
                    </a:cubicBezTo>
                    <a:cubicBezTo>
                      <a:pt x="1972" y="9500"/>
                      <a:pt x="1868" y="9500"/>
                      <a:pt x="1793" y="9485"/>
                    </a:cubicBezTo>
                    <a:close/>
                    <a:moveTo>
                      <a:pt x="1719" y="9933"/>
                    </a:moveTo>
                    <a:cubicBezTo>
                      <a:pt x="1689" y="9933"/>
                      <a:pt x="1644" y="9948"/>
                      <a:pt x="1644" y="9978"/>
                    </a:cubicBezTo>
                    <a:cubicBezTo>
                      <a:pt x="1644" y="10022"/>
                      <a:pt x="1674" y="10052"/>
                      <a:pt x="1689" y="10052"/>
                    </a:cubicBezTo>
                    <a:cubicBezTo>
                      <a:pt x="1793" y="10052"/>
                      <a:pt x="1898" y="10052"/>
                      <a:pt x="1972" y="10082"/>
                    </a:cubicBezTo>
                    <a:lnTo>
                      <a:pt x="2017" y="10082"/>
                    </a:lnTo>
                    <a:cubicBezTo>
                      <a:pt x="2047" y="10082"/>
                      <a:pt x="2092" y="10052"/>
                      <a:pt x="2092" y="10022"/>
                    </a:cubicBezTo>
                    <a:cubicBezTo>
                      <a:pt x="2092" y="10007"/>
                      <a:pt x="2062" y="9948"/>
                      <a:pt x="2047" y="9948"/>
                    </a:cubicBezTo>
                    <a:cubicBezTo>
                      <a:pt x="1943" y="9948"/>
                      <a:pt x="1838" y="9948"/>
                      <a:pt x="1763" y="9933"/>
                    </a:cubicBezTo>
                    <a:close/>
                    <a:moveTo>
                      <a:pt x="1719" y="10381"/>
                    </a:moveTo>
                    <a:cubicBezTo>
                      <a:pt x="1689" y="10381"/>
                      <a:pt x="1644" y="10396"/>
                      <a:pt x="1644" y="10426"/>
                    </a:cubicBezTo>
                    <a:cubicBezTo>
                      <a:pt x="1614" y="10470"/>
                      <a:pt x="1644" y="10500"/>
                      <a:pt x="1689" y="10500"/>
                    </a:cubicBezTo>
                    <a:cubicBezTo>
                      <a:pt x="1793" y="10500"/>
                      <a:pt x="1898" y="10500"/>
                      <a:pt x="1972" y="10530"/>
                    </a:cubicBezTo>
                    <a:lnTo>
                      <a:pt x="2017" y="10530"/>
                    </a:lnTo>
                    <a:cubicBezTo>
                      <a:pt x="2047" y="10530"/>
                      <a:pt x="2092" y="10500"/>
                      <a:pt x="2092" y="10470"/>
                    </a:cubicBezTo>
                    <a:cubicBezTo>
                      <a:pt x="2092" y="10455"/>
                      <a:pt x="2062" y="10396"/>
                      <a:pt x="2047" y="10396"/>
                    </a:cubicBezTo>
                    <a:cubicBezTo>
                      <a:pt x="1943" y="10396"/>
                      <a:pt x="1838" y="10396"/>
                      <a:pt x="1763" y="10381"/>
                    </a:cubicBezTo>
                    <a:close/>
                    <a:moveTo>
                      <a:pt x="68" y="1785"/>
                    </a:moveTo>
                    <a:cubicBezTo>
                      <a:pt x="36" y="1785"/>
                      <a:pt x="1" y="1811"/>
                      <a:pt x="1" y="1867"/>
                    </a:cubicBezTo>
                    <a:cubicBezTo>
                      <a:pt x="46" y="4227"/>
                      <a:pt x="76" y="6587"/>
                      <a:pt x="46" y="8962"/>
                    </a:cubicBezTo>
                    <a:cubicBezTo>
                      <a:pt x="46" y="9604"/>
                      <a:pt x="31" y="10276"/>
                      <a:pt x="31" y="10918"/>
                    </a:cubicBezTo>
                    <a:cubicBezTo>
                      <a:pt x="31" y="10950"/>
                      <a:pt x="64" y="10969"/>
                      <a:pt x="100" y="10969"/>
                    </a:cubicBezTo>
                    <a:cubicBezTo>
                      <a:pt x="132" y="10969"/>
                      <a:pt x="166" y="10954"/>
                      <a:pt x="180" y="10918"/>
                    </a:cubicBezTo>
                    <a:cubicBezTo>
                      <a:pt x="225" y="8559"/>
                      <a:pt x="225" y="6214"/>
                      <a:pt x="180" y="3854"/>
                    </a:cubicBezTo>
                    <a:cubicBezTo>
                      <a:pt x="180" y="3182"/>
                      <a:pt x="150" y="2510"/>
                      <a:pt x="120" y="1837"/>
                    </a:cubicBezTo>
                    <a:cubicBezTo>
                      <a:pt x="120" y="1803"/>
                      <a:pt x="95" y="1785"/>
                      <a:pt x="68" y="1785"/>
                    </a:cubicBezTo>
                    <a:close/>
                    <a:moveTo>
                      <a:pt x="1241" y="10829"/>
                    </a:moveTo>
                    <a:cubicBezTo>
                      <a:pt x="1226" y="10829"/>
                      <a:pt x="1166" y="10844"/>
                      <a:pt x="1166" y="10874"/>
                    </a:cubicBezTo>
                    <a:cubicBezTo>
                      <a:pt x="1166" y="10904"/>
                      <a:pt x="1196" y="10948"/>
                      <a:pt x="1226" y="10948"/>
                    </a:cubicBezTo>
                    <a:cubicBezTo>
                      <a:pt x="1390" y="10948"/>
                      <a:pt x="1599" y="10978"/>
                      <a:pt x="1793" y="10978"/>
                    </a:cubicBezTo>
                    <a:lnTo>
                      <a:pt x="2017" y="10978"/>
                    </a:lnTo>
                    <a:cubicBezTo>
                      <a:pt x="2047" y="10978"/>
                      <a:pt x="2092" y="10948"/>
                      <a:pt x="2092" y="10918"/>
                    </a:cubicBezTo>
                    <a:cubicBezTo>
                      <a:pt x="2092" y="10904"/>
                      <a:pt x="2062" y="10844"/>
                      <a:pt x="2047" y="10844"/>
                    </a:cubicBezTo>
                    <a:cubicBezTo>
                      <a:pt x="1943" y="10844"/>
                      <a:pt x="1838" y="10844"/>
                      <a:pt x="1763" y="10829"/>
                    </a:cubicBezTo>
                    <a:lnTo>
                      <a:pt x="1719" y="10829"/>
                    </a:lnTo>
                    <a:cubicBezTo>
                      <a:pt x="1644" y="10829"/>
                      <a:pt x="1644" y="10829"/>
                      <a:pt x="1644" y="10844"/>
                    </a:cubicBezTo>
                    <a:cubicBezTo>
                      <a:pt x="1524" y="10844"/>
                      <a:pt x="1375" y="10844"/>
                      <a:pt x="1241" y="10829"/>
                    </a:cubicBezTo>
                    <a:close/>
                    <a:moveTo>
                      <a:pt x="1674" y="11292"/>
                    </a:moveTo>
                    <a:cubicBezTo>
                      <a:pt x="1644" y="11292"/>
                      <a:pt x="1599" y="11322"/>
                      <a:pt x="1599" y="11352"/>
                    </a:cubicBezTo>
                    <a:cubicBezTo>
                      <a:pt x="1569" y="11367"/>
                      <a:pt x="1614" y="11426"/>
                      <a:pt x="1644" y="11426"/>
                    </a:cubicBezTo>
                    <a:cubicBezTo>
                      <a:pt x="1748" y="11426"/>
                      <a:pt x="1838" y="11426"/>
                      <a:pt x="1913" y="11441"/>
                    </a:cubicBezTo>
                    <a:lnTo>
                      <a:pt x="1972" y="11441"/>
                    </a:lnTo>
                    <a:cubicBezTo>
                      <a:pt x="1987" y="11441"/>
                      <a:pt x="2047" y="11426"/>
                      <a:pt x="2047" y="11396"/>
                    </a:cubicBezTo>
                    <a:cubicBezTo>
                      <a:pt x="2047" y="11367"/>
                      <a:pt x="2017" y="11322"/>
                      <a:pt x="1987" y="11322"/>
                    </a:cubicBezTo>
                    <a:cubicBezTo>
                      <a:pt x="1898" y="11322"/>
                      <a:pt x="1793" y="11322"/>
                      <a:pt x="1719" y="11292"/>
                    </a:cubicBezTo>
                    <a:close/>
                    <a:moveTo>
                      <a:pt x="1644" y="11740"/>
                    </a:moveTo>
                    <a:cubicBezTo>
                      <a:pt x="1614" y="11740"/>
                      <a:pt x="1569" y="11770"/>
                      <a:pt x="1569" y="11800"/>
                    </a:cubicBezTo>
                    <a:cubicBezTo>
                      <a:pt x="1539" y="11815"/>
                      <a:pt x="1569" y="11874"/>
                      <a:pt x="1614" y="11874"/>
                    </a:cubicBezTo>
                    <a:cubicBezTo>
                      <a:pt x="1719" y="11874"/>
                      <a:pt x="1823" y="11874"/>
                      <a:pt x="1898" y="11889"/>
                    </a:cubicBezTo>
                    <a:lnTo>
                      <a:pt x="1943" y="11889"/>
                    </a:lnTo>
                    <a:cubicBezTo>
                      <a:pt x="1972" y="11889"/>
                      <a:pt x="2017" y="11874"/>
                      <a:pt x="2017" y="11845"/>
                    </a:cubicBezTo>
                    <a:cubicBezTo>
                      <a:pt x="2017" y="11815"/>
                      <a:pt x="1987" y="11770"/>
                      <a:pt x="1972" y="11770"/>
                    </a:cubicBezTo>
                    <a:cubicBezTo>
                      <a:pt x="1868" y="11770"/>
                      <a:pt x="1763" y="11770"/>
                      <a:pt x="1689" y="11740"/>
                    </a:cubicBezTo>
                    <a:close/>
                    <a:moveTo>
                      <a:pt x="1614" y="12188"/>
                    </a:moveTo>
                    <a:cubicBezTo>
                      <a:pt x="1599" y="12188"/>
                      <a:pt x="1539" y="12218"/>
                      <a:pt x="1539" y="12248"/>
                    </a:cubicBezTo>
                    <a:cubicBezTo>
                      <a:pt x="1539" y="12263"/>
                      <a:pt x="1569" y="12322"/>
                      <a:pt x="1599" y="12322"/>
                    </a:cubicBezTo>
                    <a:cubicBezTo>
                      <a:pt x="1689" y="12322"/>
                      <a:pt x="1793" y="12322"/>
                      <a:pt x="1868" y="12337"/>
                    </a:cubicBezTo>
                    <a:lnTo>
                      <a:pt x="1913" y="12337"/>
                    </a:lnTo>
                    <a:cubicBezTo>
                      <a:pt x="1943" y="12337"/>
                      <a:pt x="1987" y="12322"/>
                      <a:pt x="1987" y="12293"/>
                    </a:cubicBezTo>
                    <a:cubicBezTo>
                      <a:pt x="1987" y="12263"/>
                      <a:pt x="1972" y="12218"/>
                      <a:pt x="1943" y="12218"/>
                    </a:cubicBezTo>
                    <a:cubicBezTo>
                      <a:pt x="1838" y="12218"/>
                      <a:pt x="1748" y="12218"/>
                      <a:pt x="1674" y="12188"/>
                    </a:cubicBezTo>
                    <a:close/>
                    <a:moveTo>
                      <a:pt x="1599" y="12636"/>
                    </a:moveTo>
                    <a:cubicBezTo>
                      <a:pt x="1569" y="12636"/>
                      <a:pt x="1524" y="12666"/>
                      <a:pt x="1524" y="12696"/>
                    </a:cubicBezTo>
                    <a:cubicBezTo>
                      <a:pt x="1524" y="12741"/>
                      <a:pt x="1539" y="12771"/>
                      <a:pt x="1569" y="12771"/>
                    </a:cubicBezTo>
                    <a:cubicBezTo>
                      <a:pt x="1674" y="12771"/>
                      <a:pt x="1763" y="12771"/>
                      <a:pt x="1838" y="12785"/>
                    </a:cubicBezTo>
                    <a:lnTo>
                      <a:pt x="1898" y="12785"/>
                    </a:lnTo>
                    <a:cubicBezTo>
                      <a:pt x="1913" y="12785"/>
                      <a:pt x="1972" y="12771"/>
                      <a:pt x="1972" y="12741"/>
                    </a:cubicBezTo>
                    <a:cubicBezTo>
                      <a:pt x="1972" y="12711"/>
                      <a:pt x="1943" y="12666"/>
                      <a:pt x="1913" y="12666"/>
                    </a:cubicBezTo>
                    <a:cubicBezTo>
                      <a:pt x="1823" y="12666"/>
                      <a:pt x="1719" y="12666"/>
                      <a:pt x="1644" y="126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5" name="Google Shape;405;p40"/>
            <p:cNvGrpSpPr/>
            <p:nvPr/>
          </p:nvGrpSpPr>
          <p:grpSpPr>
            <a:xfrm flipH="1" rot="-4384903">
              <a:off x="3828734" y="4623594"/>
              <a:ext cx="1611729" cy="1880876"/>
              <a:chOff x="2342300" y="-1710275"/>
              <a:chExt cx="230400" cy="268875"/>
            </a:xfrm>
          </p:grpSpPr>
          <p:sp>
            <p:nvSpPr>
              <p:cNvPr id="406" name="Google Shape;406;p40"/>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0"/>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0"/>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0"/>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0" name="Google Shape;410;p40"/>
            <p:cNvGrpSpPr/>
            <p:nvPr/>
          </p:nvGrpSpPr>
          <p:grpSpPr>
            <a:xfrm rot="2106224">
              <a:off x="90181" y="-1237653"/>
              <a:ext cx="428900" cy="3360725"/>
              <a:chOff x="2359850" y="-1250950"/>
              <a:chExt cx="82525" cy="510775"/>
            </a:xfrm>
          </p:grpSpPr>
          <p:sp>
            <p:nvSpPr>
              <p:cNvPr id="411" name="Google Shape;411;p40"/>
              <p:cNvSpPr/>
              <p:nvPr/>
            </p:nvSpPr>
            <p:spPr>
              <a:xfrm>
                <a:off x="2359850" y="-1249125"/>
                <a:ext cx="79925" cy="508950"/>
              </a:xfrm>
              <a:custGeom>
                <a:rect b="b" l="l" r="r" t="t"/>
                <a:pathLst>
                  <a:path extrusionOk="0" h="20358" w="3197">
                    <a:moveTo>
                      <a:pt x="254" y="0"/>
                    </a:moveTo>
                    <a:lnTo>
                      <a:pt x="0" y="20313"/>
                    </a:lnTo>
                    <a:lnTo>
                      <a:pt x="2942" y="20358"/>
                    </a:lnTo>
                    <a:lnTo>
                      <a:pt x="3196" y="45"/>
                    </a:lnTo>
                    <a:lnTo>
                      <a:pt x="254"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0"/>
              <p:cNvSpPr/>
              <p:nvPr/>
            </p:nvSpPr>
            <p:spPr>
              <a:xfrm>
                <a:off x="2424800" y="-1247275"/>
                <a:ext cx="17575" cy="420175"/>
              </a:xfrm>
              <a:custGeom>
                <a:rect b="b" l="l" r="r" t="t"/>
                <a:pathLst>
                  <a:path extrusionOk="0" h="16807" w="703">
                    <a:moveTo>
                      <a:pt x="300" y="1"/>
                    </a:moveTo>
                    <a:cubicBezTo>
                      <a:pt x="285" y="1"/>
                      <a:pt x="225" y="16"/>
                      <a:pt x="255" y="46"/>
                    </a:cubicBezTo>
                    <a:cubicBezTo>
                      <a:pt x="255" y="69"/>
                      <a:pt x="272" y="100"/>
                      <a:pt x="287" y="100"/>
                    </a:cubicBezTo>
                    <a:cubicBezTo>
                      <a:pt x="292" y="100"/>
                      <a:pt x="296" y="98"/>
                      <a:pt x="300" y="91"/>
                    </a:cubicBezTo>
                    <a:lnTo>
                      <a:pt x="628" y="91"/>
                    </a:lnTo>
                    <a:cubicBezTo>
                      <a:pt x="658" y="91"/>
                      <a:pt x="703" y="76"/>
                      <a:pt x="673" y="46"/>
                    </a:cubicBezTo>
                    <a:cubicBezTo>
                      <a:pt x="673" y="16"/>
                      <a:pt x="658" y="1"/>
                      <a:pt x="628" y="1"/>
                    </a:cubicBezTo>
                    <a:close/>
                    <a:moveTo>
                      <a:pt x="285" y="449"/>
                    </a:moveTo>
                    <a:cubicBezTo>
                      <a:pt x="255" y="449"/>
                      <a:pt x="210" y="464"/>
                      <a:pt x="225" y="494"/>
                    </a:cubicBezTo>
                    <a:cubicBezTo>
                      <a:pt x="225" y="517"/>
                      <a:pt x="243" y="549"/>
                      <a:pt x="264" y="549"/>
                    </a:cubicBezTo>
                    <a:cubicBezTo>
                      <a:pt x="271" y="549"/>
                      <a:pt x="278" y="546"/>
                      <a:pt x="285" y="539"/>
                    </a:cubicBezTo>
                    <a:lnTo>
                      <a:pt x="598" y="539"/>
                    </a:lnTo>
                    <a:cubicBezTo>
                      <a:pt x="628" y="539"/>
                      <a:pt x="673" y="524"/>
                      <a:pt x="658" y="494"/>
                    </a:cubicBezTo>
                    <a:cubicBezTo>
                      <a:pt x="673" y="464"/>
                      <a:pt x="658" y="449"/>
                      <a:pt x="598" y="449"/>
                    </a:cubicBezTo>
                    <a:close/>
                    <a:moveTo>
                      <a:pt x="285" y="897"/>
                    </a:moveTo>
                    <a:cubicBezTo>
                      <a:pt x="255" y="897"/>
                      <a:pt x="210" y="912"/>
                      <a:pt x="225" y="942"/>
                    </a:cubicBezTo>
                    <a:cubicBezTo>
                      <a:pt x="225" y="965"/>
                      <a:pt x="243" y="997"/>
                      <a:pt x="264" y="997"/>
                    </a:cubicBezTo>
                    <a:cubicBezTo>
                      <a:pt x="271" y="997"/>
                      <a:pt x="278" y="994"/>
                      <a:pt x="285" y="987"/>
                    </a:cubicBezTo>
                    <a:lnTo>
                      <a:pt x="598" y="987"/>
                    </a:lnTo>
                    <a:cubicBezTo>
                      <a:pt x="628" y="987"/>
                      <a:pt x="673" y="972"/>
                      <a:pt x="658" y="942"/>
                    </a:cubicBezTo>
                    <a:cubicBezTo>
                      <a:pt x="658" y="912"/>
                      <a:pt x="628" y="897"/>
                      <a:pt x="598" y="897"/>
                    </a:cubicBezTo>
                    <a:close/>
                    <a:moveTo>
                      <a:pt x="285" y="1345"/>
                    </a:moveTo>
                    <a:cubicBezTo>
                      <a:pt x="255" y="1345"/>
                      <a:pt x="210" y="1360"/>
                      <a:pt x="225" y="1390"/>
                    </a:cubicBezTo>
                    <a:cubicBezTo>
                      <a:pt x="225" y="1413"/>
                      <a:pt x="243" y="1445"/>
                      <a:pt x="264" y="1445"/>
                    </a:cubicBezTo>
                    <a:cubicBezTo>
                      <a:pt x="271" y="1445"/>
                      <a:pt x="278" y="1442"/>
                      <a:pt x="285" y="1435"/>
                    </a:cubicBezTo>
                    <a:lnTo>
                      <a:pt x="598" y="1435"/>
                    </a:lnTo>
                    <a:cubicBezTo>
                      <a:pt x="628" y="1435"/>
                      <a:pt x="673" y="1420"/>
                      <a:pt x="658" y="1390"/>
                    </a:cubicBezTo>
                    <a:cubicBezTo>
                      <a:pt x="658" y="1360"/>
                      <a:pt x="628" y="1345"/>
                      <a:pt x="598" y="1345"/>
                    </a:cubicBezTo>
                    <a:close/>
                    <a:moveTo>
                      <a:pt x="285" y="1793"/>
                    </a:moveTo>
                    <a:cubicBezTo>
                      <a:pt x="255" y="1793"/>
                      <a:pt x="210" y="1808"/>
                      <a:pt x="225" y="1838"/>
                    </a:cubicBezTo>
                    <a:cubicBezTo>
                      <a:pt x="225" y="1861"/>
                      <a:pt x="243" y="1893"/>
                      <a:pt x="264" y="1893"/>
                    </a:cubicBezTo>
                    <a:cubicBezTo>
                      <a:pt x="271" y="1893"/>
                      <a:pt x="278" y="1890"/>
                      <a:pt x="285" y="1883"/>
                    </a:cubicBezTo>
                    <a:lnTo>
                      <a:pt x="598" y="1883"/>
                    </a:lnTo>
                    <a:cubicBezTo>
                      <a:pt x="628" y="1883"/>
                      <a:pt x="673" y="1868"/>
                      <a:pt x="658" y="1838"/>
                    </a:cubicBezTo>
                    <a:cubicBezTo>
                      <a:pt x="658" y="1808"/>
                      <a:pt x="628" y="1793"/>
                      <a:pt x="598" y="1793"/>
                    </a:cubicBezTo>
                    <a:close/>
                    <a:moveTo>
                      <a:pt x="255" y="2241"/>
                    </a:moveTo>
                    <a:cubicBezTo>
                      <a:pt x="225" y="2241"/>
                      <a:pt x="180" y="2256"/>
                      <a:pt x="210" y="2286"/>
                    </a:cubicBezTo>
                    <a:cubicBezTo>
                      <a:pt x="210" y="2309"/>
                      <a:pt x="219" y="2341"/>
                      <a:pt x="236" y="2341"/>
                    </a:cubicBezTo>
                    <a:cubicBezTo>
                      <a:pt x="242" y="2341"/>
                      <a:pt x="248" y="2338"/>
                      <a:pt x="255" y="2331"/>
                    </a:cubicBezTo>
                    <a:lnTo>
                      <a:pt x="583" y="2331"/>
                    </a:lnTo>
                    <a:cubicBezTo>
                      <a:pt x="598" y="2331"/>
                      <a:pt x="658" y="2316"/>
                      <a:pt x="658" y="2286"/>
                    </a:cubicBezTo>
                    <a:cubicBezTo>
                      <a:pt x="658" y="2286"/>
                      <a:pt x="628" y="2256"/>
                      <a:pt x="583" y="2241"/>
                    </a:cubicBezTo>
                    <a:close/>
                    <a:moveTo>
                      <a:pt x="255" y="2704"/>
                    </a:moveTo>
                    <a:cubicBezTo>
                      <a:pt x="225" y="2704"/>
                      <a:pt x="180" y="2734"/>
                      <a:pt x="210" y="2764"/>
                    </a:cubicBezTo>
                    <a:cubicBezTo>
                      <a:pt x="210" y="2776"/>
                      <a:pt x="220" y="2817"/>
                      <a:pt x="239" y="2817"/>
                    </a:cubicBezTo>
                    <a:cubicBezTo>
                      <a:pt x="244" y="2817"/>
                      <a:pt x="249" y="2815"/>
                      <a:pt x="255" y="2809"/>
                    </a:cubicBezTo>
                    <a:lnTo>
                      <a:pt x="583" y="2809"/>
                    </a:lnTo>
                    <a:cubicBezTo>
                      <a:pt x="598" y="2809"/>
                      <a:pt x="658" y="2779"/>
                      <a:pt x="628" y="2764"/>
                    </a:cubicBezTo>
                    <a:cubicBezTo>
                      <a:pt x="628" y="2734"/>
                      <a:pt x="628" y="2704"/>
                      <a:pt x="583" y="2704"/>
                    </a:cubicBezTo>
                    <a:close/>
                    <a:moveTo>
                      <a:pt x="255" y="3152"/>
                    </a:moveTo>
                    <a:cubicBezTo>
                      <a:pt x="225" y="3152"/>
                      <a:pt x="180" y="3182"/>
                      <a:pt x="210" y="3212"/>
                    </a:cubicBezTo>
                    <a:cubicBezTo>
                      <a:pt x="210" y="3224"/>
                      <a:pt x="220" y="3265"/>
                      <a:pt x="239" y="3265"/>
                    </a:cubicBezTo>
                    <a:cubicBezTo>
                      <a:pt x="244" y="3265"/>
                      <a:pt x="249" y="3263"/>
                      <a:pt x="255" y="3257"/>
                    </a:cubicBezTo>
                    <a:lnTo>
                      <a:pt x="583" y="3257"/>
                    </a:lnTo>
                    <a:cubicBezTo>
                      <a:pt x="598" y="3257"/>
                      <a:pt x="658" y="3227"/>
                      <a:pt x="628" y="3212"/>
                    </a:cubicBezTo>
                    <a:cubicBezTo>
                      <a:pt x="628" y="3182"/>
                      <a:pt x="598" y="3152"/>
                      <a:pt x="583" y="3152"/>
                    </a:cubicBezTo>
                    <a:close/>
                    <a:moveTo>
                      <a:pt x="255" y="3601"/>
                    </a:moveTo>
                    <a:cubicBezTo>
                      <a:pt x="225" y="3601"/>
                      <a:pt x="180" y="3630"/>
                      <a:pt x="210" y="3660"/>
                    </a:cubicBezTo>
                    <a:cubicBezTo>
                      <a:pt x="210" y="3672"/>
                      <a:pt x="220" y="3713"/>
                      <a:pt x="239" y="3713"/>
                    </a:cubicBezTo>
                    <a:cubicBezTo>
                      <a:pt x="244" y="3713"/>
                      <a:pt x="249" y="3711"/>
                      <a:pt x="255" y="3705"/>
                    </a:cubicBezTo>
                    <a:lnTo>
                      <a:pt x="583" y="3705"/>
                    </a:lnTo>
                    <a:cubicBezTo>
                      <a:pt x="598" y="3705"/>
                      <a:pt x="658" y="3675"/>
                      <a:pt x="628" y="3660"/>
                    </a:cubicBezTo>
                    <a:cubicBezTo>
                      <a:pt x="628" y="3630"/>
                      <a:pt x="598" y="3601"/>
                      <a:pt x="583" y="3601"/>
                    </a:cubicBezTo>
                    <a:close/>
                    <a:moveTo>
                      <a:pt x="225" y="4049"/>
                    </a:moveTo>
                    <a:cubicBezTo>
                      <a:pt x="210" y="4049"/>
                      <a:pt x="150" y="4078"/>
                      <a:pt x="180" y="4108"/>
                    </a:cubicBezTo>
                    <a:cubicBezTo>
                      <a:pt x="180" y="4120"/>
                      <a:pt x="199" y="4161"/>
                      <a:pt x="215" y="4161"/>
                    </a:cubicBezTo>
                    <a:cubicBezTo>
                      <a:pt x="219" y="4161"/>
                      <a:pt x="222" y="4159"/>
                      <a:pt x="225" y="4153"/>
                    </a:cubicBezTo>
                    <a:lnTo>
                      <a:pt x="554" y="4153"/>
                    </a:lnTo>
                    <a:cubicBezTo>
                      <a:pt x="583" y="4153"/>
                      <a:pt x="628" y="4123"/>
                      <a:pt x="598" y="4108"/>
                    </a:cubicBezTo>
                    <a:cubicBezTo>
                      <a:pt x="628" y="4078"/>
                      <a:pt x="598" y="4049"/>
                      <a:pt x="554" y="4049"/>
                    </a:cubicBezTo>
                    <a:close/>
                    <a:moveTo>
                      <a:pt x="225" y="4497"/>
                    </a:moveTo>
                    <a:cubicBezTo>
                      <a:pt x="210" y="4497"/>
                      <a:pt x="150" y="4527"/>
                      <a:pt x="180" y="4556"/>
                    </a:cubicBezTo>
                    <a:cubicBezTo>
                      <a:pt x="180" y="4568"/>
                      <a:pt x="199" y="4609"/>
                      <a:pt x="215" y="4609"/>
                    </a:cubicBezTo>
                    <a:cubicBezTo>
                      <a:pt x="219" y="4609"/>
                      <a:pt x="222" y="4607"/>
                      <a:pt x="225" y="4601"/>
                    </a:cubicBezTo>
                    <a:lnTo>
                      <a:pt x="554" y="4601"/>
                    </a:lnTo>
                    <a:cubicBezTo>
                      <a:pt x="583" y="4601"/>
                      <a:pt x="628" y="4571"/>
                      <a:pt x="598" y="4556"/>
                    </a:cubicBezTo>
                    <a:cubicBezTo>
                      <a:pt x="628" y="4527"/>
                      <a:pt x="598" y="4497"/>
                      <a:pt x="554" y="4497"/>
                    </a:cubicBezTo>
                    <a:close/>
                    <a:moveTo>
                      <a:pt x="225" y="4945"/>
                    </a:moveTo>
                    <a:cubicBezTo>
                      <a:pt x="210" y="4945"/>
                      <a:pt x="150" y="4975"/>
                      <a:pt x="180" y="5004"/>
                    </a:cubicBezTo>
                    <a:cubicBezTo>
                      <a:pt x="180" y="5016"/>
                      <a:pt x="199" y="5058"/>
                      <a:pt x="215" y="5058"/>
                    </a:cubicBezTo>
                    <a:cubicBezTo>
                      <a:pt x="219" y="5058"/>
                      <a:pt x="222" y="5055"/>
                      <a:pt x="225" y="5049"/>
                    </a:cubicBezTo>
                    <a:lnTo>
                      <a:pt x="554" y="5049"/>
                    </a:lnTo>
                    <a:cubicBezTo>
                      <a:pt x="583" y="5049"/>
                      <a:pt x="628" y="5019"/>
                      <a:pt x="598" y="5004"/>
                    </a:cubicBezTo>
                    <a:cubicBezTo>
                      <a:pt x="628" y="4975"/>
                      <a:pt x="583" y="4945"/>
                      <a:pt x="554" y="4945"/>
                    </a:cubicBezTo>
                    <a:close/>
                    <a:moveTo>
                      <a:pt x="225" y="5393"/>
                    </a:moveTo>
                    <a:cubicBezTo>
                      <a:pt x="210" y="5393"/>
                      <a:pt x="150" y="5423"/>
                      <a:pt x="180" y="5453"/>
                    </a:cubicBezTo>
                    <a:cubicBezTo>
                      <a:pt x="180" y="5465"/>
                      <a:pt x="199" y="5506"/>
                      <a:pt x="215" y="5506"/>
                    </a:cubicBezTo>
                    <a:cubicBezTo>
                      <a:pt x="219" y="5506"/>
                      <a:pt x="222" y="5503"/>
                      <a:pt x="225" y="5497"/>
                    </a:cubicBezTo>
                    <a:lnTo>
                      <a:pt x="554" y="5497"/>
                    </a:lnTo>
                    <a:cubicBezTo>
                      <a:pt x="583" y="5497"/>
                      <a:pt x="628" y="5467"/>
                      <a:pt x="598" y="5453"/>
                    </a:cubicBezTo>
                    <a:lnTo>
                      <a:pt x="554" y="5393"/>
                    </a:lnTo>
                    <a:close/>
                    <a:moveTo>
                      <a:pt x="210" y="5871"/>
                    </a:moveTo>
                    <a:cubicBezTo>
                      <a:pt x="180" y="5871"/>
                      <a:pt x="135" y="5901"/>
                      <a:pt x="150" y="5916"/>
                    </a:cubicBezTo>
                    <a:cubicBezTo>
                      <a:pt x="150" y="5945"/>
                      <a:pt x="180" y="5990"/>
                      <a:pt x="210" y="5990"/>
                    </a:cubicBezTo>
                    <a:lnTo>
                      <a:pt x="524" y="5990"/>
                    </a:lnTo>
                    <a:cubicBezTo>
                      <a:pt x="554" y="5990"/>
                      <a:pt x="598" y="5975"/>
                      <a:pt x="583" y="5945"/>
                    </a:cubicBezTo>
                    <a:cubicBezTo>
                      <a:pt x="598" y="5901"/>
                      <a:pt x="583" y="5871"/>
                      <a:pt x="524" y="5871"/>
                    </a:cubicBezTo>
                    <a:close/>
                    <a:moveTo>
                      <a:pt x="210" y="6319"/>
                    </a:moveTo>
                    <a:cubicBezTo>
                      <a:pt x="180" y="6319"/>
                      <a:pt x="135" y="6349"/>
                      <a:pt x="150" y="6364"/>
                    </a:cubicBezTo>
                    <a:cubicBezTo>
                      <a:pt x="150" y="6389"/>
                      <a:pt x="173" y="6426"/>
                      <a:pt x="198" y="6426"/>
                    </a:cubicBezTo>
                    <a:cubicBezTo>
                      <a:pt x="202" y="6426"/>
                      <a:pt x="206" y="6425"/>
                      <a:pt x="210" y="6423"/>
                    </a:cubicBezTo>
                    <a:lnTo>
                      <a:pt x="524" y="6423"/>
                    </a:lnTo>
                    <a:cubicBezTo>
                      <a:pt x="554" y="6423"/>
                      <a:pt x="598" y="6394"/>
                      <a:pt x="583" y="6364"/>
                    </a:cubicBezTo>
                    <a:cubicBezTo>
                      <a:pt x="598" y="6349"/>
                      <a:pt x="583" y="6319"/>
                      <a:pt x="524" y="6319"/>
                    </a:cubicBezTo>
                    <a:close/>
                    <a:moveTo>
                      <a:pt x="210" y="6767"/>
                    </a:moveTo>
                    <a:cubicBezTo>
                      <a:pt x="180" y="6767"/>
                      <a:pt x="135" y="6797"/>
                      <a:pt x="135" y="6812"/>
                    </a:cubicBezTo>
                    <a:cubicBezTo>
                      <a:pt x="135" y="6838"/>
                      <a:pt x="146" y="6874"/>
                      <a:pt x="169" y="6874"/>
                    </a:cubicBezTo>
                    <a:cubicBezTo>
                      <a:pt x="172" y="6874"/>
                      <a:pt x="176" y="6874"/>
                      <a:pt x="180" y="6871"/>
                    </a:cubicBezTo>
                    <a:lnTo>
                      <a:pt x="509" y="6871"/>
                    </a:lnTo>
                    <a:cubicBezTo>
                      <a:pt x="524" y="6871"/>
                      <a:pt x="583" y="6842"/>
                      <a:pt x="554" y="6812"/>
                    </a:cubicBezTo>
                    <a:cubicBezTo>
                      <a:pt x="598" y="6797"/>
                      <a:pt x="583" y="6767"/>
                      <a:pt x="524" y="6767"/>
                    </a:cubicBezTo>
                    <a:close/>
                    <a:moveTo>
                      <a:pt x="210" y="7215"/>
                    </a:moveTo>
                    <a:cubicBezTo>
                      <a:pt x="180" y="7215"/>
                      <a:pt x="135" y="7245"/>
                      <a:pt x="150" y="7260"/>
                    </a:cubicBezTo>
                    <a:cubicBezTo>
                      <a:pt x="150" y="7286"/>
                      <a:pt x="173" y="7323"/>
                      <a:pt x="198" y="7323"/>
                    </a:cubicBezTo>
                    <a:cubicBezTo>
                      <a:pt x="202" y="7323"/>
                      <a:pt x="206" y="7322"/>
                      <a:pt x="210" y="7320"/>
                    </a:cubicBezTo>
                    <a:lnTo>
                      <a:pt x="524" y="7320"/>
                    </a:lnTo>
                    <a:cubicBezTo>
                      <a:pt x="554" y="7320"/>
                      <a:pt x="598" y="7290"/>
                      <a:pt x="583" y="7260"/>
                    </a:cubicBezTo>
                    <a:cubicBezTo>
                      <a:pt x="583" y="7245"/>
                      <a:pt x="554" y="7215"/>
                      <a:pt x="524" y="7215"/>
                    </a:cubicBezTo>
                    <a:close/>
                    <a:moveTo>
                      <a:pt x="180" y="7663"/>
                    </a:moveTo>
                    <a:cubicBezTo>
                      <a:pt x="150" y="7663"/>
                      <a:pt x="105" y="7693"/>
                      <a:pt x="135" y="7708"/>
                    </a:cubicBezTo>
                    <a:cubicBezTo>
                      <a:pt x="135" y="7734"/>
                      <a:pt x="146" y="7771"/>
                      <a:pt x="169" y="7771"/>
                    </a:cubicBezTo>
                    <a:cubicBezTo>
                      <a:pt x="172" y="7771"/>
                      <a:pt x="176" y="7770"/>
                      <a:pt x="180" y="7768"/>
                    </a:cubicBezTo>
                    <a:lnTo>
                      <a:pt x="509" y="7768"/>
                    </a:lnTo>
                    <a:cubicBezTo>
                      <a:pt x="524" y="7768"/>
                      <a:pt x="583" y="7738"/>
                      <a:pt x="554" y="7708"/>
                    </a:cubicBezTo>
                    <a:cubicBezTo>
                      <a:pt x="583" y="7693"/>
                      <a:pt x="554" y="7663"/>
                      <a:pt x="509" y="7663"/>
                    </a:cubicBezTo>
                    <a:close/>
                    <a:moveTo>
                      <a:pt x="180" y="8111"/>
                    </a:moveTo>
                    <a:cubicBezTo>
                      <a:pt x="150" y="8111"/>
                      <a:pt x="105" y="8141"/>
                      <a:pt x="135" y="8156"/>
                    </a:cubicBezTo>
                    <a:cubicBezTo>
                      <a:pt x="135" y="8182"/>
                      <a:pt x="146" y="8219"/>
                      <a:pt x="169" y="8219"/>
                    </a:cubicBezTo>
                    <a:cubicBezTo>
                      <a:pt x="172" y="8219"/>
                      <a:pt x="176" y="8218"/>
                      <a:pt x="180" y="8216"/>
                    </a:cubicBezTo>
                    <a:lnTo>
                      <a:pt x="509" y="8216"/>
                    </a:lnTo>
                    <a:cubicBezTo>
                      <a:pt x="524" y="8216"/>
                      <a:pt x="583" y="8186"/>
                      <a:pt x="554" y="8156"/>
                    </a:cubicBezTo>
                    <a:cubicBezTo>
                      <a:pt x="583" y="8156"/>
                      <a:pt x="554" y="8111"/>
                      <a:pt x="509" y="8111"/>
                    </a:cubicBezTo>
                    <a:close/>
                    <a:moveTo>
                      <a:pt x="180" y="8559"/>
                    </a:moveTo>
                    <a:cubicBezTo>
                      <a:pt x="150" y="8559"/>
                      <a:pt x="105" y="8589"/>
                      <a:pt x="135" y="8604"/>
                    </a:cubicBezTo>
                    <a:cubicBezTo>
                      <a:pt x="135" y="8630"/>
                      <a:pt x="146" y="8667"/>
                      <a:pt x="169" y="8667"/>
                    </a:cubicBezTo>
                    <a:cubicBezTo>
                      <a:pt x="172" y="8667"/>
                      <a:pt x="176" y="8666"/>
                      <a:pt x="180" y="8664"/>
                    </a:cubicBezTo>
                    <a:lnTo>
                      <a:pt x="509" y="8664"/>
                    </a:lnTo>
                    <a:cubicBezTo>
                      <a:pt x="524" y="8664"/>
                      <a:pt x="583" y="8634"/>
                      <a:pt x="554" y="8604"/>
                    </a:cubicBezTo>
                    <a:cubicBezTo>
                      <a:pt x="583" y="8604"/>
                      <a:pt x="554" y="8559"/>
                      <a:pt x="509" y="8559"/>
                    </a:cubicBezTo>
                    <a:close/>
                    <a:moveTo>
                      <a:pt x="521" y="9027"/>
                    </a:moveTo>
                    <a:cubicBezTo>
                      <a:pt x="516" y="9027"/>
                      <a:pt x="512" y="9030"/>
                      <a:pt x="509" y="9037"/>
                    </a:cubicBezTo>
                    <a:lnTo>
                      <a:pt x="180" y="9037"/>
                    </a:lnTo>
                    <a:cubicBezTo>
                      <a:pt x="150" y="9037"/>
                      <a:pt x="105" y="9052"/>
                      <a:pt x="135" y="9082"/>
                    </a:cubicBezTo>
                    <a:cubicBezTo>
                      <a:pt x="135" y="9105"/>
                      <a:pt x="144" y="9137"/>
                      <a:pt x="162" y="9137"/>
                    </a:cubicBezTo>
                    <a:cubicBezTo>
                      <a:pt x="167" y="9137"/>
                      <a:pt x="173" y="9134"/>
                      <a:pt x="180" y="9127"/>
                    </a:cubicBezTo>
                    <a:lnTo>
                      <a:pt x="509" y="9127"/>
                    </a:lnTo>
                    <a:cubicBezTo>
                      <a:pt x="524" y="9127"/>
                      <a:pt x="583" y="9112"/>
                      <a:pt x="554" y="9082"/>
                    </a:cubicBezTo>
                    <a:cubicBezTo>
                      <a:pt x="554" y="9059"/>
                      <a:pt x="536" y="9027"/>
                      <a:pt x="521" y="9027"/>
                    </a:cubicBezTo>
                    <a:close/>
                    <a:moveTo>
                      <a:pt x="180" y="9485"/>
                    </a:moveTo>
                    <a:cubicBezTo>
                      <a:pt x="150" y="9485"/>
                      <a:pt x="105" y="9500"/>
                      <a:pt x="135" y="9530"/>
                    </a:cubicBezTo>
                    <a:cubicBezTo>
                      <a:pt x="135" y="9553"/>
                      <a:pt x="144" y="9585"/>
                      <a:pt x="162" y="9585"/>
                    </a:cubicBezTo>
                    <a:cubicBezTo>
                      <a:pt x="167" y="9585"/>
                      <a:pt x="173" y="9582"/>
                      <a:pt x="180" y="9575"/>
                    </a:cubicBezTo>
                    <a:lnTo>
                      <a:pt x="509" y="9575"/>
                    </a:lnTo>
                    <a:cubicBezTo>
                      <a:pt x="524" y="9575"/>
                      <a:pt x="583" y="9560"/>
                      <a:pt x="554" y="9530"/>
                    </a:cubicBezTo>
                    <a:cubicBezTo>
                      <a:pt x="554" y="9500"/>
                      <a:pt x="524" y="9485"/>
                      <a:pt x="509" y="9485"/>
                    </a:cubicBezTo>
                    <a:close/>
                    <a:moveTo>
                      <a:pt x="180" y="9933"/>
                    </a:moveTo>
                    <a:cubicBezTo>
                      <a:pt x="150" y="9933"/>
                      <a:pt x="105" y="9948"/>
                      <a:pt x="135" y="9978"/>
                    </a:cubicBezTo>
                    <a:cubicBezTo>
                      <a:pt x="135" y="10001"/>
                      <a:pt x="144" y="10033"/>
                      <a:pt x="162" y="10033"/>
                    </a:cubicBezTo>
                    <a:cubicBezTo>
                      <a:pt x="167" y="10033"/>
                      <a:pt x="173" y="10030"/>
                      <a:pt x="180" y="10023"/>
                    </a:cubicBezTo>
                    <a:lnTo>
                      <a:pt x="509" y="10023"/>
                    </a:lnTo>
                    <a:cubicBezTo>
                      <a:pt x="524" y="10023"/>
                      <a:pt x="583" y="10008"/>
                      <a:pt x="554" y="9978"/>
                    </a:cubicBezTo>
                    <a:cubicBezTo>
                      <a:pt x="554" y="9948"/>
                      <a:pt x="524" y="9933"/>
                      <a:pt x="509" y="9933"/>
                    </a:cubicBezTo>
                    <a:close/>
                    <a:moveTo>
                      <a:pt x="150" y="10381"/>
                    </a:moveTo>
                    <a:cubicBezTo>
                      <a:pt x="135" y="10381"/>
                      <a:pt x="76" y="10396"/>
                      <a:pt x="105" y="10426"/>
                    </a:cubicBezTo>
                    <a:cubicBezTo>
                      <a:pt x="105" y="10449"/>
                      <a:pt x="123" y="10481"/>
                      <a:pt x="138" y="10481"/>
                    </a:cubicBezTo>
                    <a:cubicBezTo>
                      <a:pt x="143" y="10481"/>
                      <a:pt x="147" y="10478"/>
                      <a:pt x="150" y="10471"/>
                    </a:cubicBezTo>
                    <a:lnTo>
                      <a:pt x="479" y="10471"/>
                    </a:lnTo>
                    <a:cubicBezTo>
                      <a:pt x="509" y="10471"/>
                      <a:pt x="554" y="10456"/>
                      <a:pt x="524" y="10426"/>
                    </a:cubicBezTo>
                    <a:cubicBezTo>
                      <a:pt x="554" y="10396"/>
                      <a:pt x="524" y="10381"/>
                      <a:pt x="479" y="10381"/>
                    </a:cubicBezTo>
                    <a:close/>
                    <a:moveTo>
                      <a:pt x="150" y="10829"/>
                    </a:moveTo>
                    <a:cubicBezTo>
                      <a:pt x="135" y="10829"/>
                      <a:pt x="76" y="10844"/>
                      <a:pt x="105" y="10874"/>
                    </a:cubicBezTo>
                    <a:cubicBezTo>
                      <a:pt x="105" y="10897"/>
                      <a:pt x="123" y="10929"/>
                      <a:pt x="138" y="10929"/>
                    </a:cubicBezTo>
                    <a:cubicBezTo>
                      <a:pt x="143" y="10929"/>
                      <a:pt x="147" y="10926"/>
                      <a:pt x="150" y="10919"/>
                    </a:cubicBezTo>
                    <a:lnTo>
                      <a:pt x="479" y="10919"/>
                    </a:lnTo>
                    <a:cubicBezTo>
                      <a:pt x="509" y="10919"/>
                      <a:pt x="554" y="10904"/>
                      <a:pt x="524" y="10874"/>
                    </a:cubicBezTo>
                    <a:cubicBezTo>
                      <a:pt x="524" y="10844"/>
                      <a:pt x="509" y="10829"/>
                      <a:pt x="479" y="10829"/>
                    </a:cubicBezTo>
                    <a:close/>
                    <a:moveTo>
                      <a:pt x="150" y="11278"/>
                    </a:moveTo>
                    <a:cubicBezTo>
                      <a:pt x="135" y="11278"/>
                      <a:pt x="76" y="11292"/>
                      <a:pt x="105" y="11322"/>
                    </a:cubicBezTo>
                    <a:cubicBezTo>
                      <a:pt x="105" y="11345"/>
                      <a:pt x="123" y="11377"/>
                      <a:pt x="138" y="11377"/>
                    </a:cubicBezTo>
                    <a:cubicBezTo>
                      <a:pt x="143" y="11377"/>
                      <a:pt x="147" y="11374"/>
                      <a:pt x="150" y="11367"/>
                    </a:cubicBezTo>
                    <a:lnTo>
                      <a:pt x="479" y="11367"/>
                    </a:lnTo>
                    <a:cubicBezTo>
                      <a:pt x="509" y="11367"/>
                      <a:pt x="554" y="11352"/>
                      <a:pt x="524" y="11322"/>
                    </a:cubicBezTo>
                    <a:cubicBezTo>
                      <a:pt x="524" y="11292"/>
                      <a:pt x="509" y="11278"/>
                      <a:pt x="479" y="11278"/>
                    </a:cubicBezTo>
                    <a:close/>
                    <a:moveTo>
                      <a:pt x="150" y="11726"/>
                    </a:moveTo>
                    <a:cubicBezTo>
                      <a:pt x="135" y="11726"/>
                      <a:pt x="76" y="11741"/>
                      <a:pt x="105" y="11770"/>
                    </a:cubicBezTo>
                    <a:cubicBezTo>
                      <a:pt x="105" y="11793"/>
                      <a:pt x="123" y="11825"/>
                      <a:pt x="138" y="11825"/>
                    </a:cubicBezTo>
                    <a:cubicBezTo>
                      <a:pt x="143" y="11825"/>
                      <a:pt x="147" y="11822"/>
                      <a:pt x="150" y="11815"/>
                    </a:cubicBezTo>
                    <a:lnTo>
                      <a:pt x="479" y="11815"/>
                    </a:lnTo>
                    <a:cubicBezTo>
                      <a:pt x="509" y="11815"/>
                      <a:pt x="554" y="11800"/>
                      <a:pt x="524" y="11770"/>
                    </a:cubicBezTo>
                    <a:cubicBezTo>
                      <a:pt x="524" y="11741"/>
                      <a:pt x="509" y="11726"/>
                      <a:pt x="479" y="11726"/>
                    </a:cubicBezTo>
                    <a:close/>
                    <a:moveTo>
                      <a:pt x="471" y="12186"/>
                    </a:moveTo>
                    <a:cubicBezTo>
                      <a:pt x="464" y="12186"/>
                      <a:pt x="457" y="12187"/>
                      <a:pt x="449" y="12189"/>
                    </a:cubicBezTo>
                    <a:lnTo>
                      <a:pt x="135" y="12189"/>
                    </a:lnTo>
                    <a:cubicBezTo>
                      <a:pt x="105" y="12189"/>
                      <a:pt x="61" y="12218"/>
                      <a:pt x="76" y="12248"/>
                    </a:cubicBezTo>
                    <a:cubicBezTo>
                      <a:pt x="76" y="12260"/>
                      <a:pt x="95" y="12301"/>
                      <a:pt x="118" y="12301"/>
                    </a:cubicBezTo>
                    <a:cubicBezTo>
                      <a:pt x="124" y="12301"/>
                      <a:pt x="130" y="12299"/>
                      <a:pt x="135" y="12293"/>
                    </a:cubicBezTo>
                    <a:lnTo>
                      <a:pt x="449" y="12293"/>
                    </a:lnTo>
                    <a:cubicBezTo>
                      <a:pt x="479" y="12293"/>
                      <a:pt x="524" y="12263"/>
                      <a:pt x="509" y="12248"/>
                    </a:cubicBezTo>
                    <a:cubicBezTo>
                      <a:pt x="522" y="12223"/>
                      <a:pt x="512" y="12186"/>
                      <a:pt x="471" y="12186"/>
                    </a:cubicBezTo>
                    <a:close/>
                    <a:moveTo>
                      <a:pt x="135" y="12637"/>
                    </a:moveTo>
                    <a:cubicBezTo>
                      <a:pt x="105" y="12637"/>
                      <a:pt x="61" y="12667"/>
                      <a:pt x="76" y="12696"/>
                    </a:cubicBezTo>
                    <a:cubicBezTo>
                      <a:pt x="76" y="12708"/>
                      <a:pt x="95" y="12749"/>
                      <a:pt x="118" y="12749"/>
                    </a:cubicBezTo>
                    <a:cubicBezTo>
                      <a:pt x="124" y="12749"/>
                      <a:pt x="130" y="12747"/>
                      <a:pt x="135" y="12741"/>
                    </a:cubicBezTo>
                    <a:lnTo>
                      <a:pt x="449" y="12741"/>
                    </a:lnTo>
                    <a:cubicBezTo>
                      <a:pt x="479" y="12741"/>
                      <a:pt x="524" y="12711"/>
                      <a:pt x="509" y="12696"/>
                    </a:cubicBezTo>
                    <a:cubicBezTo>
                      <a:pt x="509" y="12667"/>
                      <a:pt x="479" y="12637"/>
                      <a:pt x="449" y="12637"/>
                    </a:cubicBezTo>
                    <a:close/>
                    <a:moveTo>
                      <a:pt x="135" y="13085"/>
                    </a:moveTo>
                    <a:cubicBezTo>
                      <a:pt x="105" y="13085"/>
                      <a:pt x="61" y="13115"/>
                      <a:pt x="76" y="13145"/>
                    </a:cubicBezTo>
                    <a:cubicBezTo>
                      <a:pt x="76" y="13157"/>
                      <a:pt x="95" y="13198"/>
                      <a:pt x="118" y="13198"/>
                    </a:cubicBezTo>
                    <a:cubicBezTo>
                      <a:pt x="124" y="13198"/>
                      <a:pt x="130" y="13195"/>
                      <a:pt x="135" y="13189"/>
                    </a:cubicBezTo>
                    <a:lnTo>
                      <a:pt x="449" y="13189"/>
                    </a:lnTo>
                    <a:cubicBezTo>
                      <a:pt x="479" y="13189"/>
                      <a:pt x="524" y="13159"/>
                      <a:pt x="509" y="13145"/>
                    </a:cubicBezTo>
                    <a:cubicBezTo>
                      <a:pt x="509" y="13115"/>
                      <a:pt x="479" y="13085"/>
                      <a:pt x="449" y="13085"/>
                    </a:cubicBezTo>
                    <a:close/>
                    <a:moveTo>
                      <a:pt x="135" y="13533"/>
                    </a:moveTo>
                    <a:cubicBezTo>
                      <a:pt x="105" y="13533"/>
                      <a:pt x="61" y="13563"/>
                      <a:pt x="76" y="13593"/>
                    </a:cubicBezTo>
                    <a:cubicBezTo>
                      <a:pt x="76" y="13605"/>
                      <a:pt x="95" y="13646"/>
                      <a:pt x="118" y="13646"/>
                    </a:cubicBezTo>
                    <a:cubicBezTo>
                      <a:pt x="124" y="13646"/>
                      <a:pt x="130" y="13643"/>
                      <a:pt x="135" y="13637"/>
                    </a:cubicBezTo>
                    <a:lnTo>
                      <a:pt x="449" y="13637"/>
                    </a:lnTo>
                    <a:cubicBezTo>
                      <a:pt x="479" y="13637"/>
                      <a:pt x="524" y="13608"/>
                      <a:pt x="509" y="13593"/>
                    </a:cubicBezTo>
                    <a:cubicBezTo>
                      <a:pt x="509" y="13563"/>
                      <a:pt x="479" y="13533"/>
                      <a:pt x="449" y="13533"/>
                    </a:cubicBezTo>
                    <a:close/>
                    <a:moveTo>
                      <a:pt x="105" y="13981"/>
                    </a:moveTo>
                    <a:cubicBezTo>
                      <a:pt x="76" y="13981"/>
                      <a:pt x="31" y="14011"/>
                      <a:pt x="31" y="14041"/>
                    </a:cubicBezTo>
                    <a:cubicBezTo>
                      <a:pt x="31" y="14053"/>
                      <a:pt x="50" y="14094"/>
                      <a:pt x="65" y="14094"/>
                    </a:cubicBezTo>
                    <a:cubicBezTo>
                      <a:pt x="69" y="14094"/>
                      <a:pt x="73" y="14091"/>
                      <a:pt x="76" y="14085"/>
                    </a:cubicBezTo>
                    <a:lnTo>
                      <a:pt x="404" y="14085"/>
                    </a:lnTo>
                    <a:cubicBezTo>
                      <a:pt x="434" y="14085"/>
                      <a:pt x="479" y="14056"/>
                      <a:pt x="449" y="14041"/>
                    </a:cubicBezTo>
                    <a:cubicBezTo>
                      <a:pt x="509" y="14011"/>
                      <a:pt x="479" y="13981"/>
                      <a:pt x="434" y="13981"/>
                    </a:cubicBezTo>
                    <a:close/>
                    <a:moveTo>
                      <a:pt x="105" y="14429"/>
                    </a:moveTo>
                    <a:cubicBezTo>
                      <a:pt x="76" y="14429"/>
                      <a:pt x="31" y="14459"/>
                      <a:pt x="61" y="14489"/>
                    </a:cubicBezTo>
                    <a:cubicBezTo>
                      <a:pt x="61" y="14501"/>
                      <a:pt x="70" y="14542"/>
                      <a:pt x="90" y="14542"/>
                    </a:cubicBezTo>
                    <a:cubicBezTo>
                      <a:pt x="94" y="14542"/>
                      <a:pt x="100" y="14539"/>
                      <a:pt x="105" y="14534"/>
                    </a:cubicBezTo>
                    <a:lnTo>
                      <a:pt x="434" y="14534"/>
                    </a:lnTo>
                    <a:cubicBezTo>
                      <a:pt x="449" y="14534"/>
                      <a:pt x="509" y="14504"/>
                      <a:pt x="479" y="14489"/>
                    </a:cubicBezTo>
                    <a:cubicBezTo>
                      <a:pt x="479" y="14459"/>
                      <a:pt x="479" y="14429"/>
                      <a:pt x="434" y="14429"/>
                    </a:cubicBezTo>
                    <a:close/>
                    <a:moveTo>
                      <a:pt x="105" y="14877"/>
                    </a:moveTo>
                    <a:cubicBezTo>
                      <a:pt x="76" y="14877"/>
                      <a:pt x="31" y="14907"/>
                      <a:pt x="61" y="14937"/>
                    </a:cubicBezTo>
                    <a:cubicBezTo>
                      <a:pt x="61" y="14952"/>
                      <a:pt x="76" y="15011"/>
                      <a:pt x="105" y="15011"/>
                    </a:cubicBezTo>
                    <a:lnTo>
                      <a:pt x="434" y="15011"/>
                    </a:lnTo>
                    <a:cubicBezTo>
                      <a:pt x="449" y="15011"/>
                      <a:pt x="509" y="14982"/>
                      <a:pt x="479" y="14952"/>
                    </a:cubicBezTo>
                    <a:cubicBezTo>
                      <a:pt x="479" y="14907"/>
                      <a:pt x="449" y="14877"/>
                      <a:pt x="434" y="14877"/>
                    </a:cubicBezTo>
                    <a:close/>
                    <a:moveTo>
                      <a:pt x="105" y="15325"/>
                    </a:moveTo>
                    <a:cubicBezTo>
                      <a:pt x="76" y="15325"/>
                      <a:pt x="31" y="15355"/>
                      <a:pt x="61" y="15385"/>
                    </a:cubicBezTo>
                    <a:cubicBezTo>
                      <a:pt x="61" y="15397"/>
                      <a:pt x="70" y="15438"/>
                      <a:pt x="90" y="15438"/>
                    </a:cubicBezTo>
                    <a:cubicBezTo>
                      <a:pt x="94" y="15438"/>
                      <a:pt x="100" y="15436"/>
                      <a:pt x="105" y="15430"/>
                    </a:cubicBezTo>
                    <a:lnTo>
                      <a:pt x="434" y="15430"/>
                    </a:lnTo>
                    <a:cubicBezTo>
                      <a:pt x="449" y="15430"/>
                      <a:pt x="509" y="15400"/>
                      <a:pt x="479" y="15385"/>
                    </a:cubicBezTo>
                    <a:cubicBezTo>
                      <a:pt x="479" y="15385"/>
                      <a:pt x="449" y="15325"/>
                      <a:pt x="434" y="15325"/>
                    </a:cubicBezTo>
                    <a:close/>
                    <a:moveTo>
                      <a:pt x="76" y="15803"/>
                    </a:moveTo>
                    <a:cubicBezTo>
                      <a:pt x="61" y="15803"/>
                      <a:pt x="1" y="15833"/>
                      <a:pt x="31" y="15848"/>
                    </a:cubicBezTo>
                    <a:cubicBezTo>
                      <a:pt x="31" y="15874"/>
                      <a:pt x="53" y="15911"/>
                      <a:pt x="69" y="15911"/>
                    </a:cubicBezTo>
                    <a:cubicBezTo>
                      <a:pt x="71" y="15911"/>
                      <a:pt x="74" y="15910"/>
                      <a:pt x="76" y="15908"/>
                    </a:cubicBezTo>
                    <a:lnTo>
                      <a:pt x="404" y="15908"/>
                    </a:lnTo>
                    <a:cubicBezTo>
                      <a:pt x="434" y="15908"/>
                      <a:pt x="479" y="15878"/>
                      <a:pt x="449" y="15848"/>
                    </a:cubicBezTo>
                    <a:cubicBezTo>
                      <a:pt x="479" y="15833"/>
                      <a:pt x="449" y="15803"/>
                      <a:pt x="404" y="15803"/>
                    </a:cubicBezTo>
                    <a:close/>
                    <a:moveTo>
                      <a:pt x="76" y="16251"/>
                    </a:moveTo>
                    <a:cubicBezTo>
                      <a:pt x="61" y="16251"/>
                      <a:pt x="1" y="16281"/>
                      <a:pt x="31" y="16296"/>
                    </a:cubicBezTo>
                    <a:cubicBezTo>
                      <a:pt x="31" y="16322"/>
                      <a:pt x="53" y="16359"/>
                      <a:pt x="69" y="16359"/>
                    </a:cubicBezTo>
                    <a:cubicBezTo>
                      <a:pt x="71" y="16359"/>
                      <a:pt x="74" y="16358"/>
                      <a:pt x="76" y="16356"/>
                    </a:cubicBezTo>
                    <a:lnTo>
                      <a:pt x="404" y="16356"/>
                    </a:lnTo>
                    <a:cubicBezTo>
                      <a:pt x="434" y="16356"/>
                      <a:pt x="479" y="16326"/>
                      <a:pt x="449" y="16296"/>
                    </a:cubicBezTo>
                    <a:cubicBezTo>
                      <a:pt x="479" y="16281"/>
                      <a:pt x="449" y="16251"/>
                      <a:pt x="404" y="16251"/>
                    </a:cubicBezTo>
                    <a:close/>
                    <a:moveTo>
                      <a:pt x="76" y="16699"/>
                    </a:moveTo>
                    <a:cubicBezTo>
                      <a:pt x="61" y="16699"/>
                      <a:pt x="1" y="16729"/>
                      <a:pt x="31" y="16744"/>
                    </a:cubicBezTo>
                    <a:cubicBezTo>
                      <a:pt x="31" y="16770"/>
                      <a:pt x="53" y="16807"/>
                      <a:pt x="69" y="16807"/>
                    </a:cubicBezTo>
                    <a:cubicBezTo>
                      <a:pt x="71" y="16807"/>
                      <a:pt x="74" y="16806"/>
                      <a:pt x="76" y="16804"/>
                    </a:cubicBezTo>
                    <a:lnTo>
                      <a:pt x="404" y="16804"/>
                    </a:lnTo>
                    <a:cubicBezTo>
                      <a:pt x="434" y="16804"/>
                      <a:pt x="479" y="16774"/>
                      <a:pt x="449" y="16744"/>
                    </a:cubicBezTo>
                    <a:cubicBezTo>
                      <a:pt x="449" y="16729"/>
                      <a:pt x="434" y="16699"/>
                      <a:pt x="404" y="1669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0"/>
              <p:cNvSpPr/>
              <p:nvPr/>
            </p:nvSpPr>
            <p:spPr>
              <a:xfrm>
                <a:off x="2388975" y="-1250950"/>
                <a:ext cx="19800" cy="489725"/>
              </a:xfrm>
              <a:custGeom>
                <a:rect b="b" l="l" r="r" t="t"/>
                <a:pathLst>
                  <a:path extrusionOk="0" h="19589" w="792">
                    <a:moveTo>
                      <a:pt x="400" y="0"/>
                    </a:moveTo>
                    <a:cubicBezTo>
                      <a:pt x="362" y="0"/>
                      <a:pt x="314" y="29"/>
                      <a:pt x="314" y="73"/>
                    </a:cubicBezTo>
                    <a:cubicBezTo>
                      <a:pt x="314" y="1388"/>
                      <a:pt x="299" y="2687"/>
                      <a:pt x="269" y="4001"/>
                    </a:cubicBezTo>
                    <a:cubicBezTo>
                      <a:pt x="239" y="5465"/>
                      <a:pt x="224" y="6914"/>
                      <a:pt x="194" y="8378"/>
                    </a:cubicBezTo>
                    <a:cubicBezTo>
                      <a:pt x="164" y="9752"/>
                      <a:pt x="149" y="11141"/>
                      <a:pt x="120" y="12515"/>
                    </a:cubicBezTo>
                    <a:cubicBezTo>
                      <a:pt x="90" y="13560"/>
                      <a:pt x="75" y="14636"/>
                      <a:pt x="45" y="15681"/>
                    </a:cubicBezTo>
                    <a:cubicBezTo>
                      <a:pt x="45" y="16144"/>
                      <a:pt x="15" y="16622"/>
                      <a:pt x="15" y="17100"/>
                    </a:cubicBezTo>
                    <a:lnTo>
                      <a:pt x="15" y="17115"/>
                    </a:lnTo>
                    <a:cubicBezTo>
                      <a:pt x="15" y="17160"/>
                      <a:pt x="63" y="17188"/>
                      <a:pt x="101" y="17188"/>
                    </a:cubicBezTo>
                    <a:cubicBezTo>
                      <a:pt x="128" y="17188"/>
                      <a:pt x="149" y="17175"/>
                      <a:pt x="149" y="17145"/>
                    </a:cubicBezTo>
                    <a:cubicBezTo>
                      <a:pt x="149" y="16742"/>
                      <a:pt x="164" y="16368"/>
                      <a:pt x="164" y="15980"/>
                    </a:cubicBezTo>
                    <a:cubicBezTo>
                      <a:pt x="194" y="14979"/>
                      <a:pt x="224" y="13979"/>
                      <a:pt x="239" y="12963"/>
                    </a:cubicBezTo>
                    <a:cubicBezTo>
                      <a:pt x="269" y="11619"/>
                      <a:pt x="299" y="10245"/>
                      <a:pt x="314" y="8885"/>
                    </a:cubicBezTo>
                    <a:lnTo>
                      <a:pt x="388" y="4479"/>
                    </a:lnTo>
                    <a:cubicBezTo>
                      <a:pt x="418" y="3135"/>
                      <a:pt x="448" y="1806"/>
                      <a:pt x="448" y="462"/>
                    </a:cubicBezTo>
                    <a:lnTo>
                      <a:pt x="448" y="43"/>
                    </a:lnTo>
                    <a:cubicBezTo>
                      <a:pt x="448" y="13"/>
                      <a:pt x="426" y="0"/>
                      <a:pt x="400" y="0"/>
                    </a:cubicBezTo>
                    <a:close/>
                    <a:moveTo>
                      <a:pt x="736" y="94"/>
                    </a:moveTo>
                    <a:cubicBezTo>
                      <a:pt x="705" y="94"/>
                      <a:pt x="672" y="116"/>
                      <a:pt x="672" y="163"/>
                    </a:cubicBezTo>
                    <a:cubicBezTo>
                      <a:pt x="672" y="1492"/>
                      <a:pt x="642" y="2777"/>
                      <a:pt x="612" y="4106"/>
                    </a:cubicBezTo>
                    <a:cubicBezTo>
                      <a:pt x="598" y="5570"/>
                      <a:pt x="568" y="7018"/>
                      <a:pt x="538" y="8482"/>
                    </a:cubicBezTo>
                    <a:cubicBezTo>
                      <a:pt x="523" y="9856"/>
                      <a:pt x="493" y="11245"/>
                      <a:pt x="463" y="12619"/>
                    </a:cubicBezTo>
                    <a:cubicBezTo>
                      <a:pt x="448" y="13665"/>
                      <a:pt x="418" y="14725"/>
                      <a:pt x="388" y="15771"/>
                    </a:cubicBezTo>
                    <a:cubicBezTo>
                      <a:pt x="388" y="16249"/>
                      <a:pt x="373" y="16727"/>
                      <a:pt x="373" y="17190"/>
                    </a:cubicBezTo>
                    <a:lnTo>
                      <a:pt x="373" y="17220"/>
                    </a:lnTo>
                    <a:cubicBezTo>
                      <a:pt x="373" y="17264"/>
                      <a:pt x="416" y="17293"/>
                      <a:pt x="450" y="17293"/>
                    </a:cubicBezTo>
                    <a:cubicBezTo>
                      <a:pt x="473" y="17293"/>
                      <a:pt x="493" y="17280"/>
                      <a:pt x="493" y="17250"/>
                    </a:cubicBezTo>
                    <a:cubicBezTo>
                      <a:pt x="493" y="16846"/>
                      <a:pt x="523" y="16473"/>
                      <a:pt x="523" y="16070"/>
                    </a:cubicBezTo>
                    <a:cubicBezTo>
                      <a:pt x="538" y="15084"/>
                      <a:pt x="568" y="14083"/>
                      <a:pt x="598" y="13067"/>
                    </a:cubicBezTo>
                    <a:cubicBezTo>
                      <a:pt x="612" y="11723"/>
                      <a:pt x="642" y="10349"/>
                      <a:pt x="672" y="8975"/>
                    </a:cubicBezTo>
                    <a:lnTo>
                      <a:pt x="747" y="4569"/>
                    </a:lnTo>
                    <a:cubicBezTo>
                      <a:pt x="762" y="3225"/>
                      <a:pt x="792" y="1910"/>
                      <a:pt x="792" y="566"/>
                    </a:cubicBezTo>
                    <a:lnTo>
                      <a:pt x="792" y="148"/>
                    </a:lnTo>
                    <a:cubicBezTo>
                      <a:pt x="792" y="112"/>
                      <a:pt x="764" y="94"/>
                      <a:pt x="736" y="94"/>
                    </a:cubicBezTo>
                    <a:close/>
                    <a:moveTo>
                      <a:pt x="314" y="19161"/>
                    </a:moveTo>
                    <a:lnTo>
                      <a:pt x="314" y="19161"/>
                    </a:lnTo>
                    <a:cubicBezTo>
                      <a:pt x="314" y="19163"/>
                      <a:pt x="313" y="19165"/>
                      <a:pt x="313" y="19166"/>
                    </a:cubicBezTo>
                    <a:lnTo>
                      <a:pt x="313" y="19166"/>
                    </a:lnTo>
                    <a:cubicBezTo>
                      <a:pt x="314" y="19165"/>
                      <a:pt x="314" y="19163"/>
                      <a:pt x="314" y="19161"/>
                    </a:cubicBezTo>
                    <a:close/>
                    <a:moveTo>
                      <a:pt x="313" y="19166"/>
                    </a:moveTo>
                    <a:cubicBezTo>
                      <a:pt x="312" y="19176"/>
                      <a:pt x="305" y="19184"/>
                      <a:pt x="296" y="19190"/>
                    </a:cubicBezTo>
                    <a:lnTo>
                      <a:pt x="296" y="19190"/>
                    </a:lnTo>
                    <a:cubicBezTo>
                      <a:pt x="270" y="19177"/>
                      <a:pt x="241" y="19170"/>
                      <a:pt x="213" y="19170"/>
                    </a:cubicBezTo>
                    <a:cubicBezTo>
                      <a:pt x="183" y="19170"/>
                      <a:pt x="154" y="19178"/>
                      <a:pt x="131" y="19196"/>
                    </a:cubicBezTo>
                    <a:lnTo>
                      <a:pt x="131" y="19196"/>
                    </a:lnTo>
                    <a:cubicBezTo>
                      <a:pt x="81" y="19205"/>
                      <a:pt x="36" y="19227"/>
                      <a:pt x="15" y="19281"/>
                    </a:cubicBezTo>
                    <a:cubicBezTo>
                      <a:pt x="12" y="19297"/>
                      <a:pt x="9" y="19313"/>
                      <a:pt x="8" y="19329"/>
                    </a:cubicBezTo>
                    <a:lnTo>
                      <a:pt x="8" y="19329"/>
                    </a:lnTo>
                    <a:cubicBezTo>
                      <a:pt x="5" y="19337"/>
                      <a:pt x="2" y="19346"/>
                      <a:pt x="0" y="19355"/>
                    </a:cubicBezTo>
                    <a:cubicBezTo>
                      <a:pt x="0" y="19430"/>
                      <a:pt x="15" y="19490"/>
                      <a:pt x="75" y="19535"/>
                    </a:cubicBezTo>
                    <a:cubicBezTo>
                      <a:pt x="107" y="19572"/>
                      <a:pt x="151" y="19589"/>
                      <a:pt x="197" y="19589"/>
                    </a:cubicBezTo>
                    <a:cubicBezTo>
                      <a:pt x="280" y="19589"/>
                      <a:pt x="370" y="19537"/>
                      <a:pt x="418" y="19460"/>
                    </a:cubicBezTo>
                    <a:cubicBezTo>
                      <a:pt x="448" y="19430"/>
                      <a:pt x="448" y="19385"/>
                      <a:pt x="418" y="19355"/>
                    </a:cubicBezTo>
                    <a:cubicBezTo>
                      <a:pt x="418" y="19317"/>
                      <a:pt x="396" y="19290"/>
                      <a:pt x="381" y="19273"/>
                    </a:cubicBezTo>
                    <a:lnTo>
                      <a:pt x="381" y="19273"/>
                    </a:lnTo>
                    <a:cubicBezTo>
                      <a:pt x="368" y="19238"/>
                      <a:pt x="340" y="19201"/>
                      <a:pt x="311" y="19193"/>
                    </a:cubicBezTo>
                    <a:lnTo>
                      <a:pt x="311" y="19193"/>
                    </a:lnTo>
                    <a:cubicBezTo>
                      <a:pt x="310" y="19201"/>
                      <a:pt x="309" y="19208"/>
                      <a:pt x="308" y="19215"/>
                    </a:cubicBezTo>
                    <a:lnTo>
                      <a:pt x="308" y="19215"/>
                    </a:lnTo>
                    <a:cubicBezTo>
                      <a:pt x="297" y="19209"/>
                      <a:pt x="285" y="19204"/>
                      <a:pt x="273" y="19201"/>
                    </a:cubicBezTo>
                    <a:lnTo>
                      <a:pt x="273" y="19201"/>
                    </a:lnTo>
                    <a:cubicBezTo>
                      <a:pt x="282" y="19198"/>
                      <a:pt x="290" y="19194"/>
                      <a:pt x="296" y="19190"/>
                    </a:cubicBezTo>
                    <a:lnTo>
                      <a:pt x="296" y="19190"/>
                    </a:lnTo>
                    <a:cubicBezTo>
                      <a:pt x="297" y="19190"/>
                      <a:pt x="298" y="19191"/>
                      <a:pt x="299" y="19191"/>
                    </a:cubicBezTo>
                    <a:cubicBezTo>
                      <a:pt x="303" y="19191"/>
                      <a:pt x="307" y="19192"/>
                      <a:pt x="311" y="19193"/>
                    </a:cubicBezTo>
                    <a:lnTo>
                      <a:pt x="311" y="19193"/>
                    </a:lnTo>
                    <a:cubicBezTo>
                      <a:pt x="312" y="19185"/>
                      <a:pt x="312" y="19176"/>
                      <a:pt x="313" y="1916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0"/>
              <p:cNvSpPr/>
              <p:nvPr/>
            </p:nvSpPr>
            <p:spPr>
              <a:xfrm>
                <a:off x="2378875" y="-871950"/>
                <a:ext cx="25425" cy="107350"/>
              </a:xfrm>
              <a:custGeom>
                <a:rect b="b" l="l" r="r" t="t"/>
                <a:pathLst>
                  <a:path extrusionOk="0" h="4294" w="1017">
                    <a:moveTo>
                      <a:pt x="168" y="0"/>
                    </a:moveTo>
                    <a:cubicBezTo>
                      <a:pt x="142" y="0"/>
                      <a:pt x="120" y="13"/>
                      <a:pt x="120" y="43"/>
                    </a:cubicBezTo>
                    <a:cubicBezTo>
                      <a:pt x="105" y="686"/>
                      <a:pt x="105" y="1343"/>
                      <a:pt x="75" y="1985"/>
                    </a:cubicBezTo>
                    <a:cubicBezTo>
                      <a:pt x="75" y="2043"/>
                      <a:pt x="113" y="2074"/>
                      <a:pt x="145" y="2074"/>
                    </a:cubicBezTo>
                    <a:cubicBezTo>
                      <a:pt x="172" y="2074"/>
                      <a:pt x="195" y="2054"/>
                      <a:pt x="195" y="2015"/>
                    </a:cubicBezTo>
                    <a:cubicBezTo>
                      <a:pt x="225" y="1358"/>
                      <a:pt x="225" y="715"/>
                      <a:pt x="255" y="73"/>
                    </a:cubicBezTo>
                    <a:cubicBezTo>
                      <a:pt x="255" y="29"/>
                      <a:pt x="207" y="0"/>
                      <a:pt x="168" y="0"/>
                    </a:cubicBezTo>
                    <a:close/>
                    <a:moveTo>
                      <a:pt x="651" y="3613"/>
                    </a:moveTo>
                    <a:cubicBezTo>
                      <a:pt x="539" y="3613"/>
                      <a:pt x="426" y="3643"/>
                      <a:pt x="329" y="3703"/>
                    </a:cubicBezTo>
                    <a:cubicBezTo>
                      <a:pt x="150" y="3807"/>
                      <a:pt x="31" y="4001"/>
                      <a:pt x="1" y="4225"/>
                    </a:cubicBezTo>
                    <a:cubicBezTo>
                      <a:pt x="17" y="4266"/>
                      <a:pt x="59" y="4293"/>
                      <a:pt x="95" y="4293"/>
                    </a:cubicBezTo>
                    <a:cubicBezTo>
                      <a:pt x="125" y="4293"/>
                      <a:pt x="150" y="4273"/>
                      <a:pt x="150" y="4225"/>
                    </a:cubicBezTo>
                    <a:cubicBezTo>
                      <a:pt x="150" y="4046"/>
                      <a:pt x="255" y="3882"/>
                      <a:pt x="404" y="3807"/>
                    </a:cubicBezTo>
                    <a:cubicBezTo>
                      <a:pt x="480" y="3759"/>
                      <a:pt x="564" y="3739"/>
                      <a:pt x="649" y="3739"/>
                    </a:cubicBezTo>
                    <a:cubicBezTo>
                      <a:pt x="748" y="3739"/>
                      <a:pt x="846" y="3767"/>
                      <a:pt x="927" y="3807"/>
                    </a:cubicBezTo>
                    <a:cubicBezTo>
                      <a:pt x="931" y="3811"/>
                      <a:pt x="938" y="3813"/>
                      <a:pt x="946" y="3813"/>
                    </a:cubicBezTo>
                    <a:cubicBezTo>
                      <a:pt x="970" y="3813"/>
                      <a:pt x="1002" y="3799"/>
                      <a:pt x="1002" y="3777"/>
                    </a:cubicBezTo>
                    <a:cubicBezTo>
                      <a:pt x="1016" y="3747"/>
                      <a:pt x="1002" y="3703"/>
                      <a:pt x="972" y="3703"/>
                    </a:cubicBezTo>
                    <a:cubicBezTo>
                      <a:pt x="875" y="3643"/>
                      <a:pt x="763" y="3613"/>
                      <a:pt x="651" y="3613"/>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0"/>
              <p:cNvSpPr/>
              <p:nvPr/>
            </p:nvSpPr>
            <p:spPr>
              <a:xfrm>
                <a:off x="2386350" y="-1249100"/>
                <a:ext cx="3750" cy="33325"/>
              </a:xfrm>
              <a:custGeom>
                <a:rect b="b" l="l" r="r" t="t"/>
                <a:pathLst>
                  <a:path extrusionOk="0" h="1333" w="150">
                    <a:moveTo>
                      <a:pt x="77" y="1"/>
                    </a:moveTo>
                    <a:cubicBezTo>
                      <a:pt x="43" y="1"/>
                      <a:pt x="1" y="29"/>
                      <a:pt x="1" y="74"/>
                    </a:cubicBezTo>
                    <a:cubicBezTo>
                      <a:pt x="30" y="462"/>
                      <a:pt x="30" y="866"/>
                      <a:pt x="1" y="1269"/>
                    </a:cubicBezTo>
                    <a:cubicBezTo>
                      <a:pt x="1" y="1310"/>
                      <a:pt x="37" y="1333"/>
                      <a:pt x="69" y="1333"/>
                    </a:cubicBezTo>
                    <a:cubicBezTo>
                      <a:pt x="96" y="1333"/>
                      <a:pt x="120" y="1317"/>
                      <a:pt x="120" y="1284"/>
                    </a:cubicBezTo>
                    <a:cubicBezTo>
                      <a:pt x="150" y="866"/>
                      <a:pt x="150" y="462"/>
                      <a:pt x="120" y="44"/>
                    </a:cubicBezTo>
                    <a:cubicBezTo>
                      <a:pt x="120" y="14"/>
                      <a:pt x="101" y="1"/>
                      <a:pt x="7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16" name="Shape 416"/>
        <p:cNvGrpSpPr/>
        <p:nvPr/>
      </p:nvGrpSpPr>
      <p:grpSpPr>
        <a:xfrm>
          <a:off x="0" y="0"/>
          <a:ext cx="0" cy="0"/>
          <a:chOff x="0" y="0"/>
          <a:chExt cx="0" cy="0"/>
        </a:xfrm>
      </p:grpSpPr>
      <p:grpSp>
        <p:nvGrpSpPr>
          <p:cNvPr id="417" name="Google Shape;417;p41"/>
          <p:cNvGrpSpPr/>
          <p:nvPr/>
        </p:nvGrpSpPr>
        <p:grpSpPr>
          <a:xfrm>
            <a:off x="-65" y="-15"/>
            <a:ext cx="9144128" cy="5143530"/>
            <a:chOff x="-2163850" y="-134475"/>
            <a:chExt cx="3075000" cy="5336719"/>
          </a:xfrm>
        </p:grpSpPr>
        <p:cxnSp>
          <p:nvCxnSpPr>
            <p:cNvPr id="418" name="Google Shape;418;p41"/>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19" name="Google Shape;419;p41"/>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0" name="Google Shape;420;p41"/>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1" name="Google Shape;421;p41"/>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2" name="Google Shape;422;p41"/>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3" name="Google Shape;423;p41"/>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4" name="Google Shape;424;p41"/>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5" name="Google Shape;425;p41"/>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6" name="Google Shape;426;p41"/>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7" name="Google Shape;427;p41"/>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8" name="Google Shape;428;p41"/>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29" name="Google Shape;429;p41"/>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30" name="Google Shape;430;p41"/>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31" name="Google Shape;431;p41"/>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32" name="Google Shape;432;p41"/>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33" name="Google Shape;433;p41"/>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434" name="Google Shape;434;p41"/>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35" name="Google Shape;435;p41"/>
          <p:cNvSpPr txBox="1"/>
          <p:nvPr>
            <p:ph idx="1" type="subTitle"/>
          </p:nvPr>
        </p:nvSpPr>
        <p:spPr>
          <a:xfrm>
            <a:off x="2189557" y="1995300"/>
            <a:ext cx="19782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6" name="Google Shape;436;p41"/>
          <p:cNvSpPr txBox="1"/>
          <p:nvPr>
            <p:ph idx="2" type="subTitle"/>
          </p:nvPr>
        </p:nvSpPr>
        <p:spPr>
          <a:xfrm>
            <a:off x="6121911" y="1995300"/>
            <a:ext cx="19782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7" name="Google Shape;437;p41"/>
          <p:cNvSpPr txBox="1"/>
          <p:nvPr>
            <p:ph idx="3" type="subTitle"/>
          </p:nvPr>
        </p:nvSpPr>
        <p:spPr>
          <a:xfrm>
            <a:off x="2189557" y="3638175"/>
            <a:ext cx="19782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8" name="Google Shape;438;p41"/>
          <p:cNvSpPr txBox="1"/>
          <p:nvPr>
            <p:ph idx="4" type="subTitle"/>
          </p:nvPr>
        </p:nvSpPr>
        <p:spPr>
          <a:xfrm>
            <a:off x="6121911" y="3638175"/>
            <a:ext cx="19782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9" name="Google Shape;439;p41"/>
          <p:cNvSpPr txBox="1"/>
          <p:nvPr>
            <p:ph idx="5" type="subTitle"/>
          </p:nvPr>
        </p:nvSpPr>
        <p:spPr>
          <a:xfrm>
            <a:off x="2189557" y="1489700"/>
            <a:ext cx="19782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440" name="Google Shape;440;p41"/>
          <p:cNvSpPr txBox="1"/>
          <p:nvPr>
            <p:ph idx="6" type="subTitle"/>
          </p:nvPr>
        </p:nvSpPr>
        <p:spPr>
          <a:xfrm>
            <a:off x="2189557" y="3132675"/>
            <a:ext cx="19782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441" name="Google Shape;441;p41"/>
          <p:cNvSpPr txBox="1"/>
          <p:nvPr>
            <p:ph idx="7" type="subTitle"/>
          </p:nvPr>
        </p:nvSpPr>
        <p:spPr>
          <a:xfrm>
            <a:off x="6121907" y="1489700"/>
            <a:ext cx="19782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442" name="Google Shape;442;p41"/>
          <p:cNvSpPr txBox="1"/>
          <p:nvPr>
            <p:ph idx="8" type="subTitle"/>
          </p:nvPr>
        </p:nvSpPr>
        <p:spPr>
          <a:xfrm>
            <a:off x="6121907" y="3132675"/>
            <a:ext cx="1978200" cy="554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grpSp>
        <p:nvGrpSpPr>
          <p:cNvPr id="443" name="Google Shape;443;p41"/>
          <p:cNvGrpSpPr/>
          <p:nvPr/>
        </p:nvGrpSpPr>
        <p:grpSpPr>
          <a:xfrm>
            <a:off x="-277184" y="-688388"/>
            <a:ext cx="11051922" cy="6732169"/>
            <a:chOff x="-277184" y="-688388"/>
            <a:chExt cx="11051922" cy="6732169"/>
          </a:xfrm>
        </p:grpSpPr>
        <p:grpSp>
          <p:nvGrpSpPr>
            <p:cNvPr id="444" name="Google Shape;444;p41"/>
            <p:cNvGrpSpPr/>
            <p:nvPr/>
          </p:nvGrpSpPr>
          <p:grpSpPr>
            <a:xfrm flipH="1" rot="-813368">
              <a:off x="8562336" y="-482371"/>
              <a:ext cx="2000747" cy="2043748"/>
              <a:chOff x="-1330212" y="3496000"/>
              <a:chExt cx="394325" cy="402800"/>
            </a:xfrm>
          </p:grpSpPr>
          <p:sp>
            <p:nvSpPr>
              <p:cNvPr id="445" name="Google Shape;445;p41"/>
              <p:cNvSpPr/>
              <p:nvPr/>
            </p:nvSpPr>
            <p:spPr>
              <a:xfrm>
                <a:off x="-1330212" y="3703475"/>
                <a:ext cx="355125" cy="193225"/>
              </a:xfrm>
              <a:custGeom>
                <a:rect b="b" l="l" r="r" t="t"/>
                <a:pathLst>
                  <a:path extrusionOk="0" h="7729" w="14205">
                    <a:moveTo>
                      <a:pt x="9449" y="1"/>
                    </a:moveTo>
                    <a:cubicBezTo>
                      <a:pt x="6300" y="1"/>
                      <a:pt x="3158" y="37"/>
                      <a:pt x="0" y="111"/>
                    </a:cubicBezTo>
                    <a:cubicBezTo>
                      <a:pt x="209" y="2635"/>
                      <a:pt x="553" y="5129"/>
                      <a:pt x="926" y="7638"/>
                    </a:cubicBezTo>
                    <a:cubicBezTo>
                      <a:pt x="2305" y="7699"/>
                      <a:pt x="3686" y="7729"/>
                      <a:pt x="5069" y="7729"/>
                    </a:cubicBezTo>
                    <a:cubicBezTo>
                      <a:pt x="8119" y="7729"/>
                      <a:pt x="11172" y="7582"/>
                      <a:pt x="14204" y="7295"/>
                    </a:cubicBezTo>
                    <a:cubicBezTo>
                      <a:pt x="14130" y="4845"/>
                      <a:pt x="13891" y="2426"/>
                      <a:pt x="13502" y="21"/>
                    </a:cubicBezTo>
                    <a:cubicBezTo>
                      <a:pt x="12149" y="7"/>
                      <a:pt x="10799" y="1"/>
                      <a:pt x="9449"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1"/>
              <p:cNvSpPr/>
              <p:nvPr/>
            </p:nvSpPr>
            <p:spPr>
              <a:xfrm>
                <a:off x="-1330212" y="3703475"/>
                <a:ext cx="355125" cy="193225"/>
              </a:xfrm>
              <a:custGeom>
                <a:rect b="b" l="l" r="r" t="t"/>
                <a:pathLst>
                  <a:path extrusionOk="0" h="7729" w="14205">
                    <a:moveTo>
                      <a:pt x="9449" y="1"/>
                    </a:moveTo>
                    <a:cubicBezTo>
                      <a:pt x="6300" y="1"/>
                      <a:pt x="3158" y="37"/>
                      <a:pt x="0" y="111"/>
                    </a:cubicBezTo>
                    <a:cubicBezTo>
                      <a:pt x="209" y="2635"/>
                      <a:pt x="553" y="5129"/>
                      <a:pt x="926" y="7638"/>
                    </a:cubicBezTo>
                    <a:cubicBezTo>
                      <a:pt x="2305" y="7699"/>
                      <a:pt x="3686" y="7729"/>
                      <a:pt x="5069" y="7729"/>
                    </a:cubicBezTo>
                    <a:cubicBezTo>
                      <a:pt x="8119" y="7729"/>
                      <a:pt x="11172" y="7582"/>
                      <a:pt x="14204" y="7295"/>
                    </a:cubicBezTo>
                    <a:cubicBezTo>
                      <a:pt x="14130" y="4845"/>
                      <a:pt x="13891" y="2426"/>
                      <a:pt x="13502" y="21"/>
                    </a:cubicBezTo>
                    <a:cubicBezTo>
                      <a:pt x="12149" y="7"/>
                      <a:pt x="10799" y="1"/>
                      <a:pt x="94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1"/>
              <p:cNvSpPr/>
              <p:nvPr/>
            </p:nvSpPr>
            <p:spPr>
              <a:xfrm>
                <a:off x="-1317887" y="3496000"/>
                <a:ext cx="264000" cy="324500"/>
              </a:xfrm>
              <a:custGeom>
                <a:rect b="b" l="l" r="r" t="t"/>
                <a:pathLst>
                  <a:path extrusionOk="0" h="12980" w="10560">
                    <a:moveTo>
                      <a:pt x="8514" y="1"/>
                    </a:moveTo>
                    <a:lnTo>
                      <a:pt x="0" y="1524"/>
                    </a:lnTo>
                    <a:lnTo>
                      <a:pt x="2061" y="12980"/>
                    </a:lnTo>
                    <a:lnTo>
                      <a:pt x="10560" y="11456"/>
                    </a:lnTo>
                    <a:lnTo>
                      <a:pt x="851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1"/>
              <p:cNvSpPr/>
              <p:nvPr/>
            </p:nvSpPr>
            <p:spPr>
              <a:xfrm>
                <a:off x="-1198412" y="3553500"/>
                <a:ext cx="248325" cy="314425"/>
              </a:xfrm>
              <a:custGeom>
                <a:rect b="b" l="l" r="r" t="t"/>
                <a:pathLst>
                  <a:path extrusionOk="0" h="12577" w="9933">
                    <a:moveTo>
                      <a:pt x="1345" y="1"/>
                    </a:moveTo>
                    <a:lnTo>
                      <a:pt x="1" y="11576"/>
                    </a:lnTo>
                    <a:lnTo>
                      <a:pt x="8589" y="12577"/>
                    </a:lnTo>
                    <a:lnTo>
                      <a:pt x="9933" y="1001"/>
                    </a:lnTo>
                    <a:lnTo>
                      <a:pt x="134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1"/>
              <p:cNvSpPr/>
              <p:nvPr/>
            </p:nvSpPr>
            <p:spPr>
              <a:xfrm>
                <a:off x="-1180487" y="3552750"/>
                <a:ext cx="204600" cy="118525"/>
              </a:xfrm>
              <a:custGeom>
                <a:rect b="b" l="l" r="r" t="t"/>
                <a:pathLst>
                  <a:path extrusionOk="0" h="4741" w="8184">
                    <a:moveTo>
                      <a:pt x="658" y="1"/>
                    </a:moveTo>
                    <a:cubicBezTo>
                      <a:pt x="628" y="1"/>
                      <a:pt x="613" y="16"/>
                      <a:pt x="613" y="46"/>
                    </a:cubicBezTo>
                    <a:cubicBezTo>
                      <a:pt x="598" y="61"/>
                      <a:pt x="583" y="76"/>
                      <a:pt x="583" y="91"/>
                    </a:cubicBezTo>
                    <a:cubicBezTo>
                      <a:pt x="419" y="1614"/>
                      <a:pt x="225" y="3137"/>
                      <a:pt x="1" y="4661"/>
                    </a:cubicBezTo>
                    <a:cubicBezTo>
                      <a:pt x="1" y="4706"/>
                      <a:pt x="44" y="4740"/>
                      <a:pt x="82" y="4740"/>
                    </a:cubicBezTo>
                    <a:cubicBezTo>
                      <a:pt x="107" y="4740"/>
                      <a:pt x="129" y="4726"/>
                      <a:pt x="135" y="4691"/>
                    </a:cubicBezTo>
                    <a:cubicBezTo>
                      <a:pt x="344" y="3182"/>
                      <a:pt x="538" y="1659"/>
                      <a:pt x="702" y="135"/>
                    </a:cubicBezTo>
                    <a:lnTo>
                      <a:pt x="6453" y="807"/>
                    </a:lnTo>
                    <a:cubicBezTo>
                      <a:pt x="7005" y="867"/>
                      <a:pt x="7543" y="927"/>
                      <a:pt x="8096" y="987"/>
                    </a:cubicBezTo>
                    <a:cubicBezTo>
                      <a:pt x="8101" y="988"/>
                      <a:pt x="8106" y="988"/>
                      <a:pt x="8110" y="988"/>
                    </a:cubicBezTo>
                    <a:cubicBezTo>
                      <a:pt x="8183" y="988"/>
                      <a:pt x="8166" y="881"/>
                      <a:pt x="8096" y="867"/>
                    </a:cubicBezTo>
                    <a:cubicBezTo>
                      <a:pt x="6169" y="643"/>
                      <a:pt x="4242" y="419"/>
                      <a:pt x="2301" y="195"/>
                    </a:cubicBezTo>
                    <a:cubicBezTo>
                      <a:pt x="1763" y="135"/>
                      <a:pt x="1210" y="61"/>
                      <a:pt x="6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1"/>
              <p:cNvSpPr/>
              <p:nvPr/>
            </p:nvSpPr>
            <p:spPr>
              <a:xfrm>
                <a:off x="-1308187" y="3669150"/>
                <a:ext cx="372300" cy="229650"/>
              </a:xfrm>
              <a:custGeom>
                <a:rect b="b" l="l" r="r" t="t"/>
                <a:pathLst>
                  <a:path extrusionOk="0" h="9186" w="14892">
                    <a:moveTo>
                      <a:pt x="9441" y="1"/>
                    </a:moveTo>
                    <a:cubicBezTo>
                      <a:pt x="6944" y="1"/>
                      <a:pt x="4446" y="80"/>
                      <a:pt x="1957" y="244"/>
                    </a:cubicBezTo>
                    <a:cubicBezTo>
                      <a:pt x="1136" y="3156"/>
                      <a:pt x="478" y="6114"/>
                      <a:pt x="0" y="9086"/>
                    </a:cubicBezTo>
                    <a:cubicBezTo>
                      <a:pt x="404" y="9131"/>
                      <a:pt x="792" y="9146"/>
                      <a:pt x="1195" y="9146"/>
                    </a:cubicBezTo>
                    <a:cubicBezTo>
                      <a:pt x="2205" y="9172"/>
                      <a:pt x="3216" y="9185"/>
                      <a:pt x="4227" y="9185"/>
                    </a:cubicBezTo>
                    <a:cubicBezTo>
                      <a:pt x="7224" y="9185"/>
                      <a:pt x="10226" y="9070"/>
                      <a:pt x="13219" y="8847"/>
                    </a:cubicBezTo>
                    <a:cubicBezTo>
                      <a:pt x="13980" y="5979"/>
                      <a:pt x="14548" y="3067"/>
                      <a:pt x="14891" y="124"/>
                    </a:cubicBezTo>
                    <a:cubicBezTo>
                      <a:pt x="13078" y="43"/>
                      <a:pt x="11260" y="1"/>
                      <a:pt x="944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1"/>
              <p:cNvSpPr/>
              <p:nvPr/>
            </p:nvSpPr>
            <p:spPr>
              <a:xfrm>
                <a:off x="-1308187" y="3670000"/>
                <a:ext cx="372300" cy="228800"/>
              </a:xfrm>
              <a:custGeom>
                <a:rect b="b" l="l" r="r" t="t"/>
                <a:pathLst>
                  <a:path extrusionOk="0" h="9152" w="14892">
                    <a:moveTo>
                      <a:pt x="12248" y="1"/>
                    </a:moveTo>
                    <a:lnTo>
                      <a:pt x="12248" y="1"/>
                    </a:lnTo>
                    <a:cubicBezTo>
                      <a:pt x="12995" y="942"/>
                      <a:pt x="13741" y="1853"/>
                      <a:pt x="14503" y="2764"/>
                    </a:cubicBezTo>
                    <a:cubicBezTo>
                      <a:pt x="14652" y="1883"/>
                      <a:pt x="14772" y="987"/>
                      <a:pt x="14891" y="90"/>
                    </a:cubicBezTo>
                    <a:cubicBezTo>
                      <a:pt x="14010" y="46"/>
                      <a:pt x="13129" y="16"/>
                      <a:pt x="12248" y="1"/>
                    </a:cubicBezTo>
                    <a:close/>
                    <a:moveTo>
                      <a:pt x="4690" y="61"/>
                    </a:moveTo>
                    <a:cubicBezTo>
                      <a:pt x="3779" y="105"/>
                      <a:pt x="2868" y="150"/>
                      <a:pt x="1957" y="210"/>
                    </a:cubicBezTo>
                    <a:cubicBezTo>
                      <a:pt x="1718" y="1076"/>
                      <a:pt x="1494" y="1928"/>
                      <a:pt x="1270" y="2794"/>
                    </a:cubicBezTo>
                    <a:cubicBezTo>
                      <a:pt x="2420" y="1898"/>
                      <a:pt x="3570" y="987"/>
                      <a:pt x="4690" y="61"/>
                    </a:cubicBezTo>
                    <a:close/>
                    <a:moveTo>
                      <a:pt x="13517" y="7648"/>
                    </a:moveTo>
                    <a:cubicBezTo>
                      <a:pt x="9052" y="7827"/>
                      <a:pt x="4616" y="7902"/>
                      <a:pt x="180" y="7977"/>
                    </a:cubicBezTo>
                    <a:cubicBezTo>
                      <a:pt x="120" y="8335"/>
                      <a:pt x="60" y="8693"/>
                      <a:pt x="0" y="9052"/>
                    </a:cubicBezTo>
                    <a:cubicBezTo>
                      <a:pt x="404" y="9097"/>
                      <a:pt x="792" y="9112"/>
                      <a:pt x="1195" y="9112"/>
                    </a:cubicBezTo>
                    <a:cubicBezTo>
                      <a:pt x="2205" y="9138"/>
                      <a:pt x="3216" y="9151"/>
                      <a:pt x="4227" y="9151"/>
                    </a:cubicBezTo>
                    <a:cubicBezTo>
                      <a:pt x="7224" y="9151"/>
                      <a:pt x="10226" y="9036"/>
                      <a:pt x="13219" y="8813"/>
                    </a:cubicBezTo>
                    <a:cubicBezTo>
                      <a:pt x="13323" y="8425"/>
                      <a:pt x="13413" y="8036"/>
                      <a:pt x="13517" y="7648"/>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1"/>
              <p:cNvSpPr/>
              <p:nvPr/>
            </p:nvSpPr>
            <p:spPr>
              <a:xfrm>
                <a:off x="-1298487" y="3669625"/>
                <a:ext cx="350650" cy="172550"/>
              </a:xfrm>
              <a:custGeom>
                <a:rect b="b" l="l" r="r" t="t"/>
                <a:pathLst>
                  <a:path extrusionOk="0" h="6902" w="14026">
                    <a:moveTo>
                      <a:pt x="11008" y="1"/>
                    </a:moveTo>
                    <a:cubicBezTo>
                      <a:pt x="11979" y="1270"/>
                      <a:pt x="12965" y="2510"/>
                      <a:pt x="13966" y="3750"/>
                    </a:cubicBezTo>
                    <a:cubicBezTo>
                      <a:pt x="13981" y="3615"/>
                      <a:pt x="14011" y="3481"/>
                      <a:pt x="14026" y="3346"/>
                    </a:cubicBezTo>
                    <a:cubicBezTo>
                      <a:pt x="13144" y="2241"/>
                      <a:pt x="12263" y="1136"/>
                      <a:pt x="11412" y="1"/>
                    </a:cubicBezTo>
                    <a:close/>
                    <a:moveTo>
                      <a:pt x="5258" y="46"/>
                    </a:moveTo>
                    <a:cubicBezTo>
                      <a:pt x="5094" y="46"/>
                      <a:pt x="4930" y="61"/>
                      <a:pt x="4765" y="61"/>
                    </a:cubicBezTo>
                    <a:cubicBezTo>
                      <a:pt x="3466" y="1211"/>
                      <a:pt x="2122" y="2301"/>
                      <a:pt x="748" y="3361"/>
                    </a:cubicBezTo>
                    <a:cubicBezTo>
                      <a:pt x="718" y="3511"/>
                      <a:pt x="673" y="3675"/>
                      <a:pt x="643" y="3839"/>
                    </a:cubicBezTo>
                    <a:cubicBezTo>
                      <a:pt x="2226" y="2630"/>
                      <a:pt x="3765" y="1375"/>
                      <a:pt x="5258" y="46"/>
                    </a:cubicBezTo>
                    <a:close/>
                    <a:moveTo>
                      <a:pt x="13772" y="4736"/>
                    </a:moveTo>
                    <a:lnTo>
                      <a:pt x="13772" y="4736"/>
                    </a:lnTo>
                    <a:cubicBezTo>
                      <a:pt x="9321" y="4765"/>
                      <a:pt x="4855" y="4840"/>
                      <a:pt x="389" y="4945"/>
                    </a:cubicBezTo>
                    <a:cubicBezTo>
                      <a:pt x="374" y="5049"/>
                      <a:pt x="344" y="5154"/>
                      <a:pt x="329" y="5258"/>
                    </a:cubicBezTo>
                    <a:cubicBezTo>
                      <a:pt x="4780" y="5154"/>
                      <a:pt x="9246" y="5079"/>
                      <a:pt x="13712" y="5049"/>
                    </a:cubicBezTo>
                    <a:cubicBezTo>
                      <a:pt x="13742" y="4945"/>
                      <a:pt x="13757" y="4840"/>
                      <a:pt x="13772" y="4736"/>
                    </a:cubicBezTo>
                    <a:close/>
                    <a:moveTo>
                      <a:pt x="13607" y="5587"/>
                    </a:moveTo>
                    <a:cubicBezTo>
                      <a:pt x="9127" y="5781"/>
                      <a:pt x="4661" y="5901"/>
                      <a:pt x="180" y="5975"/>
                    </a:cubicBezTo>
                    <a:cubicBezTo>
                      <a:pt x="120" y="6289"/>
                      <a:pt x="46" y="6588"/>
                      <a:pt x="1" y="6901"/>
                    </a:cubicBezTo>
                    <a:cubicBezTo>
                      <a:pt x="4467" y="6841"/>
                      <a:pt x="8932" y="6707"/>
                      <a:pt x="13398" y="6528"/>
                    </a:cubicBezTo>
                    <a:cubicBezTo>
                      <a:pt x="13473" y="6214"/>
                      <a:pt x="13533" y="5901"/>
                      <a:pt x="13607" y="5587"/>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1"/>
              <p:cNvSpPr/>
              <p:nvPr/>
            </p:nvSpPr>
            <p:spPr>
              <a:xfrm>
                <a:off x="-1297012" y="3677375"/>
                <a:ext cx="343675" cy="135425"/>
              </a:xfrm>
              <a:custGeom>
                <a:rect b="b" l="l" r="r" t="t"/>
                <a:pathLst>
                  <a:path extrusionOk="0" h="5417" w="13747">
                    <a:moveTo>
                      <a:pt x="9905" y="1"/>
                    </a:moveTo>
                    <a:cubicBezTo>
                      <a:pt x="9900" y="1"/>
                      <a:pt x="9895" y="2"/>
                      <a:pt x="9889" y="4"/>
                    </a:cubicBezTo>
                    <a:cubicBezTo>
                      <a:pt x="9799" y="34"/>
                      <a:pt x="9695" y="64"/>
                      <a:pt x="9605" y="109"/>
                    </a:cubicBezTo>
                    <a:cubicBezTo>
                      <a:pt x="9575" y="109"/>
                      <a:pt x="9546" y="154"/>
                      <a:pt x="9560" y="184"/>
                    </a:cubicBezTo>
                    <a:cubicBezTo>
                      <a:pt x="9560" y="208"/>
                      <a:pt x="9580" y="233"/>
                      <a:pt x="9612" y="233"/>
                    </a:cubicBezTo>
                    <a:cubicBezTo>
                      <a:pt x="9619" y="233"/>
                      <a:pt x="9627" y="231"/>
                      <a:pt x="9635" y="229"/>
                    </a:cubicBezTo>
                    <a:lnTo>
                      <a:pt x="9740" y="199"/>
                    </a:lnTo>
                    <a:cubicBezTo>
                      <a:pt x="10696" y="1468"/>
                      <a:pt x="11696" y="2723"/>
                      <a:pt x="12712" y="3948"/>
                    </a:cubicBezTo>
                    <a:cubicBezTo>
                      <a:pt x="13011" y="4291"/>
                      <a:pt x="13309" y="4650"/>
                      <a:pt x="13608" y="4993"/>
                    </a:cubicBezTo>
                    <a:cubicBezTo>
                      <a:pt x="13622" y="5007"/>
                      <a:pt x="13637" y="5013"/>
                      <a:pt x="13652" y="5013"/>
                    </a:cubicBezTo>
                    <a:cubicBezTo>
                      <a:pt x="13702" y="5013"/>
                      <a:pt x="13747" y="4949"/>
                      <a:pt x="13713" y="4903"/>
                    </a:cubicBezTo>
                    <a:cubicBezTo>
                      <a:pt x="12667" y="3694"/>
                      <a:pt x="11651" y="2454"/>
                      <a:pt x="10666" y="1199"/>
                    </a:cubicBezTo>
                    <a:cubicBezTo>
                      <a:pt x="10397" y="841"/>
                      <a:pt x="10128" y="497"/>
                      <a:pt x="9859" y="154"/>
                    </a:cubicBezTo>
                    <a:cubicBezTo>
                      <a:pt x="9874" y="139"/>
                      <a:pt x="9904" y="139"/>
                      <a:pt x="9919" y="124"/>
                    </a:cubicBezTo>
                    <a:cubicBezTo>
                      <a:pt x="9949" y="124"/>
                      <a:pt x="9964" y="79"/>
                      <a:pt x="9964" y="49"/>
                    </a:cubicBezTo>
                    <a:cubicBezTo>
                      <a:pt x="9952" y="25"/>
                      <a:pt x="9929" y="1"/>
                      <a:pt x="9905" y="1"/>
                    </a:cubicBezTo>
                    <a:close/>
                    <a:moveTo>
                      <a:pt x="6355" y="103"/>
                    </a:moveTo>
                    <a:cubicBezTo>
                      <a:pt x="6329" y="103"/>
                      <a:pt x="6301" y="120"/>
                      <a:pt x="6290" y="154"/>
                    </a:cubicBezTo>
                    <a:cubicBezTo>
                      <a:pt x="6290" y="184"/>
                      <a:pt x="6319" y="214"/>
                      <a:pt x="6349" y="229"/>
                    </a:cubicBezTo>
                    <a:cubicBezTo>
                      <a:pt x="4736" y="1543"/>
                      <a:pt x="3108" y="2842"/>
                      <a:pt x="1480" y="4157"/>
                    </a:cubicBezTo>
                    <a:cubicBezTo>
                      <a:pt x="1002" y="4545"/>
                      <a:pt x="524" y="4918"/>
                      <a:pt x="46" y="5307"/>
                    </a:cubicBezTo>
                    <a:cubicBezTo>
                      <a:pt x="0" y="5353"/>
                      <a:pt x="51" y="5416"/>
                      <a:pt x="105" y="5416"/>
                    </a:cubicBezTo>
                    <a:cubicBezTo>
                      <a:pt x="121" y="5416"/>
                      <a:pt x="137" y="5410"/>
                      <a:pt x="151" y="5396"/>
                    </a:cubicBezTo>
                    <a:cubicBezTo>
                      <a:pt x="1794" y="4067"/>
                      <a:pt x="3437" y="2738"/>
                      <a:pt x="5080" y="1423"/>
                    </a:cubicBezTo>
                    <a:cubicBezTo>
                      <a:pt x="5558" y="1035"/>
                      <a:pt x="6021" y="662"/>
                      <a:pt x="6499" y="273"/>
                    </a:cubicBezTo>
                    <a:cubicBezTo>
                      <a:pt x="6514" y="273"/>
                      <a:pt x="6528" y="288"/>
                      <a:pt x="6558" y="288"/>
                    </a:cubicBezTo>
                    <a:cubicBezTo>
                      <a:pt x="6566" y="292"/>
                      <a:pt x="6573" y="294"/>
                      <a:pt x="6581" y="294"/>
                    </a:cubicBezTo>
                    <a:cubicBezTo>
                      <a:pt x="6602" y="294"/>
                      <a:pt x="6622" y="277"/>
                      <a:pt x="6633" y="243"/>
                    </a:cubicBezTo>
                    <a:cubicBezTo>
                      <a:pt x="6633" y="214"/>
                      <a:pt x="6618" y="169"/>
                      <a:pt x="6588" y="169"/>
                    </a:cubicBezTo>
                    <a:cubicBezTo>
                      <a:pt x="6514" y="139"/>
                      <a:pt x="6439" y="124"/>
                      <a:pt x="6379" y="109"/>
                    </a:cubicBezTo>
                    <a:cubicBezTo>
                      <a:pt x="6372" y="105"/>
                      <a:pt x="6363" y="103"/>
                      <a:pt x="6355" y="10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4" name="Google Shape;454;p41"/>
            <p:cNvSpPr/>
            <p:nvPr/>
          </p:nvSpPr>
          <p:spPr>
            <a:xfrm flipH="1">
              <a:off x="-277184" y="1575691"/>
              <a:ext cx="519658" cy="671062"/>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5" name="Google Shape;455;p41"/>
            <p:cNvGrpSpPr/>
            <p:nvPr/>
          </p:nvGrpSpPr>
          <p:grpSpPr>
            <a:xfrm rot="3380678">
              <a:off x="7397840" y="3907572"/>
              <a:ext cx="1229586" cy="2090423"/>
              <a:chOff x="-3129600" y="729050"/>
              <a:chExt cx="216575" cy="368200"/>
            </a:xfrm>
          </p:grpSpPr>
          <p:sp>
            <p:nvSpPr>
              <p:cNvPr id="456" name="Google Shape;456;p41"/>
              <p:cNvSpPr/>
              <p:nvPr/>
            </p:nvSpPr>
            <p:spPr>
              <a:xfrm>
                <a:off x="-3129600" y="877825"/>
                <a:ext cx="187825" cy="219425"/>
              </a:xfrm>
              <a:custGeom>
                <a:rect b="b" l="l" r="r" t="t"/>
                <a:pathLst>
                  <a:path extrusionOk="0" h="8777" w="7513">
                    <a:moveTo>
                      <a:pt x="4279" y="1"/>
                    </a:moveTo>
                    <a:cubicBezTo>
                      <a:pt x="4251" y="1"/>
                      <a:pt x="4239" y="42"/>
                      <a:pt x="4227" y="54"/>
                    </a:cubicBezTo>
                    <a:cubicBezTo>
                      <a:pt x="3256" y="1607"/>
                      <a:pt x="2270" y="3160"/>
                      <a:pt x="1300" y="4714"/>
                    </a:cubicBezTo>
                    <a:cubicBezTo>
                      <a:pt x="881" y="5386"/>
                      <a:pt x="463" y="6043"/>
                      <a:pt x="45" y="6715"/>
                    </a:cubicBezTo>
                    <a:cubicBezTo>
                      <a:pt x="0" y="6775"/>
                      <a:pt x="0" y="6820"/>
                      <a:pt x="60" y="6879"/>
                    </a:cubicBezTo>
                    <a:cubicBezTo>
                      <a:pt x="657" y="7507"/>
                      <a:pt x="1270" y="8134"/>
                      <a:pt x="1867" y="8776"/>
                    </a:cubicBezTo>
                    <a:lnTo>
                      <a:pt x="1897" y="8776"/>
                    </a:lnTo>
                    <a:cubicBezTo>
                      <a:pt x="1897" y="8731"/>
                      <a:pt x="1927" y="8716"/>
                      <a:pt x="1942" y="8702"/>
                    </a:cubicBezTo>
                    <a:cubicBezTo>
                      <a:pt x="2599" y="7955"/>
                      <a:pt x="3226" y="7208"/>
                      <a:pt x="3883" y="6476"/>
                    </a:cubicBezTo>
                    <a:cubicBezTo>
                      <a:pt x="5063" y="5117"/>
                      <a:pt x="6243" y="3758"/>
                      <a:pt x="7438" y="2384"/>
                    </a:cubicBezTo>
                    <a:cubicBezTo>
                      <a:pt x="7468" y="2369"/>
                      <a:pt x="7513" y="2339"/>
                      <a:pt x="7498" y="2294"/>
                    </a:cubicBezTo>
                    <a:cubicBezTo>
                      <a:pt x="7483" y="2294"/>
                      <a:pt x="7483" y="2294"/>
                      <a:pt x="7483" y="2279"/>
                    </a:cubicBezTo>
                    <a:cubicBezTo>
                      <a:pt x="7349" y="2219"/>
                      <a:pt x="7244" y="2115"/>
                      <a:pt x="7139" y="2040"/>
                    </a:cubicBezTo>
                    <a:cubicBezTo>
                      <a:pt x="6572" y="1637"/>
                      <a:pt x="6004" y="1234"/>
                      <a:pt x="5437" y="815"/>
                    </a:cubicBezTo>
                    <a:cubicBezTo>
                      <a:pt x="5078" y="576"/>
                      <a:pt x="4735" y="323"/>
                      <a:pt x="4376" y="69"/>
                    </a:cubicBezTo>
                    <a:cubicBezTo>
                      <a:pt x="4361" y="54"/>
                      <a:pt x="4317" y="39"/>
                      <a:pt x="4302" y="9"/>
                    </a:cubicBezTo>
                    <a:cubicBezTo>
                      <a:pt x="4293" y="3"/>
                      <a:pt x="4285" y="1"/>
                      <a:pt x="42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1"/>
              <p:cNvSpPr/>
              <p:nvPr/>
            </p:nvSpPr>
            <p:spPr>
              <a:xfrm>
                <a:off x="-3127375" y="1051300"/>
                <a:ext cx="41100" cy="44075"/>
              </a:xfrm>
              <a:custGeom>
                <a:rect b="b" l="l" r="r" t="t"/>
                <a:pathLst>
                  <a:path extrusionOk="0" h="1763" w="1644">
                    <a:moveTo>
                      <a:pt x="46" y="0"/>
                    </a:moveTo>
                    <a:cubicBezTo>
                      <a:pt x="46" y="15"/>
                      <a:pt x="31" y="30"/>
                      <a:pt x="31" y="45"/>
                    </a:cubicBezTo>
                    <a:cubicBezTo>
                      <a:pt x="1" y="90"/>
                      <a:pt x="1" y="120"/>
                      <a:pt x="46" y="164"/>
                    </a:cubicBezTo>
                    <a:cubicBezTo>
                      <a:pt x="553" y="687"/>
                      <a:pt x="1061" y="1225"/>
                      <a:pt x="1569" y="1763"/>
                    </a:cubicBezTo>
                    <a:lnTo>
                      <a:pt x="1584" y="1763"/>
                    </a:lnTo>
                    <a:cubicBezTo>
                      <a:pt x="1584" y="1718"/>
                      <a:pt x="1599" y="1703"/>
                      <a:pt x="1614" y="1688"/>
                    </a:cubicBezTo>
                    <a:cubicBezTo>
                      <a:pt x="1629" y="1688"/>
                      <a:pt x="1629" y="1673"/>
                      <a:pt x="1644" y="1658"/>
                    </a:cubicBezTo>
                    <a:cubicBezTo>
                      <a:pt x="1121" y="1105"/>
                      <a:pt x="583" y="553"/>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1"/>
              <p:cNvSpPr/>
              <p:nvPr/>
            </p:nvSpPr>
            <p:spPr>
              <a:xfrm>
                <a:off x="-2966425" y="857500"/>
                <a:ext cx="41450" cy="19450"/>
              </a:xfrm>
              <a:custGeom>
                <a:rect b="b" l="l" r="r" t="t"/>
                <a:pathLst>
                  <a:path extrusionOk="0" h="778" w="1658">
                    <a:moveTo>
                      <a:pt x="598" y="0"/>
                    </a:moveTo>
                    <a:cubicBezTo>
                      <a:pt x="553" y="0"/>
                      <a:pt x="523" y="0"/>
                      <a:pt x="478" y="45"/>
                    </a:cubicBezTo>
                    <a:cubicBezTo>
                      <a:pt x="329" y="180"/>
                      <a:pt x="164" y="329"/>
                      <a:pt x="0" y="478"/>
                    </a:cubicBezTo>
                    <a:cubicBezTo>
                      <a:pt x="254" y="568"/>
                      <a:pt x="941" y="717"/>
                      <a:pt x="1120" y="777"/>
                    </a:cubicBezTo>
                    <a:cubicBezTo>
                      <a:pt x="1195" y="673"/>
                      <a:pt x="1538" y="165"/>
                      <a:pt x="1658" y="45"/>
                    </a:cubicBezTo>
                    <a:lnTo>
                      <a:pt x="1658" y="15"/>
                    </a:lnTo>
                    <a:cubicBezTo>
                      <a:pt x="1542" y="7"/>
                      <a:pt x="1443" y="5"/>
                      <a:pt x="1350" y="5"/>
                    </a:cubicBezTo>
                    <a:cubicBezTo>
                      <a:pt x="1200" y="5"/>
                      <a:pt x="1068" y="11"/>
                      <a:pt x="914" y="11"/>
                    </a:cubicBezTo>
                    <a:cubicBezTo>
                      <a:pt x="820" y="11"/>
                      <a:pt x="717" y="9"/>
                      <a:pt x="59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1"/>
              <p:cNvSpPr/>
              <p:nvPr/>
            </p:nvSpPr>
            <p:spPr>
              <a:xfrm>
                <a:off x="-3022075" y="867950"/>
                <a:ext cx="86650" cy="66875"/>
              </a:xfrm>
              <a:custGeom>
                <a:rect b="b" l="l" r="r" t="t"/>
                <a:pathLst>
                  <a:path extrusionOk="0" h="2675" w="3466">
                    <a:moveTo>
                      <a:pt x="2122" y="1"/>
                    </a:moveTo>
                    <a:cubicBezTo>
                      <a:pt x="1662" y="307"/>
                      <a:pt x="1162" y="469"/>
                      <a:pt x="616" y="469"/>
                    </a:cubicBezTo>
                    <a:cubicBezTo>
                      <a:pt x="417" y="469"/>
                      <a:pt x="212" y="448"/>
                      <a:pt x="1" y="404"/>
                    </a:cubicBezTo>
                    <a:lnTo>
                      <a:pt x="1" y="404"/>
                    </a:lnTo>
                    <a:cubicBezTo>
                      <a:pt x="16" y="449"/>
                      <a:pt x="45" y="449"/>
                      <a:pt x="75" y="479"/>
                    </a:cubicBezTo>
                    <a:cubicBezTo>
                      <a:pt x="434" y="718"/>
                      <a:pt x="777" y="971"/>
                      <a:pt x="1136" y="1225"/>
                    </a:cubicBezTo>
                    <a:cubicBezTo>
                      <a:pt x="1703" y="1629"/>
                      <a:pt x="2271" y="2047"/>
                      <a:pt x="2838" y="2450"/>
                    </a:cubicBezTo>
                    <a:cubicBezTo>
                      <a:pt x="2943" y="2525"/>
                      <a:pt x="3048" y="2614"/>
                      <a:pt x="3182" y="2674"/>
                    </a:cubicBezTo>
                    <a:cubicBezTo>
                      <a:pt x="3182" y="2659"/>
                      <a:pt x="3182" y="2659"/>
                      <a:pt x="3182" y="2644"/>
                    </a:cubicBezTo>
                    <a:cubicBezTo>
                      <a:pt x="3003" y="2151"/>
                      <a:pt x="3003" y="1673"/>
                      <a:pt x="3107" y="1195"/>
                    </a:cubicBezTo>
                    <a:cubicBezTo>
                      <a:pt x="3182" y="897"/>
                      <a:pt x="3316" y="628"/>
                      <a:pt x="3466" y="374"/>
                    </a:cubicBezTo>
                    <a:cubicBezTo>
                      <a:pt x="3272" y="314"/>
                      <a:pt x="3077" y="269"/>
                      <a:pt x="2898" y="210"/>
                    </a:cubicBezTo>
                    <a:cubicBezTo>
                      <a:pt x="2629" y="150"/>
                      <a:pt x="2375" y="90"/>
                      <a:pt x="21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1"/>
              <p:cNvSpPr/>
              <p:nvPr/>
            </p:nvSpPr>
            <p:spPr>
              <a:xfrm>
                <a:off x="-2942900" y="934800"/>
                <a:ext cx="750" cy="400"/>
              </a:xfrm>
              <a:custGeom>
                <a:rect b="b" l="l" r="r" t="t"/>
                <a:pathLst>
                  <a:path extrusionOk="0" h="16" w="30">
                    <a:moveTo>
                      <a:pt x="15" y="0"/>
                    </a:moveTo>
                    <a:cubicBezTo>
                      <a:pt x="0" y="0"/>
                      <a:pt x="15" y="15"/>
                      <a:pt x="30" y="15"/>
                    </a:cubicBezTo>
                    <a:cubicBezTo>
                      <a:pt x="30" y="15"/>
                      <a:pt x="30" y="0"/>
                      <a:pt x="15"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1"/>
              <p:cNvSpPr/>
              <p:nvPr/>
            </p:nvSpPr>
            <p:spPr>
              <a:xfrm>
                <a:off x="-3076575" y="905300"/>
                <a:ext cx="69475" cy="152375"/>
              </a:xfrm>
              <a:custGeom>
                <a:rect b="b" l="l" r="r" t="t"/>
                <a:pathLst>
                  <a:path extrusionOk="0" h="6095" w="2779">
                    <a:moveTo>
                      <a:pt x="1927" y="0"/>
                    </a:moveTo>
                    <a:cubicBezTo>
                      <a:pt x="1255" y="971"/>
                      <a:pt x="612" y="1957"/>
                      <a:pt x="0" y="2943"/>
                    </a:cubicBezTo>
                    <a:cubicBezTo>
                      <a:pt x="239" y="4003"/>
                      <a:pt x="493" y="5049"/>
                      <a:pt x="747" y="6094"/>
                    </a:cubicBezTo>
                    <a:cubicBezTo>
                      <a:pt x="1434" y="5258"/>
                      <a:pt x="2106" y="4421"/>
                      <a:pt x="2778" y="3585"/>
                    </a:cubicBezTo>
                    <a:cubicBezTo>
                      <a:pt x="2479" y="2390"/>
                      <a:pt x="2196" y="1195"/>
                      <a:pt x="192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1"/>
              <p:cNvSpPr/>
              <p:nvPr/>
            </p:nvSpPr>
            <p:spPr>
              <a:xfrm>
                <a:off x="-3035725" y="870125"/>
                <a:ext cx="70125" cy="126250"/>
              </a:xfrm>
              <a:custGeom>
                <a:rect b="b" l="l" r="r" t="t"/>
                <a:pathLst>
                  <a:path extrusionOk="0" h="5050" w="2805">
                    <a:moveTo>
                      <a:pt x="2708" y="0"/>
                    </a:moveTo>
                    <a:cubicBezTo>
                      <a:pt x="2694" y="0"/>
                      <a:pt x="2680" y="5"/>
                      <a:pt x="2668" y="18"/>
                    </a:cubicBezTo>
                    <a:cubicBezTo>
                      <a:pt x="2270" y="389"/>
                      <a:pt x="1743" y="596"/>
                      <a:pt x="1201" y="596"/>
                    </a:cubicBezTo>
                    <a:cubicBezTo>
                      <a:pt x="1133" y="596"/>
                      <a:pt x="1064" y="592"/>
                      <a:pt x="995" y="586"/>
                    </a:cubicBezTo>
                    <a:cubicBezTo>
                      <a:pt x="935" y="586"/>
                      <a:pt x="935" y="705"/>
                      <a:pt x="1010" y="720"/>
                    </a:cubicBezTo>
                    <a:cubicBezTo>
                      <a:pt x="1088" y="729"/>
                      <a:pt x="1166" y="734"/>
                      <a:pt x="1243" y="734"/>
                    </a:cubicBezTo>
                    <a:cubicBezTo>
                      <a:pt x="1805" y="734"/>
                      <a:pt x="2350" y="501"/>
                      <a:pt x="2757" y="108"/>
                    </a:cubicBezTo>
                    <a:cubicBezTo>
                      <a:pt x="2804" y="73"/>
                      <a:pt x="2759" y="0"/>
                      <a:pt x="2708" y="0"/>
                    </a:cubicBezTo>
                    <a:close/>
                    <a:moveTo>
                      <a:pt x="72" y="2264"/>
                    </a:moveTo>
                    <a:cubicBezTo>
                      <a:pt x="37" y="2264"/>
                      <a:pt x="0" y="2296"/>
                      <a:pt x="9" y="2348"/>
                    </a:cubicBezTo>
                    <a:cubicBezTo>
                      <a:pt x="248" y="3229"/>
                      <a:pt x="472" y="4111"/>
                      <a:pt x="681" y="5007"/>
                    </a:cubicBezTo>
                    <a:cubicBezTo>
                      <a:pt x="687" y="5037"/>
                      <a:pt x="710" y="5050"/>
                      <a:pt x="735" y="5050"/>
                    </a:cubicBezTo>
                    <a:cubicBezTo>
                      <a:pt x="771" y="5050"/>
                      <a:pt x="809" y="5021"/>
                      <a:pt x="801" y="4977"/>
                    </a:cubicBezTo>
                    <a:cubicBezTo>
                      <a:pt x="591" y="4081"/>
                      <a:pt x="367" y="3185"/>
                      <a:pt x="128" y="2318"/>
                    </a:cubicBezTo>
                    <a:cubicBezTo>
                      <a:pt x="122" y="2281"/>
                      <a:pt x="98" y="2264"/>
                      <a:pt x="72" y="2264"/>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1"/>
              <p:cNvSpPr/>
              <p:nvPr/>
            </p:nvSpPr>
            <p:spPr>
              <a:xfrm>
                <a:off x="-3006025" y="729050"/>
                <a:ext cx="93000" cy="99350"/>
              </a:xfrm>
              <a:custGeom>
                <a:rect b="b" l="l" r="r" t="t"/>
                <a:pathLst>
                  <a:path extrusionOk="0" h="3974" w="3720">
                    <a:moveTo>
                      <a:pt x="1480" y="0"/>
                    </a:moveTo>
                    <a:cubicBezTo>
                      <a:pt x="987" y="374"/>
                      <a:pt x="524" y="792"/>
                      <a:pt x="105" y="1255"/>
                    </a:cubicBezTo>
                    <a:cubicBezTo>
                      <a:pt x="1" y="2166"/>
                      <a:pt x="16" y="3077"/>
                      <a:pt x="195" y="3973"/>
                    </a:cubicBezTo>
                    <a:cubicBezTo>
                      <a:pt x="1405" y="3555"/>
                      <a:pt x="2585" y="3047"/>
                      <a:pt x="3720" y="2480"/>
                    </a:cubicBezTo>
                    <a:cubicBezTo>
                      <a:pt x="3137" y="1539"/>
                      <a:pt x="2376" y="688"/>
                      <a:pt x="14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1"/>
              <p:cNvSpPr/>
              <p:nvPr/>
            </p:nvSpPr>
            <p:spPr>
              <a:xfrm>
                <a:off x="-3001475" y="730200"/>
                <a:ext cx="34700" cy="31425"/>
              </a:xfrm>
              <a:custGeom>
                <a:rect b="b" l="l" r="r" t="t"/>
                <a:pathLst>
                  <a:path extrusionOk="0" h="1257" w="1388">
                    <a:moveTo>
                      <a:pt x="1286" y="1"/>
                    </a:moveTo>
                    <a:cubicBezTo>
                      <a:pt x="1273" y="1"/>
                      <a:pt x="1262" y="5"/>
                      <a:pt x="1253" y="14"/>
                    </a:cubicBezTo>
                    <a:cubicBezTo>
                      <a:pt x="1029" y="193"/>
                      <a:pt x="835" y="403"/>
                      <a:pt x="610" y="597"/>
                    </a:cubicBezTo>
                    <a:cubicBezTo>
                      <a:pt x="401" y="776"/>
                      <a:pt x="177" y="955"/>
                      <a:pt x="13" y="1179"/>
                    </a:cubicBezTo>
                    <a:cubicBezTo>
                      <a:pt x="0" y="1218"/>
                      <a:pt x="21" y="1257"/>
                      <a:pt x="56" y="1257"/>
                    </a:cubicBezTo>
                    <a:cubicBezTo>
                      <a:pt x="61" y="1257"/>
                      <a:pt x="67" y="1256"/>
                      <a:pt x="73" y="1254"/>
                    </a:cubicBezTo>
                    <a:cubicBezTo>
                      <a:pt x="162" y="1224"/>
                      <a:pt x="252" y="1194"/>
                      <a:pt x="342" y="1149"/>
                    </a:cubicBezTo>
                    <a:cubicBezTo>
                      <a:pt x="357" y="1179"/>
                      <a:pt x="401" y="1194"/>
                      <a:pt x="416" y="1194"/>
                    </a:cubicBezTo>
                    <a:cubicBezTo>
                      <a:pt x="685" y="1090"/>
                      <a:pt x="924" y="940"/>
                      <a:pt x="1103" y="731"/>
                    </a:cubicBezTo>
                    <a:cubicBezTo>
                      <a:pt x="1144" y="690"/>
                      <a:pt x="1111" y="625"/>
                      <a:pt x="1070" y="625"/>
                    </a:cubicBezTo>
                    <a:cubicBezTo>
                      <a:pt x="1067" y="625"/>
                      <a:pt x="1063" y="625"/>
                      <a:pt x="1059" y="627"/>
                    </a:cubicBezTo>
                    <a:cubicBezTo>
                      <a:pt x="1193" y="462"/>
                      <a:pt x="1312" y="298"/>
                      <a:pt x="1387" y="119"/>
                    </a:cubicBezTo>
                    <a:cubicBezTo>
                      <a:pt x="1387" y="60"/>
                      <a:pt x="1331" y="1"/>
                      <a:pt x="128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465" name="Shape 465"/>
        <p:cNvGrpSpPr/>
        <p:nvPr/>
      </p:nvGrpSpPr>
      <p:grpSpPr>
        <a:xfrm>
          <a:off x="0" y="0"/>
          <a:ext cx="0" cy="0"/>
          <a:chOff x="0" y="0"/>
          <a:chExt cx="0" cy="0"/>
        </a:xfrm>
      </p:grpSpPr>
      <p:grpSp>
        <p:nvGrpSpPr>
          <p:cNvPr id="466" name="Google Shape;466;p42"/>
          <p:cNvGrpSpPr/>
          <p:nvPr/>
        </p:nvGrpSpPr>
        <p:grpSpPr>
          <a:xfrm>
            <a:off x="-65" y="-15"/>
            <a:ext cx="9144128" cy="5143530"/>
            <a:chOff x="-2163850" y="-134475"/>
            <a:chExt cx="3075000" cy="5336719"/>
          </a:xfrm>
        </p:grpSpPr>
        <p:cxnSp>
          <p:nvCxnSpPr>
            <p:cNvPr id="467" name="Google Shape;467;p42"/>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68" name="Google Shape;468;p42"/>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69" name="Google Shape;469;p42"/>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0" name="Google Shape;470;p42"/>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1" name="Google Shape;471;p42"/>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2" name="Google Shape;472;p42"/>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3" name="Google Shape;473;p42"/>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4" name="Google Shape;474;p42"/>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5" name="Google Shape;475;p42"/>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6" name="Google Shape;476;p42"/>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7" name="Google Shape;477;p42"/>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8" name="Google Shape;478;p42"/>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79" name="Google Shape;479;p42"/>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80" name="Google Shape;480;p42"/>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81" name="Google Shape;481;p42"/>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482" name="Google Shape;482;p42"/>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483" name="Google Shape;483;p42"/>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484" name="Google Shape;484;p42"/>
          <p:cNvGrpSpPr/>
          <p:nvPr/>
        </p:nvGrpSpPr>
        <p:grpSpPr>
          <a:xfrm>
            <a:off x="-511749" y="-171193"/>
            <a:ext cx="11204772" cy="5746893"/>
            <a:chOff x="-511749" y="-171193"/>
            <a:chExt cx="11204772" cy="5746893"/>
          </a:xfrm>
        </p:grpSpPr>
        <p:grpSp>
          <p:nvGrpSpPr>
            <p:cNvPr id="485" name="Google Shape;485;p42"/>
            <p:cNvGrpSpPr/>
            <p:nvPr/>
          </p:nvGrpSpPr>
          <p:grpSpPr>
            <a:xfrm rot="-563356">
              <a:off x="8416021" y="-13864"/>
              <a:ext cx="2110551" cy="2213903"/>
              <a:chOff x="-2906325" y="1533725"/>
              <a:chExt cx="405175" cy="425000"/>
            </a:xfrm>
          </p:grpSpPr>
          <p:sp>
            <p:nvSpPr>
              <p:cNvPr id="486" name="Google Shape;486;p42"/>
              <p:cNvSpPr/>
              <p:nvPr/>
            </p:nvSpPr>
            <p:spPr>
              <a:xfrm>
                <a:off x="-2906325" y="1613925"/>
                <a:ext cx="405175" cy="326175"/>
              </a:xfrm>
              <a:custGeom>
                <a:rect b="b" l="l" r="r" t="t"/>
                <a:pathLst>
                  <a:path extrusionOk="0" h="13047" w="16207">
                    <a:moveTo>
                      <a:pt x="6214" y="1467"/>
                    </a:moveTo>
                    <a:lnTo>
                      <a:pt x="6214" y="1467"/>
                    </a:lnTo>
                    <a:cubicBezTo>
                      <a:pt x="6214" y="1467"/>
                      <a:pt x="6214" y="1467"/>
                      <a:pt x="6214" y="1467"/>
                    </a:cubicBezTo>
                    <a:cubicBezTo>
                      <a:pt x="6214" y="1467"/>
                      <a:pt x="6214" y="1467"/>
                      <a:pt x="6214" y="1467"/>
                    </a:cubicBezTo>
                    <a:close/>
                    <a:moveTo>
                      <a:pt x="4404" y="0"/>
                    </a:moveTo>
                    <a:cubicBezTo>
                      <a:pt x="3840" y="0"/>
                      <a:pt x="3281" y="120"/>
                      <a:pt x="2913" y="571"/>
                    </a:cubicBezTo>
                    <a:cubicBezTo>
                      <a:pt x="1913" y="1751"/>
                      <a:pt x="1375" y="3319"/>
                      <a:pt x="912" y="4738"/>
                    </a:cubicBezTo>
                    <a:cubicBezTo>
                      <a:pt x="419" y="6247"/>
                      <a:pt x="1" y="7860"/>
                      <a:pt x="31" y="9443"/>
                    </a:cubicBezTo>
                    <a:cubicBezTo>
                      <a:pt x="46" y="10787"/>
                      <a:pt x="568" y="12266"/>
                      <a:pt x="1913" y="12803"/>
                    </a:cubicBezTo>
                    <a:cubicBezTo>
                      <a:pt x="2327" y="12969"/>
                      <a:pt x="2816" y="13029"/>
                      <a:pt x="3302" y="13029"/>
                    </a:cubicBezTo>
                    <a:cubicBezTo>
                      <a:pt x="3690" y="13029"/>
                      <a:pt x="4077" y="12991"/>
                      <a:pt x="4422" y="12938"/>
                    </a:cubicBezTo>
                    <a:cubicBezTo>
                      <a:pt x="5228" y="12803"/>
                      <a:pt x="5856" y="12296"/>
                      <a:pt x="6453" y="11773"/>
                    </a:cubicBezTo>
                    <a:cubicBezTo>
                      <a:pt x="6465" y="11749"/>
                      <a:pt x="6278" y="11724"/>
                      <a:pt x="6234" y="11724"/>
                    </a:cubicBezTo>
                    <a:cubicBezTo>
                      <a:pt x="6224" y="11724"/>
                      <a:pt x="6221" y="11725"/>
                      <a:pt x="6229" y="11728"/>
                    </a:cubicBezTo>
                    <a:cubicBezTo>
                      <a:pt x="6035" y="11713"/>
                      <a:pt x="5856" y="11713"/>
                      <a:pt x="5676" y="11713"/>
                    </a:cubicBezTo>
                    <a:cubicBezTo>
                      <a:pt x="5605" y="11713"/>
                      <a:pt x="5490" y="11706"/>
                      <a:pt x="5369" y="11706"/>
                    </a:cubicBezTo>
                    <a:cubicBezTo>
                      <a:pt x="5186" y="11706"/>
                      <a:pt x="4989" y="11722"/>
                      <a:pt x="4900" y="11803"/>
                    </a:cubicBezTo>
                    <a:cubicBezTo>
                      <a:pt x="4440" y="12190"/>
                      <a:pt x="3999" y="12538"/>
                      <a:pt x="3459" y="12768"/>
                    </a:cubicBezTo>
                    <a:lnTo>
                      <a:pt x="3459" y="12768"/>
                    </a:lnTo>
                    <a:cubicBezTo>
                      <a:pt x="3324" y="12712"/>
                      <a:pt x="3180" y="12644"/>
                      <a:pt x="3048" y="12565"/>
                    </a:cubicBezTo>
                    <a:cubicBezTo>
                      <a:pt x="2794" y="12400"/>
                      <a:pt x="2555" y="12191"/>
                      <a:pt x="2361" y="11952"/>
                    </a:cubicBezTo>
                    <a:cubicBezTo>
                      <a:pt x="1479" y="10862"/>
                      <a:pt x="1509" y="9308"/>
                      <a:pt x="1689" y="7979"/>
                    </a:cubicBezTo>
                    <a:cubicBezTo>
                      <a:pt x="1883" y="6486"/>
                      <a:pt x="2316" y="5037"/>
                      <a:pt x="2839" y="3633"/>
                    </a:cubicBezTo>
                    <a:cubicBezTo>
                      <a:pt x="3092" y="2976"/>
                      <a:pt x="3361" y="2319"/>
                      <a:pt x="3705" y="1706"/>
                    </a:cubicBezTo>
                    <a:cubicBezTo>
                      <a:pt x="3869" y="1392"/>
                      <a:pt x="4063" y="1094"/>
                      <a:pt x="4272" y="810"/>
                    </a:cubicBezTo>
                    <a:cubicBezTo>
                      <a:pt x="4300" y="769"/>
                      <a:pt x="4329" y="726"/>
                      <a:pt x="4359" y="683"/>
                    </a:cubicBezTo>
                    <a:lnTo>
                      <a:pt x="4359" y="683"/>
                    </a:lnTo>
                    <a:cubicBezTo>
                      <a:pt x="4511" y="960"/>
                      <a:pt x="4607" y="1283"/>
                      <a:pt x="4661" y="1497"/>
                    </a:cubicBezTo>
                    <a:cubicBezTo>
                      <a:pt x="4674" y="1554"/>
                      <a:pt x="4811" y="1573"/>
                      <a:pt x="5000" y="1573"/>
                    </a:cubicBezTo>
                    <a:cubicBezTo>
                      <a:pt x="5437" y="1573"/>
                      <a:pt x="6149" y="1466"/>
                      <a:pt x="6210" y="1466"/>
                    </a:cubicBezTo>
                    <a:cubicBezTo>
                      <a:pt x="6212" y="1466"/>
                      <a:pt x="6214" y="1467"/>
                      <a:pt x="6214" y="1467"/>
                    </a:cubicBezTo>
                    <a:lnTo>
                      <a:pt x="6214" y="1467"/>
                    </a:lnTo>
                    <a:cubicBezTo>
                      <a:pt x="6080" y="900"/>
                      <a:pt x="5766" y="138"/>
                      <a:pt x="5109" y="48"/>
                    </a:cubicBezTo>
                    <a:cubicBezTo>
                      <a:pt x="4882" y="22"/>
                      <a:pt x="4643" y="0"/>
                      <a:pt x="4404" y="0"/>
                    </a:cubicBezTo>
                    <a:close/>
                    <a:moveTo>
                      <a:pt x="11999" y="28"/>
                    </a:moveTo>
                    <a:cubicBezTo>
                      <a:pt x="11808" y="28"/>
                      <a:pt x="11619" y="42"/>
                      <a:pt x="11457" y="48"/>
                    </a:cubicBezTo>
                    <a:cubicBezTo>
                      <a:pt x="11068" y="63"/>
                      <a:pt x="10695" y="78"/>
                      <a:pt x="10426" y="377"/>
                    </a:cubicBezTo>
                    <a:cubicBezTo>
                      <a:pt x="10142" y="676"/>
                      <a:pt x="9978" y="1094"/>
                      <a:pt x="9888" y="1497"/>
                    </a:cubicBezTo>
                    <a:cubicBezTo>
                      <a:pt x="9890" y="1493"/>
                      <a:pt x="9904" y="1491"/>
                      <a:pt x="9930" y="1491"/>
                    </a:cubicBezTo>
                    <a:cubicBezTo>
                      <a:pt x="10086" y="1491"/>
                      <a:pt x="10639" y="1558"/>
                      <a:pt x="11035" y="1558"/>
                    </a:cubicBezTo>
                    <a:cubicBezTo>
                      <a:pt x="11262" y="1558"/>
                      <a:pt x="11437" y="1536"/>
                      <a:pt x="11457" y="1467"/>
                    </a:cubicBezTo>
                    <a:cubicBezTo>
                      <a:pt x="11501" y="1262"/>
                      <a:pt x="11591" y="952"/>
                      <a:pt x="11733" y="681"/>
                    </a:cubicBezTo>
                    <a:lnTo>
                      <a:pt x="11733" y="681"/>
                    </a:lnTo>
                    <a:cubicBezTo>
                      <a:pt x="11776" y="741"/>
                      <a:pt x="11813" y="796"/>
                      <a:pt x="11845" y="840"/>
                    </a:cubicBezTo>
                    <a:cubicBezTo>
                      <a:pt x="12054" y="1124"/>
                      <a:pt x="12233" y="1422"/>
                      <a:pt x="12412" y="1736"/>
                    </a:cubicBezTo>
                    <a:cubicBezTo>
                      <a:pt x="12741" y="2348"/>
                      <a:pt x="13025" y="3020"/>
                      <a:pt x="13264" y="3663"/>
                    </a:cubicBezTo>
                    <a:cubicBezTo>
                      <a:pt x="13786" y="5052"/>
                      <a:pt x="14205" y="6486"/>
                      <a:pt x="14414" y="7934"/>
                    </a:cubicBezTo>
                    <a:cubicBezTo>
                      <a:pt x="14593" y="9249"/>
                      <a:pt x="14653" y="10772"/>
                      <a:pt x="13816" y="11892"/>
                    </a:cubicBezTo>
                    <a:cubicBezTo>
                      <a:pt x="13622" y="12131"/>
                      <a:pt x="13413" y="12355"/>
                      <a:pt x="13159" y="12535"/>
                    </a:cubicBezTo>
                    <a:cubicBezTo>
                      <a:pt x="13014" y="12622"/>
                      <a:pt x="12869" y="12709"/>
                      <a:pt x="12710" y="12782"/>
                    </a:cubicBezTo>
                    <a:lnTo>
                      <a:pt x="12710" y="12782"/>
                    </a:lnTo>
                    <a:cubicBezTo>
                      <a:pt x="12643" y="12764"/>
                      <a:pt x="12577" y="12744"/>
                      <a:pt x="12517" y="12714"/>
                    </a:cubicBezTo>
                    <a:cubicBezTo>
                      <a:pt x="12338" y="12624"/>
                      <a:pt x="12158" y="12535"/>
                      <a:pt x="11994" y="12415"/>
                    </a:cubicBezTo>
                    <a:cubicBezTo>
                      <a:pt x="11710" y="12221"/>
                      <a:pt x="11457" y="11997"/>
                      <a:pt x="11203" y="11773"/>
                    </a:cubicBezTo>
                    <a:cubicBezTo>
                      <a:pt x="11132" y="11716"/>
                      <a:pt x="10991" y="11700"/>
                      <a:pt x="10843" y="11700"/>
                    </a:cubicBezTo>
                    <a:cubicBezTo>
                      <a:pt x="10678" y="11700"/>
                      <a:pt x="10505" y="11720"/>
                      <a:pt x="10411" y="11728"/>
                    </a:cubicBezTo>
                    <a:cubicBezTo>
                      <a:pt x="10232" y="11728"/>
                      <a:pt x="10053" y="11728"/>
                      <a:pt x="9873" y="11758"/>
                    </a:cubicBezTo>
                    <a:cubicBezTo>
                      <a:pt x="9843" y="11758"/>
                      <a:pt x="9634" y="11803"/>
                      <a:pt x="9649" y="11803"/>
                    </a:cubicBezTo>
                    <a:cubicBezTo>
                      <a:pt x="10157" y="12251"/>
                      <a:pt x="10695" y="12729"/>
                      <a:pt x="11367" y="12908"/>
                    </a:cubicBezTo>
                    <a:cubicBezTo>
                      <a:pt x="11733" y="13005"/>
                      <a:pt x="12140" y="13046"/>
                      <a:pt x="12549" y="13046"/>
                    </a:cubicBezTo>
                    <a:cubicBezTo>
                      <a:pt x="12958" y="13046"/>
                      <a:pt x="13368" y="13005"/>
                      <a:pt x="13742" y="12938"/>
                    </a:cubicBezTo>
                    <a:cubicBezTo>
                      <a:pt x="15146" y="12654"/>
                      <a:pt x="15907" y="11295"/>
                      <a:pt x="16042" y="9966"/>
                    </a:cubicBezTo>
                    <a:cubicBezTo>
                      <a:pt x="16206" y="8397"/>
                      <a:pt x="15818" y="6769"/>
                      <a:pt x="15370" y="5276"/>
                    </a:cubicBezTo>
                    <a:cubicBezTo>
                      <a:pt x="14937" y="3812"/>
                      <a:pt x="14414" y="2304"/>
                      <a:pt x="13548" y="1034"/>
                    </a:cubicBezTo>
                    <a:cubicBezTo>
                      <a:pt x="13338" y="720"/>
                      <a:pt x="13099" y="347"/>
                      <a:pt x="12741" y="168"/>
                    </a:cubicBezTo>
                    <a:cubicBezTo>
                      <a:pt x="12533" y="55"/>
                      <a:pt x="12264" y="28"/>
                      <a:pt x="11999" y="28"/>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2"/>
              <p:cNvSpPr/>
              <p:nvPr/>
            </p:nvSpPr>
            <p:spPr>
              <a:xfrm>
                <a:off x="-2832025" y="1599800"/>
                <a:ext cx="259550" cy="358925"/>
              </a:xfrm>
              <a:custGeom>
                <a:rect b="b" l="l" r="r" t="t"/>
                <a:pathLst>
                  <a:path extrusionOk="0" h="14357" w="10382">
                    <a:moveTo>
                      <a:pt x="8126" y="1"/>
                    </a:moveTo>
                    <a:lnTo>
                      <a:pt x="1644" y="344"/>
                    </a:lnTo>
                    <a:cubicBezTo>
                      <a:pt x="1032" y="2719"/>
                      <a:pt x="479" y="5109"/>
                      <a:pt x="210" y="7543"/>
                    </a:cubicBezTo>
                    <a:cubicBezTo>
                      <a:pt x="61" y="8888"/>
                      <a:pt x="1" y="10217"/>
                      <a:pt x="61" y="11561"/>
                    </a:cubicBezTo>
                    <a:cubicBezTo>
                      <a:pt x="106" y="12577"/>
                      <a:pt x="195" y="13772"/>
                      <a:pt x="1390" y="14041"/>
                    </a:cubicBezTo>
                    <a:cubicBezTo>
                      <a:pt x="2569" y="14285"/>
                      <a:pt x="3810" y="14356"/>
                      <a:pt x="5001" y="14356"/>
                    </a:cubicBezTo>
                    <a:cubicBezTo>
                      <a:pt x="5122" y="14356"/>
                      <a:pt x="5243" y="14356"/>
                      <a:pt x="5363" y="14354"/>
                    </a:cubicBezTo>
                    <a:cubicBezTo>
                      <a:pt x="6020" y="14354"/>
                      <a:pt x="6677" y="14324"/>
                      <a:pt x="7334" y="14250"/>
                    </a:cubicBezTo>
                    <a:cubicBezTo>
                      <a:pt x="7947" y="14190"/>
                      <a:pt x="8619" y="14145"/>
                      <a:pt x="9216" y="13966"/>
                    </a:cubicBezTo>
                    <a:cubicBezTo>
                      <a:pt x="9799" y="13787"/>
                      <a:pt x="9948" y="13159"/>
                      <a:pt x="10098" y="12637"/>
                    </a:cubicBezTo>
                    <a:cubicBezTo>
                      <a:pt x="10247" y="12039"/>
                      <a:pt x="10322" y="11427"/>
                      <a:pt x="10351" y="10814"/>
                    </a:cubicBezTo>
                    <a:cubicBezTo>
                      <a:pt x="10381" y="9560"/>
                      <a:pt x="10187" y="8305"/>
                      <a:pt x="9963" y="7066"/>
                    </a:cubicBezTo>
                    <a:cubicBezTo>
                      <a:pt x="9515" y="4691"/>
                      <a:pt x="9082" y="2256"/>
                      <a:pt x="8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2"/>
              <p:cNvSpPr/>
              <p:nvPr/>
            </p:nvSpPr>
            <p:spPr>
              <a:xfrm>
                <a:off x="-2753600" y="1533725"/>
                <a:ext cx="95250" cy="60875"/>
              </a:xfrm>
              <a:custGeom>
                <a:rect b="b" l="l" r="r" t="t"/>
                <a:pathLst>
                  <a:path extrusionOk="0" h="2435" w="3810">
                    <a:moveTo>
                      <a:pt x="1882" y="0"/>
                    </a:moveTo>
                    <a:cubicBezTo>
                      <a:pt x="1569" y="0"/>
                      <a:pt x="1285" y="90"/>
                      <a:pt x="1046" y="239"/>
                    </a:cubicBezTo>
                    <a:cubicBezTo>
                      <a:pt x="807" y="389"/>
                      <a:pt x="583" y="583"/>
                      <a:pt x="434" y="822"/>
                    </a:cubicBezTo>
                    <a:cubicBezTo>
                      <a:pt x="284" y="1046"/>
                      <a:pt x="180" y="1300"/>
                      <a:pt x="105" y="1554"/>
                    </a:cubicBezTo>
                    <a:cubicBezTo>
                      <a:pt x="45" y="1822"/>
                      <a:pt x="15" y="2076"/>
                      <a:pt x="0" y="2330"/>
                    </a:cubicBezTo>
                    <a:lnTo>
                      <a:pt x="688" y="2345"/>
                    </a:lnTo>
                    <a:cubicBezTo>
                      <a:pt x="688" y="1927"/>
                      <a:pt x="792" y="1509"/>
                      <a:pt x="1001" y="1195"/>
                    </a:cubicBezTo>
                    <a:cubicBezTo>
                      <a:pt x="1195" y="896"/>
                      <a:pt x="1554" y="687"/>
                      <a:pt x="1882" y="687"/>
                    </a:cubicBezTo>
                    <a:cubicBezTo>
                      <a:pt x="2047" y="687"/>
                      <a:pt x="2211" y="732"/>
                      <a:pt x="2360" y="837"/>
                    </a:cubicBezTo>
                    <a:cubicBezTo>
                      <a:pt x="2495" y="941"/>
                      <a:pt x="2629" y="1076"/>
                      <a:pt x="2734" y="1240"/>
                    </a:cubicBezTo>
                    <a:cubicBezTo>
                      <a:pt x="2943" y="1569"/>
                      <a:pt x="3062" y="1987"/>
                      <a:pt x="3167" y="2435"/>
                    </a:cubicBezTo>
                    <a:lnTo>
                      <a:pt x="3809" y="2270"/>
                    </a:lnTo>
                    <a:cubicBezTo>
                      <a:pt x="3764" y="2046"/>
                      <a:pt x="3705" y="1807"/>
                      <a:pt x="3615" y="1569"/>
                    </a:cubicBezTo>
                    <a:cubicBezTo>
                      <a:pt x="3540" y="1330"/>
                      <a:pt x="3451" y="1091"/>
                      <a:pt x="3301" y="852"/>
                    </a:cubicBezTo>
                    <a:cubicBezTo>
                      <a:pt x="3152" y="628"/>
                      <a:pt x="2958" y="418"/>
                      <a:pt x="2719" y="269"/>
                    </a:cubicBezTo>
                    <a:cubicBezTo>
                      <a:pt x="2599" y="179"/>
                      <a:pt x="2465" y="120"/>
                      <a:pt x="2330" y="75"/>
                    </a:cubicBezTo>
                    <a:cubicBezTo>
                      <a:pt x="2181" y="30"/>
                      <a:pt x="2032" y="0"/>
                      <a:pt x="18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2"/>
              <p:cNvSpPr/>
              <p:nvPr/>
            </p:nvSpPr>
            <p:spPr>
              <a:xfrm>
                <a:off x="-2812600" y="1579650"/>
                <a:ext cx="212875" cy="121000"/>
              </a:xfrm>
              <a:custGeom>
                <a:rect b="b" l="l" r="r" t="t"/>
                <a:pathLst>
                  <a:path extrusionOk="0" h="4840" w="8515">
                    <a:moveTo>
                      <a:pt x="4671" y="0"/>
                    </a:moveTo>
                    <a:cubicBezTo>
                      <a:pt x="3394" y="0"/>
                      <a:pt x="2118" y="81"/>
                      <a:pt x="852" y="239"/>
                    </a:cubicBezTo>
                    <a:cubicBezTo>
                      <a:pt x="523" y="1180"/>
                      <a:pt x="240" y="2121"/>
                      <a:pt x="1" y="3092"/>
                    </a:cubicBezTo>
                    <a:cubicBezTo>
                      <a:pt x="1345" y="4033"/>
                      <a:pt x="2913" y="4645"/>
                      <a:pt x="4541" y="4840"/>
                    </a:cubicBezTo>
                    <a:cubicBezTo>
                      <a:pt x="5945" y="4451"/>
                      <a:pt x="7245" y="3734"/>
                      <a:pt x="8514" y="3002"/>
                    </a:cubicBezTo>
                    <a:cubicBezTo>
                      <a:pt x="8185" y="2032"/>
                      <a:pt x="7767" y="1061"/>
                      <a:pt x="7349" y="120"/>
                    </a:cubicBezTo>
                    <a:cubicBezTo>
                      <a:pt x="6458" y="40"/>
                      <a:pt x="5564" y="0"/>
                      <a:pt x="467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42"/>
              <p:cNvSpPr/>
              <p:nvPr/>
            </p:nvSpPr>
            <p:spPr>
              <a:xfrm>
                <a:off x="-2830150" y="1891050"/>
                <a:ext cx="254300" cy="65000"/>
              </a:xfrm>
              <a:custGeom>
                <a:rect b="b" l="l" r="r" t="t"/>
                <a:pathLst>
                  <a:path extrusionOk="0" h="2600" w="10172">
                    <a:moveTo>
                      <a:pt x="1" y="1"/>
                    </a:moveTo>
                    <a:cubicBezTo>
                      <a:pt x="60" y="1002"/>
                      <a:pt x="165" y="2122"/>
                      <a:pt x="1330" y="2376"/>
                    </a:cubicBezTo>
                    <a:cubicBezTo>
                      <a:pt x="1748" y="2465"/>
                      <a:pt x="2181" y="2540"/>
                      <a:pt x="2614" y="2585"/>
                    </a:cubicBezTo>
                    <a:cubicBezTo>
                      <a:pt x="2420" y="1957"/>
                      <a:pt x="2092" y="1375"/>
                      <a:pt x="1629" y="897"/>
                    </a:cubicBezTo>
                    <a:cubicBezTo>
                      <a:pt x="1181" y="434"/>
                      <a:pt x="613" y="120"/>
                      <a:pt x="1" y="1"/>
                    </a:cubicBezTo>
                    <a:close/>
                    <a:moveTo>
                      <a:pt x="10172" y="225"/>
                    </a:moveTo>
                    <a:cubicBezTo>
                      <a:pt x="9619" y="300"/>
                      <a:pt x="9082" y="524"/>
                      <a:pt x="8619" y="837"/>
                    </a:cubicBezTo>
                    <a:cubicBezTo>
                      <a:pt x="8006" y="1270"/>
                      <a:pt x="7513" y="1898"/>
                      <a:pt x="7259" y="2600"/>
                    </a:cubicBezTo>
                    <a:cubicBezTo>
                      <a:pt x="7872" y="2540"/>
                      <a:pt x="8559" y="2495"/>
                      <a:pt x="9156" y="2316"/>
                    </a:cubicBezTo>
                    <a:cubicBezTo>
                      <a:pt x="9724" y="2122"/>
                      <a:pt x="9888" y="1494"/>
                      <a:pt x="10023" y="972"/>
                    </a:cubicBezTo>
                    <a:cubicBezTo>
                      <a:pt x="10082" y="733"/>
                      <a:pt x="10142" y="479"/>
                      <a:pt x="10172" y="225"/>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2"/>
              <p:cNvSpPr/>
              <p:nvPr/>
            </p:nvSpPr>
            <p:spPr>
              <a:xfrm>
                <a:off x="-2769275" y="1664025"/>
                <a:ext cx="33250" cy="96375"/>
              </a:xfrm>
              <a:custGeom>
                <a:rect b="b" l="l" r="r" t="t"/>
                <a:pathLst>
                  <a:path extrusionOk="0" h="3855" w="1330">
                    <a:moveTo>
                      <a:pt x="1225" y="1"/>
                    </a:moveTo>
                    <a:lnTo>
                      <a:pt x="0" y="61"/>
                    </a:lnTo>
                    <a:cubicBezTo>
                      <a:pt x="60" y="1330"/>
                      <a:pt x="75" y="2570"/>
                      <a:pt x="60" y="3839"/>
                    </a:cubicBezTo>
                    <a:lnTo>
                      <a:pt x="1300" y="3854"/>
                    </a:lnTo>
                    <a:cubicBezTo>
                      <a:pt x="1329" y="2570"/>
                      <a:pt x="1300" y="1285"/>
                      <a:pt x="1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2"/>
              <p:cNvSpPr/>
              <p:nvPr/>
            </p:nvSpPr>
            <p:spPr>
              <a:xfrm>
                <a:off x="-2687125" y="1658800"/>
                <a:ext cx="39600" cy="106450"/>
              </a:xfrm>
              <a:custGeom>
                <a:rect b="b" l="l" r="r" t="t"/>
                <a:pathLst>
                  <a:path extrusionOk="0" h="4258" w="1584">
                    <a:moveTo>
                      <a:pt x="1225" y="1"/>
                    </a:moveTo>
                    <a:lnTo>
                      <a:pt x="0" y="135"/>
                    </a:lnTo>
                    <a:cubicBezTo>
                      <a:pt x="149" y="1509"/>
                      <a:pt x="269" y="2883"/>
                      <a:pt x="359" y="4257"/>
                    </a:cubicBezTo>
                    <a:lnTo>
                      <a:pt x="1583" y="4168"/>
                    </a:lnTo>
                    <a:cubicBezTo>
                      <a:pt x="1509" y="2779"/>
                      <a:pt x="1374" y="1390"/>
                      <a:pt x="1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2"/>
              <p:cNvSpPr/>
              <p:nvPr/>
            </p:nvSpPr>
            <p:spPr>
              <a:xfrm>
                <a:off x="-2774875" y="1805550"/>
                <a:ext cx="135550" cy="101325"/>
              </a:xfrm>
              <a:custGeom>
                <a:rect b="b" l="l" r="r" t="t"/>
                <a:pathLst>
                  <a:path extrusionOk="0" h="4053" w="5422">
                    <a:moveTo>
                      <a:pt x="30" y="1"/>
                    </a:moveTo>
                    <a:cubicBezTo>
                      <a:pt x="0" y="777"/>
                      <a:pt x="120" y="1569"/>
                      <a:pt x="463" y="2271"/>
                    </a:cubicBezTo>
                    <a:cubicBezTo>
                      <a:pt x="866" y="3092"/>
                      <a:pt x="1598" y="3779"/>
                      <a:pt x="2494" y="3988"/>
                    </a:cubicBezTo>
                    <a:cubicBezTo>
                      <a:pt x="2663" y="4031"/>
                      <a:pt x="2837" y="4052"/>
                      <a:pt x="3010" y="4052"/>
                    </a:cubicBezTo>
                    <a:cubicBezTo>
                      <a:pt x="3330" y="4052"/>
                      <a:pt x="3648" y="3979"/>
                      <a:pt x="3928" y="3824"/>
                    </a:cubicBezTo>
                    <a:cubicBezTo>
                      <a:pt x="4511" y="3510"/>
                      <a:pt x="4854" y="2883"/>
                      <a:pt x="5063" y="2271"/>
                    </a:cubicBezTo>
                    <a:cubicBezTo>
                      <a:pt x="5302" y="1569"/>
                      <a:pt x="5407" y="837"/>
                      <a:pt x="5422" y="105"/>
                    </a:cubicBezTo>
                    <a:cubicBezTo>
                      <a:pt x="3630" y="105"/>
                      <a:pt x="1822" y="75"/>
                      <a:pt x="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2"/>
              <p:cNvSpPr/>
              <p:nvPr/>
            </p:nvSpPr>
            <p:spPr>
              <a:xfrm>
                <a:off x="-2832625" y="1810775"/>
                <a:ext cx="258900" cy="146725"/>
              </a:xfrm>
              <a:custGeom>
                <a:rect b="b" l="l" r="r" t="t"/>
                <a:pathLst>
                  <a:path extrusionOk="0" h="5869" w="10356">
                    <a:moveTo>
                      <a:pt x="7941" y="120"/>
                    </a:moveTo>
                    <a:cubicBezTo>
                      <a:pt x="8001" y="120"/>
                      <a:pt x="8046" y="135"/>
                      <a:pt x="8090" y="150"/>
                    </a:cubicBezTo>
                    <a:cubicBezTo>
                      <a:pt x="8120" y="150"/>
                      <a:pt x="8150" y="165"/>
                      <a:pt x="8165" y="180"/>
                    </a:cubicBezTo>
                    <a:cubicBezTo>
                      <a:pt x="8180" y="195"/>
                      <a:pt x="8210" y="225"/>
                      <a:pt x="8210" y="240"/>
                    </a:cubicBezTo>
                    <a:cubicBezTo>
                      <a:pt x="8210" y="240"/>
                      <a:pt x="8210" y="240"/>
                      <a:pt x="8210" y="255"/>
                    </a:cubicBezTo>
                    <a:cubicBezTo>
                      <a:pt x="8195" y="269"/>
                      <a:pt x="8150" y="269"/>
                      <a:pt x="8120" y="269"/>
                    </a:cubicBezTo>
                    <a:cubicBezTo>
                      <a:pt x="8075" y="284"/>
                      <a:pt x="8016" y="284"/>
                      <a:pt x="7956" y="284"/>
                    </a:cubicBezTo>
                    <a:cubicBezTo>
                      <a:pt x="7865" y="271"/>
                      <a:pt x="7762" y="247"/>
                      <a:pt x="7668" y="201"/>
                    </a:cubicBezTo>
                    <a:lnTo>
                      <a:pt x="7668" y="201"/>
                    </a:lnTo>
                    <a:cubicBezTo>
                      <a:pt x="7754" y="157"/>
                      <a:pt x="7847" y="120"/>
                      <a:pt x="7941" y="120"/>
                    </a:cubicBezTo>
                    <a:close/>
                    <a:moveTo>
                      <a:pt x="7941" y="1"/>
                    </a:moveTo>
                    <a:cubicBezTo>
                      <a:pt x="7807" y="16"/>
                      <a:pt x="7687" y="60"/>
                      <a:pt x="7568" y="120"/>
                    </a:cubicBezTo>
                    <a:cubicBezTo>
                      <a:pt x="7553" y="105"/>
                      <a:pt x="7538" y="105"/>
                      <a:pt x="7538" y="105"/>
                    </a:cubicBezTo>
                    <a:cubicBezTo>
                      <a:pt x="5880" y="90"/>
                      <a:pt x="4237" y="75"/>
                      <a:pt x="2609" y="60"/>
                    </a:cubicBezTo>
                    <a:cubicBezTo>
                      <a:pt x="2519" y="75"/>
                      <a:pt x="2519" y="195"/>
                      <a:pt x="2609" y="195"/>
                    </a:cubicBezTo>
                    <a:cubicBezTo>
                      <a:pt x="4252" y="210"/>
                      <a:pt x="5895" y="225"/>
                      <a:pt x="7538" y="240"/>
                    </a:cubicBezTo>
                    <a:cubicBezTo>
                      <a:pt x="7538" y="255"/>
                      <a:pt x="7538" y="269"/>
                      <a:pt x="7568" y="284"/>
                    </a:cubicBezTo>
                    <a:cubicBezTo>
                      <a:pt x="7672" y="344"/>
                      <a:pt x="7792" y="389"/>
                      <a:pt x="7911" y="389"/>
                    </a:cubicBezTo>
                    <a:cubicBezTo>
                      <a:pt x="7949" y="394"/>
                      <a:pt x="7992" y="398"/>
                      <a:pt x="8035" y="398"/>
                    </a:cubicBezTo>
                    <a:cubicBezTo>
                      <a:pt x="8110" y="398"/>
                      <a:pt x="8188" y="388"/>
                      <a:pt x="8255" y="359"/>
                    </a:cubicBezTo>
                    <a:cubicBezTo>
                      <a:pt x="8314" y="344"/>
                      <a:pt x="8359" y="299"/>
                      <a:pt x="8359" y="240"/>
                    </a:cubicBezTo>
                    <a:cubicBezTo>
                      <a:pt x="8359" y="180"/>
                      <a:pt x="8314" y="120"/>
                      <a:pt x="8270" y="90"/>
                    </a:cubicBezTo>
                    <a:cubicBezTo>
                      <a:pt x="8180" y="31"/>
                      <a:pt x="8060" y="1"/>
                      <a:pt x="7941" y="1"/>
                    </a:cubicBezTo>
                    <a:close/>
                    <a:moveTo>
                      <a:pt x="10256" y="3061"/>
                    </a:moveTo>
                    <a:cubicBezTo>
                      <a:pt x="10251" y="3061"/>
                      <a:pt x="10246" y="3062"/>
                      <a:pt x="10241" y="3062"/>
                    </a:cubicBezTo>
                    <a:cubicBezTo>
                      <a:pt x="9121" y="3316"/>
                      <a:pt x="8090" y="3959"/>
                      <a:pt x="7463" y="4915"/>
                    </a:cubicBezTo>
                    <a:cubicBezTo>
                      <a:pt x="7284" y="5183"/>
                      <a:pt x="7149" y="5467"/>
                      <a:pt x="7045" y="5781"/>
                    </a:cubicBezTo>
                    <a:cubicBezTo>
                      <a:pt x="7027" y="5825"/>
                      <a:pt x="7062" y="5854"/>
                      <a:pt x="7100" y="5854"/>
                    </a:cubicBezTo>
                    <a:cubicBezTo>
                      <a:pt x="7126" y="5854"/>
                      <a:pt x="7152" y="5841"/>
                      <a:pt x="7164" y="5811"/>
                    </a:cubicBezTo>
                    <a:cubicBezTo>
                      <a:pt x="7508" y="4765"/>
                      <a:pt x="8344" y="3944"/>
                      <a:pt x="9360" y="3496"/>
                    </a:cubicBezTo>
                    <a:cubicBezTo>
                      <a:pt x="9659" y="3361"/>
                      <a:pt x="9957" y="3257"/>
                      <a:pt x="10271" y="3182"/>
                    </a:cubicBezTo>
                    <a:cubicBezTo>
                      <a:pt x="10355" y="3168"/>
                      <a:pt x="10334" y="3061"/>
                      <a:pt x="10256" y="3061"/>
                    </a:cubicBezTo>
                    <a:close/>
                    <a:moveTo>
                      <a:pt x="85" y="2852"/>
                    </a:moveTo>
                    <a:cubicBezTo>
                      <a:pt x="21" y="2852"/>
                      <a:pt x="0" y="2945"/>
                      <a:pt x="70" y="2973"/>
                    </a:cubicBezTo>
                    <a:cubicBezTo>
                      <a:pt x="1100" y="3272"/>
                      <a:pt x="2011" y="3959"/>
                      <a:pt x="2564" y="4870"/>
                    </a:cubicBezTo>
                    <a:cubicBezTo>
                      <a:pt x="2743" y="5168"/>
                      <a:pt x="2878" y="5482"/>
                      <a:pt x="2997" y="5826"/>
                    </a:cubicBezTo>
                    <a:cubicBezTo>
                      <a:pt x="3003" y="5856"/>
                      <a:pt x="3026" y="5869"/>
                      <a:pt x="3051" y="5869"/>
                    </a:cubicBezTo>
                    <a:cubicBezTo>
                      <a:pt x="3087" y="5869"/>
                      <a:pt x="3126" y="5840"/>
                      <a:pt x="3117" y="5796"/>
                    </a:cubicBezTo>
                    <a:cubicBezTo>
                      <a:pt x="2743" y="4691"/>
                      <a:pt x="2011" y="3750"/>
                      <a:pt x="966" y="3197"/>
                    </a:cubicBezTo>
                    <a:cubicBezTo>
                      <a:pt x="697" y="3048"/>
                      <a:pt x="398" y="2928"/>
                      <a:pt x="100" y="2853"/>
                    </a:cubicBezTo>
                    <a:cubicBezTo>
                      <a:pt x="95" y="2852"/>
                      <a:pt x="90" y="2852"/>
                      <a:pt x="85" y="285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2"/>
              <p:cNvSpPr/>
              <p:nvPr/>
            </p:nvSpPr>
            <p:spPr>
              <a:xfrm>
                <a:off x="-2810550" y="1584625"/>
                <a:ext cx="207875" cy="108225"/>
              </a:xfrm>
              <a:custGeom>
                <a:rect b="b" l="l" r="r" t="t"/>
                <a:pathLst>
                  <a:path extrusionOk="0" h="4329" w="8315">
                    <a:moveTo>
                      <a:pt x="4852" y="1"/>
                    </a:moveTo>
                    <a:cubicBezTo>
                      <a:pt x="3933" y="1"/>
                      <a:pt x="3014" y="49"/>
                      <a:pt x="2099" y="145"/>
                    </a:cubicBezTo>
                    <a:cubicBezTo>
                      <a:pt x="1621" y="190"/>
                      <a:pt x="1143" y="264"/>
                      <a:pt x="665" y="339"/>
                    </a:cubicBezTo>
                    <a:cubicBezTo>
                      <a:pt x="581" y="339"/>
                      <a:pt x="603" y="445"/>
                      <a:pt x="680" y="445"/>
                    </a:cubicBezTo>
                    <a:cubicBezTo>
                      <a:pt x="685" y="445"/>
                      <a:pt x="690" y="444"/>
                      <a:pt x="695" y="444"/>
                    </a:cubicBezTo>
                    <a:cubicBezTo>
                      <a:pt x="2028" y="231"/>
                      <a:pt x="3380" y="121"/>
                      <a:pt x="4736" y="121"/>
                    </a:cubicBezTo>
                    <a:cubicBezTo>
                      <a:pt x="5096" y="121"/>
                      <a:pt x="5457" y="129"/>
                      <a:pt x="5818" y="145"/>
                    </a:cubicBezTo>
                    <a:cubicBezTo>
                      <a:pt x="6296" y="160"/>
                      <a:pt x="6774" y="190"/>
                      <a:pt x="7267" y="234"/>
                    </a:cubicBezTo>
                    <a:cubicBezTo>
                      <a:pt x="7272" y="235"/>
                      <a:pt x="7277" y="236"/>
                      <a:pt x="7282" y="236"/>
                    </a:cubicBezTo>
                    <a:cubicBezTo>
                      <a:pt x="7355" y="236"/>
                      <a:pt x="7337" y="129"/>
                      <a:pt x="7267" y="115"/>
                    </a:cubicBezTo>
                    <a:cubicBezTo>
                      <a:pt x="6464" y="38"/>
                      <a:pt x="5658" y="1"/>
                      <a:pt x="4852" y="1"/>
                    </a:cubicBezTo>
                    <a:close/>
                    <a:moveTo>
                      <a:pt x="8211" y="2431"/>
                    </a:moveTo>
                    <a:cubicBezTo>
                      <a:pt x="8196" y="2431"/>
                      <a:pt x="8179" y="2435"/>
                      <a:pt x="8163" y="2445"/>
                    </a:cubicBezTo>
                    <a:cubicBezTo>
                      <a:pt x="7700" y="2818"/>
                      <a:pt x="7192" y="3117"/>
                      <a:pt x="6655" y="3401"/>
                    </a:cubicBezTo>
                    <a:cubicBezTo>
                      <a:pt x="6117" y="3670"/>
                      <a:pt x="5564" y="3909"/>
                      <a:pt x="4982" y="4058"/>
                    </a:cubicBezTo>
                    <a:cubicBezTo>
                      <a:pt x="4637" y="4149"/>
                      <a:pt x="4286" y="4201"/>
                      <a:pt x="3933" y="4201"/>
                    </a:cubicBezTo>
                    <a:cubicBezTo>
                      <a:pt x="3705" y="4201"/>
                      <a:pt x="3477" y="4180"/>
                      <a:pt x="3249" y="4133"/>
                    </a:cubicBezTo>
                    <a:cubicBezTo>
                      <a:pt x="2697" y="4043"/>
                      <a:pt x="2189" y="3819"/>
                      <a:pt x="1711" y="3550"/>
                    </a:cubicBezTo>
                    <a:cubicBezTo>
                      <a:pt x="1158" y="3237"/>
                      <a:pt x="636" y="2863"/>
                      <a:pt x="128" y="2475"/>
                    </a:cubicBezTo>
                    <a:cubicBezTo>
                      <a:pt x="119" y="2471"/>
                      <a:pt x="110" y="2470"/>
                      <a:pt x="101" y="2470"/>
                    </a:cubicBezTo>
                    <a:cubicBezTo>
                      <a:pt x="40" y="2470"/>
                      <a:pt x="1" y="2555"/>
                      <a:pt x="53" y="2594"/>
                    </a:cubicBezTo>
                    <a:cubicBezTo>
                      <a:pt x="979" y="3281"/>
                      <a:pt x="1935" y="3983"/>
                      <a:pt x="3070" y="4237"/>
                    </a:cubicBezTo>
                    <a:cubicBezTo>
                      <a:pt x="3350" y="4300"/>
                      <a:pt x="3630" y="4329"/>
                      <a:pt x="3907" y="4329"/>
                    </a:cubicBezTo>
                    <a:cubicBezTo>
                      <a:pt x="4812" y="4329"/>
                      <a:pt x="5694" y="4025"/>
                      <a:pt x="6505" y="3625"/>
                    </a:cubicBezTo>
                    <a:cubicBezTo>
                      <a:pt x="7118" y="3311"/>
                      <a:pt x="7715" y="2968"/>
                      <a:pt x="8268" y="2535"/>
                    </a:cubicBezTo>
                    <a:cubicBezTo>
                      <a:pt x="8315" y="2488"/>
                      <a:pt x="8269" y="2431"/>
                      <a:pt x="8211" y="24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2"/>
              <p:cNvSpPr/>
              <p:nvPr/>
            </p:nvSpPr>
            <p:spPr>
              <a:xfrm>
                <a:off x="-2771150" y="1722125"/>
                <a:ext cx="38475" cy="32150"/>
              </a:xfrm>
              <a:custGeom>
                <a:rect b="b" l="l" r="r" t="t"/>
                <a:pathLst>
                  <a:path extrusionOk="0" h="1286" w="1539">
                    <a:moveTo>
                      <a:pt x="892" y="129"/>
                    </a:moveTo>
                    <a:cubicBezTo>
                      <a:pt x="1068" y="129"/>
                      <a:pt x="1243" y="136"/>
                      <a:pt x="1417" y="151"/>
                    </a:cubicBezTo>
                    <a:lnTo>
                      <a:pt x="1417" y="151"/>
                    </a:lnTo>
                    <a:lnTo>
                      <a:pt x="1377" y="1118"/>
                    </a:lnTo>
                    <a:lnTo>
                      <a:pt x="1377" y="1118"/>
                    </a:lnTo>
                    <a:cubicBezTo>
                      <a:pt x="1107" y="1143"/>
                      <a:pt x="836" y="1158"/>
                      <a:pt x="562" y="1158"/>
                    </a:cubicBezTo>
                    <a:cubicBezTo>
                      <a:pt x="421" y="1158"/>
                      <a:pt x="279" y="1154"/>
                      <a:pt x="135" y="1146"/>
                    </a:cubicBezTo>
                    <a:lnTo>
                      <a:pt x="135" y="1146"/>
                    </a:lnTo>
                    <a:lnTo>
                      <a:pt x="135" y="166"/>
                    </a:lnTo>
                    <a:lnTo>
                      <a:pt x="135" y="166"/>
                    </a:lnTo>
                    <a:cubicBezTo>
                      <a:pt x="385" y="143"/>
                      <a:pt x="639" y="129"/>
                      <a:pt x="892" y="129"/>
                    </a:cubicBezTo>
                    <a:close/>
                    <a:moveTo>
                      <a:pt x="841" y="1"/>
                    </a:moveTo>
                    <a:cubicBezTo>
                      <a:pt x="582" y="1"/>
                      <a:pt x="323" y="12"/>
                      <a:pt x="60" y="37"/>
                    </a:cubicBezTo>
                    <a:cubicBezTo>
                      <a:pt x="30" y="37"/>
                      <a:pt x="1" y="67"/>
                      <a:pt x="1" y="111"/>
                    </a:cubicBezTo>
                    <a:lnTo>
                      <a:pt x="1" y="1217"/>
                    </a:lnTo>
                    <a:cubicBezTo>
                      <a:pt x="1" y="1261"/>
                      <a:pt x="30" y="1284"/>
                      <a:pt x="62" y="1284"/>
                    </a:cubicBezTo>
                    <a:cubicBezTo>
                      <a:pt x="72" y="1284"/>
                      <a:pt x="83" y="1282"/>
                      <a:pt x="92" y="1277"/>
                    </a:cubicBezTo>
                    <a:lnTo>
                      <a:pt x="92" y="1277"/>
                    </a:lnTo>
                    <a:cubicBezTo>
                      <a:pt x="251" y="1282"/>
                      <a:pt x="411" y="1285"/>
                      <a:pt x="572" y="1285"/>
                    </a:cubicBezTo>
                    <a:cubicBezTo>
                      <a:pt x="860" y="1285"/>
                      <a:pt x="1150" y="1275"/>
                      <a:pt x="1434" y="1247"/>
                    </a:cubicBezTo>
                    <a:cubicBezTo>
                      <a:pt x="1464" y="1247"/>
                      <a:pt x="1494" y="1217"/>
                      <a:pt x="1494" y="1172"/>
                    </a:cubicBezTo>
                    <a:lnTo>
                      <a:pt x="1539" y="96"/>
                    </a:lnTo>
                    <a:cubicBezTo>
                      <a:pt x="1539" y="52"/>
                      <a:pt x="1509" y="22"/>
                      <a:pt x="1479" y="22"/>
                    </a:cubicBezTo>
                    <a:cubicBezTo>
                      <a:pt x="1264" y="8"/>
                      <a:pt x="1053" y="1"/>
                      <a:pt x="84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2"/>
              <p:cNvSpPr/>
              <p:nvPr/>
            </p:nvSpPr>
            <p:spPr>
              <a:xfrm>
                <a:off x="-2684200" y="1726800"/>
                <a:ext cx="40025" cy="32925"/>
              </a:xfrm>
              <a:custGeom>
                <a:rect b="b" l="l" r="r" t="t"/>
                <a:pathLst>
                  <a:path extrusionOk="0" h="1317" w="1601">
                    <a:moveTo>
                      <a:pt x="1002" y="127"/>
                    </a:moveTo>
                    <a:cubicBezTo>
                      <a:pt x="1129" y="127"/>
                      <a:pt x="1256" y="132"/>
                      <a:pt x="1381" y="143"/>
                    </a:cubicBezTo>
                    <a:lnTo>
                      <a:pt x="1381" y="143"/>
                    </a:lnTo>
                    <a:cubicBezTo>
                      <a:pt x="1408" y="453"/>
                      <a:pt x="1435" y="762"/>
                      <a:pt x="1462" y="1071"/>
                    </a:cubicBezTo>
                    <a:lnTo>
                      <a:pt x="1462" y="1071"/>
                    </a:lnTo>
                    <a:cubicBezTo>
                      <a:pt x="1132" y="1147"/>
                      <a:pt x="786" y="1188"/>
                      <a:pt x="443" y="1188"/>
                    </a:cubicBezTo>
                    <a:cubicBezTo>
                      <a:pt x="369" y="1188"/>
                      <a:pt x="295" y="1186"/>
                      <a:pt x="221" y="1182"/>
                    </a:cubicBezTo>
                    <a:lnTo>
                      <a:pt x="221" y="1182"/>
                    </a:lnTo>
                    <a:cubicBezTo>
                      <a:pt x="194" y="851"/>
                      <a:pt x="168" y="520"/>
                      <a:pt x="141" y="200"/>
                    </a:cubicBezTo>
                    <a:lnTo>
                      <a:pt x="141" y="200"/>
                    </a:lnTo>
                    <a:cubicBezTo>
                      <a:pt x="421" y="154"/>
                      <a:pt x="712" y="127"/>
                      <a:pt x="1002" y="127"/>
                    </a:cubicBezTo>
                    <a:close/>
                    <a:moveTo>
                      <a:pt x="1016" y="0"/>
                    </a:moveTo>
                    <a:cubicBezTo>
                      <a:pt x="704" y="0"/>
                      <a:pt x="395" y="25"/>
                      <a:pt x="92" y="83"/>
                    </a:cubicBezTo>
                    <a:lnTo>
                      <a:pt x="92" y="83"/>
                    </a:lnTo>
                    <a:cubicBezTo>
                      <a:pt x="87" y="82"/>
                      <a:pt x="82" y="81"/>
                      <a:pt x="77" y="81"/>
                    </a:cubicBezTo>
                    <a:cubicBezTo>
                      <a:pt x="63" y="81"/>
                      <a:pt x="48" y="86"/>
                      <a:pt x="37" y="97"/>
                    </a:cubicBezTo>
                    <a:lnTo>
                      <a:pt x="37" y="97"/>
                    </a:lnTo>
                    <a:cubicBezTo>
                      <a:pt x="4" y="115"/>
                      <a:pt x="1" y="155"/>
                      <a:pt x="20" y="182"/>
                    </a:cubicBezTo>
                    <a:lnTo>
                      <a:pt x="20" y="182"/>
                    </a:lnTo>
                    <a:cubicBezTo>
                      <a:pt x="49" y="530"/>
                      <a:pt x="78" y="892"/>
                      <a:pt x="107" y="1254"/>
                    </a:cubicBezTo>
                    <a:cubicBezTo>
                      <a:pt x="107" y="1284"/>
                      <a:pt x="122" y="1313"/>
                      <a:pt x="167" y="1313"/>
                    </a:cubicBezTo>
                    <a:cubicBezTo>
                      <a:pt x="238" y="1316"/>
                      <a:pt x="310" y="1317"/>
                      <a:pt x="382" y="1317"/>
                    </a:cubicBezTo>
                    <a:cubicBezTo>
                      <a:pt x="773" y="1317"/>
                      <a:pt x="1164" y="1280"/>
                      <a:pt x="1556" y="1179"/>
                    </a:cubicBezTo>
                    <a:cubicBezTo>
                      <a:pt x="1571" y="1164"/>
                      <a:pt x="1601" y="1149"/>
                      <a:pt x="1601" y="1119"/>
                    </a:cubicBezTo>
                    <a:cubicBezTo>
                      <a:pt x="1571" y="761"/>
                      <a:pt x="1541" y="432"/>
                      <a:pt x="1496" y="74"/>
                    </a:cubicBezTo>
                    <a:cubicBezTo>
                      <a:pt x="1496" y="44"/>
                      <a:pt x="1481" y="14"/>
                      <a:pt x="1436" y="14"/>
                    </a:cubicBezTo>
                    <a:cubicBezTo>
                      <a:pt x="1296" y="5"/>
                      <a:pt x="1156" y="0"/>
                      <a:pt x="101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2"/>
              <p:cNvSpPr/>
              <p:nvPr/>
            </p:nvSpPr>
            <p:spPr>
              <a:xfrm>
                <a:off x="-2753975" y="1722175"/>
                <a:ext cx="3750" cy="14700"/>
              </a:xfrm>
              <a:custGeom>
                <a:rect b="b" l="l" r="r" t="t"/>
                <a:pathLst>
                  <a:path extrusionOk="0" h="588" w="150">
                    <a:moveTo>
                      <a:pt x="45" y="1"/>
                    </a:moveTo>
                    <a:cubicBezTo>
                      <a:pt x="21" y="1"/>
                      <a:pt x="1" y="28"/>
                      <a:pt x="1" y="65"/>
                    </a:cubicBezTo>
                    <a:cubicBezTo>
                      <a:pt x="15" y="214"/>
                      <a:pt x="15" y="363"/>
                      <a:pt x="30" y="528"/>
                    </a:cubicBezTo>
                    <a:cubicBezTo>
                      <a:pt x="30" y="557"/>
                      <a:pt x="60" y="587"/>
                      <a:pt x="90" y="587"/>
                    </a:cubicBezTo>
                    <a:cubicBezTo>
                      <a:pt x="120" y="587"/>
                      <a:pt x="150" y="557"/>
                      <a:pt x="150" y="528"/>
                    </a:cubicBezTo>
                    <a:cubicBezTo>
                      <a:pt x="135" y="363"/>
                      <a:pt x="135" y="214"/>
                      <a:pt x="120" y="65"/>
                    </a:cubicBezTo>
                    <a:cubicBezTo>
                      <a:pt x="120" y="35"/>
                      <a:pt x="90" y="5"/>
                      <a:pt x="60" y="5"/>
                    </a:cubicBezTo>
                    <a:cubicBezTo>
                      <a:pt x="55" y="2"/>
                      <a:pt x="50" y="1"/>
                      <a:pt x="45" y="1"/>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42"/>
              <p:cNvSpPr/>
              <p:nvPr/>
            </p:nvSpPr>
            <p:spPr>
              <a:xfrm>
                <a:off x="-2666225" y="1727150"/>
                <a:ext cx="4875" cy="16450"/>
              </a:xfrm>
              <a:custGeom>
                <a:rect b="b" l="l" r="r" t="t"/>
                <a:pathLst>
                  <a:path extrusionOk="0" h="658" w="195">
                    <a:moveTo>
                      <a:pt x="60" y="0"/>
                    </a:moveTo>
                    <a:cubicBezTo>
                      <a:pt x="45" y="0"/>
                      <a:pt x="0" y="30"/>
                      <a:pt x="0" y="60"/>
                    </a:cubicBezTo>
                    <a:cubicBezTo>
                      <a:pt x="15" y="239"/>
                      <a:pt x="30" y="418"/>
                      <a:pt x="60" y="597"/>
                    </a:cubicBezTo>
                    <a:cubicBezTo>
                      <a:pt x="60" y="627"/>
                      <a:pt x="75" y="657"/>
                      <a:pt x="120" y="657"/>
                    </a:cubicBezTo>
                    <a:cubicBezTo>
                      <a:pt x="150" y="657"/>
                      <a:pt x="195" y="627"/>
                      <a:pt x="180" y="597"/>
                    </a:cubicBezTo>
                    <a:cubicBezTo>
                      <a:pt x="165" y="418"/>
                      <a:pt x="135" y="239"/>
                      <a:pt x="120" y="60"/>
                    </a:cubicBezTo>
                    <a:cubicBezTo>
                      <a:pt x="120" y="30"/>
                      <a:pt x="90" y="0"/>
                      <a:pt x="60"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2"/>
              <p:cNvSpPr/>
              <p:nvPr/>
            </p:nvSpPr>
            <p:spPr>
              <a:xfrm>
                <a:off x="-2768900" y="1816375"/>
                <a:ext cx="116150" cy="11225"/>
              </a:xfrm>
              <a:custGeom>
                <a:rect b="b" l="l" r="r" t="t"/>
                <a:pathLst>
                  <a:path extrusionOk="0" h="449" w="4646">
                    <a:moveTo>
                      <a:pt x="60" y="1"/>
                    </a:moveTo>
                    <a:cubicBezTo>
                      <a:pt x="30" y="1"/>
                      <a:pt x="0" y="31"/>
                      <a:pt x="0" y="60"/>
                    </a:cubicBezTo>
                    <a:lnTo>
                      <a:pt x="0" y="344"/>
                    </a:lnTo>
                    <a:lnTo>
                      <a:pt x="0" y="389"/>
                    </a:lnTo>
                    <a:cubicBezTo>
                      <a:pt x="0" y="419"/>
                      <a:pt x="30" y="449"/>
                      <a:pt x="60" y="449"/>
                    </a:cubicBezTo>
                    <a:cubicBezTo>
                      <a:pt x="90" y="449"/>
                      <a:pt x="120" y="419"/>
                      <a:pt x="120" y="389"/>
                    </a:cubicBezTo>
                    <a:lnTo>
                      <a:pt x="120" y="105"/>
                    </a:lnTo>
                    <a:lnTo>
                      <a:pt x="120" y="60"/>
                    </a:lnTo>
                    <a:cubicBezTo>
                      <a:pt x="120" y="31"/>
                      <a:pt x="90" y="1"/>
                      <a:pt x="60" y="1"/>
                    </a:cubicBezTo>
                    <a:close/>
                    <a:moveTo>
                      <a:pt x="523" y="1"/>
                    </a:moveTo>
                    <a:cubicBezTo>
                      <a:pt x="478" y="1"/>
                      <a:pt x="463" y="31"/>
                      <a:pt x="463" y="60"/>
                    </a:cubicBezTo>
                    <a:lnTo>
                      <a:pt x="463" y="344"/>
                    </a:lnTo>
                    <a:lnTo>
                      <a:pt x="463" y="389"/>
                    </a:lnTo>
                    <a:cubicBezTo>
                      <a:pt x="463" y="419"/>
                      <a:pt x="493" y="449"/>
                      <a:pt x="523" y="449"/>
                    </a:cubicBezTo>
                    <a:cubicBezTo>
                      <a:pt x="553" y="449"/>
                      <a:pt x="583" y="419"/>
                      <a:pt x="583" y="389"/>
                    </a:cubicBezTo>
                    <a:lnTo>
                      <a:pt x="583" y="105"/>
                    </a:lnTo>
                    <a:lnTo>
                      <a:pt x="583" y="60"/>
                    </a:lnTo>
                    <a:cubicBezTo>
                      <a:pt x="583" y="31"/>
                      <a:pt x="553" y="1"/>
                      <a:pt x="523" y="1"/>
                    </a:cubicBezTo>
                    <a:close/>
                    <a:moveTo>
                      <a:pt x="971" y="1"/>
                    </a:moveTo>
                    <a:cubicBezTo>
                      <a:pt x="941" y="1"/>
                      <a:pt x="911" y="31"/>
                      <a:pt x="911" y="60"/>
                    </a:cubicBezTo>
                    <a:lnTo>
                      <a:pt x="911" y="344"/>
                    </a:lnTo>
                    <a:lnTo>
                      <a:pt x="911" y="389"/>
                    </a:lnTo>
                    <a:cubicBezTo>
                      <a:pt x="911" y="419"/>
                      <a:pt x="941" y="449"/>
                      <a:pt x="971" y="449"/>
                    </a:cubicBezTo>
                    <a:cubicBezTo>
                      <a:pt x="1001" y="449"/>
                      <a:pt x="1031" y="419"/>
                      <a:pt x="1031" y="389"/>
                    </a:cubicBezTo>
                    <a:lnTo>
                      <a:pt x="1031" y="105"/>
                    </a:lnTo>
                    <a:lnTo>
                      <a:pt x="1031" y="60"/>
                    </a:lnTo>
                    <a:cubicBezTo>
                      <a:pt x="1031" y="31"/>
                      <a:pt x="1001" y="1"/>
                      <a:pt x="971" y="1"/>
                    </a:cubicBezTo>
                    <a:close/>
                    <a:moveTo>
                      <a:pt x="1419" y="1"/>
                    </a:moveTo>
                    <a:cubicBezTo>
                      <a:pt x="1389" y="1"/>
                      <a:pt x="1359" y="31"/>
                      <a:pt x="1359" y="60"/>
                    </a:cubicBezTo>
                    <a:lnTo>
                      <a:pt x="1359" y="344"/>
                    </a:lnTo>
                    <a:lnTo>
                      <a:pt x="1359" y="389"/>
                    </a:lnTo>
                    <a:cubicBezTo>
                      <a:pt x="1359" y="419"/>
                      <a:pt x="1389" y="449"/>
                      <a:pt x="1419" y="449"/>
                    </a:cubicBezTo>
                    <a:cubicBezTo>
                      <a:pt x="1449" y="449"/>
                      <a:pt x="1479" y="419"/>
                      <a:pt x="1479" y="389"/>
                    </a:cubicBezTo>
                    <a:lnTo>
                      <a:pt x="1479" y="105"/>
                    </a:lnTo>
                    <a:lnTo>
                      <a:pt x="1479" y="60"/>
                    </a:lnTo>
                    <a:cubicBezTo>
                      <a:pt x="1479" y="31"/>
                      <a:pt x="1449" y="1"/>
                      <a:pt x="1419" y="1"/>
                    </a:cubicBezTo>
                    <a:close/>
                    <a:moveTo>
                      <a:pt x="1867" y="1"/>
                    </a:moveTo>
                    <a:cubicBezTo>
                      <a:pt x="1837" y="1"/>
                      <a:pt x="1807" y="31"/>
                      <a:pt x="1807" y="60"/>
                    </a:cubicBezTo>
                    <a:lnTo>
                      <a:pt x="1807" y="344"/>
                    </a:lnTo>
                    <a:lnTo>
                      <a:pt x="1807" y="389"/>
                    </a:lnTo>
                    <a:cubicBezTo>
                      <a:pt x="1807" y="419"/>
                      <a:pt x="1837" y="449"/>
                      <a:pt x="1867" y="449"/>
                    </a:cubicBezTo>
                    <a:cubicBezTo>
                      <a:pt x="1897" y="449"/>
                      <a:pt x="1927" y="419"/>
                      <a:pt x="1927" y="389"/>
                    </a:cubicBezTo>
                    <a:lnTo>
                      <a:pt x="1927" y="105"/>
                    </a:lnTo>
                    <a:lnTo>
                      <a:pt x="1927" y="60"/>
                    </a:lnTo>
                    <a:cubicBezTo>
                      <a:pt x="1927" y="31"/>
                      <a:pt x="1897" y="1"/>
                      <a:pt x="1867" y="1"/>
                    </a:cubicBezTo>
                    <a:close/>
                    <a:moveTo>
                      <a:pt x="2330" y="1"/>
                    </a:moveTo>
                    <a:cubicBezTo>
                      <a:pt x="2285" y="1"/>
                      <a:pt x="2270" y="31"/>
                      <a:pt x="2270" y="60"/>
                    </a:cubicBezTo>
                    <a:lnTo>
                      <a:pt x="2270" y="344"/>
                    </a:lnTo>
                    <a:lnTo>
                      <a:pt x="2270" y="389"/>
                    </a:lnTo>
                    <a:cubicBezTo>
                      <a:pt x="2270" y="419"/>
                      <a:pt x="2300" y="449"/>
                      <a:pt x="2330" y="449"/>
                    </a:cubicBezTo>
                    <a:cubicBezTo>
                      <a:pt x="2360" y="449"/>
                      <a:pt x="2390" y="419"/>
                      <a:pt x="2390" y="389"/>
                    </a:cubicBezTo>
                    <a:lnTo>
                      <a:pt x="2390" y="105"/>
                    </a:lnTo>
                    <a:lnTo>
                      <a:pt x="2390" y="60"/>
                    </a:lnTo>
                    <a:cubicBezTo>
                      <a:pt x="2390" y="31"/>
                      <a:pt x="2360" y="1"/>
                      <a:pt x="2330" y="1"/>
                    </a:cubicBezTo>
                    <a:close/>
                    <a:moveTo>
                      <a:pt x="2778" y="1"/>
                    </a:moveTo>
                    <a:cubicBezTo>
                      <a:pt x="2748" y="1"/>
                      <a:pt x="2718" y="31"/>
                      <a:pt x="2718" y="60"/>
                    </a:cubicBezTo>
                    <a:lnTo>
                      <a:pt x="2718" y="344"/>
                    </a:lnTo>
                    <a:lnTo>
                      <a:pt x="2718" y="389"/>
                    </a:lnTo>
                    <a:cubicBezTo>
                      <a:pt x="2718" y="419"/>
                      <a:pt x="2748" y="449"/>
                      <a:pt x="2778" y="449"/>
                    </a:cubicBezTo>
                    <a:cubicBezTo>
                      <a:pt x="2808" y="449"/>
                      <a:pt x="2838" y="419"/>
                      <a:pt x="2838" y="389"/>
                    </a:cubicBezTo>
                    <a:lnTo>
                      <a:pt x="2838" y="105"/>
                    </a:lnTo>
                    <a:lnTo>
                      <a:pt x="2838" y="60"/>
                    </a:lnTo>
                    <a:cubicBezTo>
                      <a:pt x="2838" y="31"/>
                      <a:pt x="2808" y="1"/>
                      <a:pt x="2778" y="1"/>
                    </a:cubicBezTo>
                    <a:close/>
                    <a:moveTo>
                      <a:pt x="3226" y="1"/>
                    </a:moveTo>
                    <a:cubicBezTo>
                      <a:pt x="3196" y="1"/>
                      <a:pt x="3167" y="31"/>
                      <a:pt x="3167" y="60"/>
                    </a:cubicBezTo>
                    <a:lnTo>
                      <a:pt x="3167" y="344"/>
                    </a:lnTo>
                    <a:lnTo>
                      <a:pt x="3167" y="389"/>
                    </a:lnTo>
                    <a:cubicBezTo>
                      <a:pt x="3167" y="419"/>
                      <a:pt x="3196" y="449"/>
                      <a:pt x="3226" y="449"/>
                    </a:cubicBezTo>
                    <a:cubicBezTo>
                      <a:pt x="3256" y="449"/>
                      <a:pt x="3286" y="419"/>
                      <a:pt x="3286" y="389"/>
                    </a:cubicBezTo>
                    <a:lnTo>
                      <a:pt x="3286" y="105"/>
                    </a:lnTo>
                    <a:lnTo>
                      <a:pt x="3286" y="60"/>
                    </a:lnTo>
                    <a:cubicBezTo>
                      <a:pt x="3286" y="31"/>
                      <a:pt x="3256" y="1"/>
                      <a:pt x="3226" y="1"/>
                    </a:cubicBezTo>
                    <a:close/>
                    <a:moveTo>
                      <a:pt x="3674" y="1"/>
                    </a:moveTo>
                    <a:cubicBezTo>
                      <a:pt x="3644" y="1"/>
                      <a:pt x="3615" y="31"/>
                      <a:pt x="3615" y="60"/>
                    </a:cubicBezTo>
                    <a:lnTo>
                      <a:pt x="3615" y="344"/>
                    </a:lnTo>
                    <a:lnTo>
                      <a:pt x="3615" y="389"/>
                    </a:lnTo>
                    <a:cubicBezTo>
                      <a:pt x="3615" y="419"/>
                      <a:pt x="3644" y="449"/>
                      <a:pt x="3674" y="449"/>
                    </a:cubicBezTo>
                    <a:cubicBezTo>
                      <a:pt x="3704" y="449"/>
                      <a:pt x="3734" y="419"/>
                      <a:pt x="3734" y="389"/>
                    </a:cubicBezTo>
                    <a:lnTo>
                      <a:pt x="3734" y="105"/>
                    </a:lnTo>
                    <a:lnTo>
                      <a:pt x="3734" y="60"/>
                    </a:lnTo>
                    <a:cubicBezTo>
                      <a:pt x="3734" y="31"/>
                      <a:pt x="3704" y="1"/>
                      <a:pt x="3674" y="1"/>
                    </a:cubicBezTo>
                    <a:close/>
                    <a:moveTo>
                      <a:pt x="4137" y="1"/>
                    </a:moveTo>
                    <a:cubicBezTo>
                      <a:pt x="4107" y="1"/>
                      <a:pt x="4078" y="31"/>
                      <a:pt x="4078" y="60"/>
                    </a:cubicBezTo>
                    <a:lnTo>
                      <a:pt x="4078" y="344"/>
                    </a:lnTo>
                    <a:lnTo>
                      <a:pt x="4078" y="389"/>
                    </a:lnTo>
                    <a:cubicBezTo>
                      <a:pt x="4078" y="419"/>
                      <a:pt x="4107" y="449"/>
                      <a:pt x="4137" y="449"/>
                    </a:cubicBezTo>
                    <a:cubicBezTo>
                      <a:pt x="4167" y="449"/>
                      <a:pt x="4197" y="419"/>
                      <a:pt x="4197" y="389"/>
                    </a:cubicBezTo>
                    <a:lnTo>
                      <a:pt x="4197" y="105"/>
                    </a:lnTo>
                    <a:lnTo>
                      <a:pt x="4197" y="60"/>
                    </a:lnTo>
                    <a:cubicBezTo>
                      <a:pt x="4197" y="31"/>
                      <a:pt x="4167" y="1"/>
                      <a:pt x="4137" y="1"/>
                    </a:cubicBezTo>
                    <a:close/>
                    <a:moveTo>
                      <a:pt x="4585" y="1"/>
                    </a:moveTo>
                    <a:cubicBezTo>
                      <a:pt x="4556" y="1"/>
                      <a:pt x="4526" y="31"/>
                      <a:pt x="4526" y="60"/>
                    </a:cubicBezTo>
                    <a:lnTo>
                      <a:pt x="4526" y="344"/>
                    </a:lnTo>
                    <a:lnTo>
                      <a:pt x="4526" y="389"/>
                    </a:lnTo>
                    <a:cubicBezTo>
                      <a:pt x="4526" y="419"/>
                      <a:pt x="4556" y="449"/>
                      <a:pt x="4585" y="449"/>
                    </a:cubicBezTo>
                    <a:cubicBezTo>
                      <a:pt x="4615" y="449"/>
                      <a:pt x="4645" y="419"/>
                      <a:pt x="4645" y="389"/>
                    </a:cubicBezTo>
                    <a:lnTo>
                      <a:pt x="4645" y="105"/>
                    </a:lnTo>
                    <a:lnTo>
                      <a:pt x="4645" y="60"/>
                    </a:lnTo>
                    <a:cubicBezTo>
                      <a:pt x="4645" y="31"/>
                      <a:pt x="4615" y="1"/>
                      <a:pt x="458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2"/>
              <p:cNvSpPr/>
              <p:nvPr/>
            </p:nvSpPr>
            <p:spPr>
              <a:xfrm>
                <a:off x="-2646800" y="1899550"/>
                <a:ext cx="65725" cy="59000"/>
              </a:xfrm>
              <a:custGeom>
                <a:rect b="b" l="l" r="r" t="t"/>
                <a:pathLst>
                  <a:path extrusionOk="0" h="2360" w="2629">
                    <a:moveTo>
                      <a:pt x="2496" y="0"/>
                    </a:moveTo>
                    <a:cubicBezTo>
                      <a:pt x="2490" y="0"/>
                      <a:pt x="2485" y="2"/>
                      <a:pt x="2479" y="4"/>
                    </a:cubicBezTo>
                    <a:cubicBezTo>
                      <a:pt x="2450" y="4"/>
                      <a:pt x="2420" y="49"/>
                      <a:pt x="2435" y="79"/>
                    </a:cubicBezTo>
                    <a:cubicBezTo>
                      <a:pt x="2450" y="169"/>
                      <a:pt x="2465" y="258"/>
                      <a:pt x="2494" y="363"/>
                    </a:cubicBezTo>
                    <a:cubicBezTo>
                      <a:pt x="2494" y="378"/>
                      <a:pt x="2494" y="378"/>
                      <a:pt x="2494" y="393"/>
                    </a:cubicBezTo>
                    <a:cubicBezTo>
                      <a:pt x="2507" y="417"/>
                      <a:pt x="2529" y="441"/>
                      <a:pt x="2553" y="441"/>
                    </a:cubicBezTo>
                    <a:cubicBezTo>
                      <a:pt x="2558" y="441"/>
                      <a:pt x="2564" y="440"/>
                      <a:pt x="2569" y="438"/>
                    </a:cubicBezTo>
                    <a:cubicBezTo>
                      <a:pt x="2599" y="438"/>
                      <a:pt x="2629" y="408"/>
                      <a:pt x="2614" y="363"/>
                    </a:cubicBezTo>
                    <a:cubicBezTo>
                      <a:pt x="2599" y="273"/>
                      <a:pt x="2584" y="184"/>
                      <a:pt x="2554" y="79"/>
                    </a:cubicBezTo>
                    <a:cubicBezTo>
                      <a:pt x="2554" y="64"/>
                      <a:pt x="2554" y="64"/>
                      <a:pt x="2554" y="49"/>
                    </a:cubicBezTo>
                    <a:cubicBezTo>
                      <a:pt x="2542" y="25"/>
                      <a:pt x="2520" y="0"/>
                      <a:pt x="2496" y="0"/>
                    </a:cubicBezTo>
                    <a:close/>
                    <a:moveTo>
                      <a:pt x="2031" y="94"/>
                    </a:moveTo>
                    <a:cubicBezTo>
                      <a:pt x="2002" y="109"/>
                      <a:pt x="1987" y="139"/>
                      <a:pt x="1987" y="184"/>
                    </a:cubicBezTo>
                    <a:cubicBezTo>
                      <a:pt x="2016" y="273"/>
                      <a:pt x="2031" y="363"/>
                      <a:pt x="2046" y="452"/>
                    </a:cubicBezTo>
                    <a:cubicBezTo>
                      <a:pt x="2046" y="467"/>
                      <a:pt x="2061" y="482"/>
                      <a:pt x="2061" y="497"/>
                    </a:cubicBezTo>
                    <a:cubicBezTo>
                      <a:pt x="2061" y="527"/>
                      <a:pt x="2106" y="542"/>
                      <a:pt x="2136" y="542"/>
                    </a:cubicBezTo>
                    <a:cubicBezTo>
                      <a:pt x="2166" y="527"/>
                      <a:pt x="2196" y="497"/>
                      <a:pt x="2181" y="467"/>
                    </a:cubicBezTo>
                    <a:cubicBezTo>
                      <a:pt x="2151" y="378"/>
                      <a:pt x="2136" y="273"/>
                      <a:pt x="2121" y="184"/>
                    </a:cubicBezTo>
                    <a:cubicBezTo>
                      <a:pt x="2121" y="169"/>
                      <a:pt x="2106" y="169"/>
                      <a:pt x="2106" y="154"/>
                    </a:cubicBezTo>
                    <a:cubicBezTo>
                      <a:pt x="2106" y="124"/>
                      <a:pt x="2061" y="94"/>
                      <a:pt x="2031" y="94"/>
                    </a:cubicBezTo>
                    <a:close/>
                    <a:moveTo>
                      <a:pt x="1595" y="332"/>
                    </a:moveTo>
                    <a:cubicBezTo>
                      <a:pt x="1584" y="332"/>
                      <a:pt x="1574" y="336"/>
                      <a:pt x="1568" y="348"/>
                    </a:cubicBezTo>
                    <a:cubicBezTo>
                      <a:pt x="1539" y="363"/>
                      <a:pt x="1524" y="408"/>
                      <a:pt x="1553" y="438"/>
                    </a:cubicBezTo>
                    <a:cubicBezTo>
                      <a:pt x="1598" y="512"/>
                      <a:pt x="1658" y="587"/>
                      <a:pt x="1703" y="676"/>
                    </a:cubicBezTo>
                    <a:cubicBezTo>
                      <a:pt x="1703" y="676"/>
                      <a:pt x="1718" y="691"/>
                      <a:pt x="1733" y="706"/>
                    </a:cubicBezTo>
                    <a:cubicBezTo>
                      <a:pt x="1741" y="724"/>
                      <a:pt x="1760" y="731"/>
                      <a:pt x="1778" y="731"/>
                    </a:cubicBezTo>
                    <a:cubicBezTo>
                      <a:pt x="1790" y="731"/>
                      <a:pt x="1801" y="727"/>
                      <a:pt x="1807" y="721"/>
                    </a:cubicBezTo>
                    <a:cubicBezTo>
                      <a:pt x="1837" y="691"/>
                      <a:pt x="1852" y="662"/>
                      <a:pt x="1822" y="632"/>
                    </a:cubicBezTo>
                    <a:cubicBezTo>
                      <a:pt x="1777" y="557"/>
                      <a:pt x="1718" y="482"/>
                      <a:pt x="1673" y="393"/>
                    </a:cubicBezTo>
                    <a:cubicBezTo>
                      <a:pt x="1658" y="393"/>
                      <a:pt x="1658" y="378"/>
                      <a:pt x="1643" y="363"/>
                    </a:cubicBezTo>
                    <a:cubicBezTo>
                      <a:pt x="1634" y="344"/>
                      <a:pt x="1613" y="332"/>
                      <a:pt x="1595" y="332"/>
                    </a:cubicBezTo>
                    <a:close/>
                    <a:moveTo>
                      <a:pt x="1218" y="586"/>
                    </a:moveTo>
                    <a:cubicBezTo>
                      <a:pt x="1205" y="586"/>
                      <a:pt x="1191" y="590"/>
                      <a:pt x="1180" y="602"/>
                    </a:cubicBezTo>
                    <a:cubicBezTo>
                      <a:pt x="1165" y="617"/>
                      <a:pt x="1150" y="647"/>
                      <a:pt x="1165" y="676"/>
                    </a:cubicBezTo>
                    <a:cubicBezTo>
                      <a:pt x="1225" y="751"/>
                      <a:pt x="1285" y="841"/>
                      <a:pt x="1329" y="915"/>
                    </a:cubicBezTo>
                    <a:cubicBezTo>
                      <a:pt x="1329" y="930"/>
                      <a:pt x="1344" y="945"/>
                      <a:pt x="1344" y="945"/>
                    </a:cubicBezTo>
                    <a:cubicBezTo>
                      <a:pt x="1354" y="964"/>
                      <a:pt x="1374" y="977"/>
                      <a:pt x="1396" y="977"/>
                    </a:cubicBezTo>
                    <a:cubicBezTo>
                      <a:pt x="1409" y="977"/>
                      <a:pt x="1423" y="972"/>
                      <a:pt x="1434" y="960"/>
                    </a:cubicBezTo>
                    <a:cubicBezTo>
                      <a:pt x="1464" y="945"/>
                      <a:pt x="1464" y="901"/>
                      <a:pt x="1449" y="886"/>
                    </a:cubicBezTo>
                    <a:cubicBezTo>
                      <a:pt x="1389" y="811"/>
                      <a:pt x="1344" y="721"/>
                      <a:pt x="1300" y="647"/>
                    </a:cubicBezTo>
                    <a:cubicBezTo>
                      <a:pt x="1285" y="632"/>
                      <a:pt x="1285" y="617"/>
                      <a:pt x="1270" y="617"/>
                    </a:cubicBezTo>
                    <a:cubicBezTo>
                      <a:pt x="1260" y="598"/>
                      <a:pt x="1240" y="586"/>
                      <a:pt x="1218" y="586"/>
                    </a:cubicBezTo>
                    <a:close/>
                    <a:moveTo>
                      <a:pt x="895" y="950"/>
                    </a:moveTo>
                    <a:cubicBezTo>
                      <a:pt x="877" y="950"/>
                      <a:pt x="854" y="958"/>
                      <a:pt x="837" y="975"/>
                    </a:cubicBezTo>
                    <a:cubicBezTo>
                      <a:pt x="822" y="1005"/>
                      <a:pt x="822" y="1050"/>
                      <a:pt x="851" y="1080"/>
                    </a:cubicBezTo>
                    <a:cubicBezTo>
                      <a:pt x="926" y="1125"/>
                      <a:pt x="1001" y="1184"/>
                      <a:pt x="1076" y="1244"/>
                    </a:cubicBezTo>
                    <a:cubicBezTo>
                      <a:pt x="1090" y="1244"/>
                      <a:pt x="1105" y="1259"/>
                      <a:pt x="1105" y="1274"/>
                    </a:cubicBezTo>
                    <a:cubicBezTo>
                      <a:pt x="1116" y="1279"/>
                      <a:pt x="1129" y="1283"/>
                      <a:pt x="1142" y="1283"/>
                    </a:cubicBezTo>
                    <a:cubicBezTo>
                      <a:pt x="1164" y="1283"/>
                      <a:pt x="1186" y="1272"/>
                      <a:pt x="1195" y="1244"/>
                    </a:cubicBezTo>
                    <a:cubicBezTo>
                      <a:pt x="1225" y="1214"/>
                      <a:pt x="1210" y="1184"/>
                      <a:pt x="1180" y="1154"/>
                    </a:cubicBezTo>
                    <a:cubicBezTo>
                      <a:pt x="1105" y="1110"/>
                      <a:pt x="1031" y="1050"/>
                      <a:pt x="956" y="990"/>
                    </a:cubicBezTo>
                    <a:cubicBezTo>
                      <a:pt x="956" y="975"/>
                      <a:pt x="941" y="975"/>
                      <a:pt x="926" y="960"/>
                    </a:cubicBezTo>
                    <a:cubicBezTo>
                      <a:pt x="920" y="954"/>
                      <a:pt x="909" y="950"/>
                      <a:pt x="895" y="950"/>
                    </a:cubicBezTo>
                    <a:close/>
                    <a:moveTo>
                      <a:pt x="627" y="1309"/>
                    </a:moveTo>
                    <a:cubicBezTo>
                      <a:pt x="608" y="1309"/>
                      <a:pt x="585" y="1316"/>
                      <a:pt x="568" y="1334"/>
                    </a:cubicBezTo>
                    <a:cubicBezTo>
                      <a:pt x="538" y="1378"/>
                      <a:pt x="553" y="1408"/>
                      <a:pt x="583" y="1423"/>
                    </a:cubicBezTo>
                    <a:cubicBezTo>
                      <a:pt x="657" y="1483"/>
                      <a:pt x="732" y="1543"/>
                      <a:pt x="807" y="1603"/>
                    </a:cubicBezTo>
                    <a:cubicBezTo>
                      <a:pt x="822" y="1603"/>
                      <a:pt x="837" y="1617"/>
                      <a:pt x="837" y="1617"/>
                    </a:cubicBezTo>
                    <a:cubicBezTo>
                      <a:pt x="848" y="1629"/>
                      <a:pt x="862" y="1634"/>
                      <a:pt x="875" y="1634"/>
                    </a:cubicBezTo>
                    <a:cubicBezTo>
                      <a:pt x="896" y="1634"/>
                      <a:pt x="917" y="1621"/>
                      <a:pt x="926" y="1603"/>
                    </a:cubicBezTo>
                    <a:cubicBezTo>
                      <a:pt x="956" y="1573"/>
                      <a:pt x="941" y="1543"/>
                      <a:pt x="911" y="1513"/>
                    </a:cubicBezTo>
                    <a:cubicBezTo>
                      <a:pt x="837" y="1453"/>
                      <a:pt x="762" y="1393"/>
                      <a:pt x="687" y="1349"/>
                    </a:cubicBezTo>
                    <a:cubicBezTo>
                      <a:pt x="687" y="1334"/>
                      <a:pt x="672" y="1334"/>
                      <a:pt x="657" y="1319"/>
                    </a:cubicBezTo>
                    <a:cubicBezTo>
                      <a:pt x="651" y="1313"/>
                      <a:pt x="640" y="1309"/>
                      <a:pt x="627" y="1309"/>
                    </a:cubicBezTo>
                    <a:close/>
                    <a:moveTo>
                      <a:pt x="346" y="1667"/>
                    </a:moveTo>
                    <a:cubicBezTo>
                      <a:pt x="324" y="1667"/>
                      <a:pt x="301" y="1675"/>
                      <a:pt x="284" y="1692"/>
                    </a:cubicBezTo>
                    <a:cubicBezTo>
                      <a:pt x="269" y="1737"/>
                      <a:pt x="284" y="1767"/>
                      <a:pt x="299" y="1797"/>
                    </a:cubicBezTo>
                    <a:cubicBezTo>
                      <a:pt x="388" y="1841"/>
                      <a:pt x="463" y="1901"/>
                      <a:pt x="523" y="1961"/>
                    </a:cubicBezTo>
                    <a:cubicBezTo>
                      <a:pt x="538" y="1976"/>
                      <a:pt x="553" y="1976"/>
                      <a:pt x="568" y="1991"/>
                    </a:cubicBezTo>
                    <a:cubicBezTo>
                      <a:pt x="574" y="1997"/>
                      <a:pt x="585" y="2001"/>
                      <a:pt x="598" y="2001"/>
                    </a:cubicBezTo>
                    <a:cubicBezTo>
                      <a:pt x="617" y="2001"/>
                      <a:pt x="640" y="1993"/>
                      <a:pt x="657" y="1976"/>
                    </a:cubicBezTo>
                    <a:cubicBezTo>
                      <a:pt x="672" y="1931"/>
                      <a:pt x="672" y="1901"/>
                      <a:pt x="642" y="1871"/>
                    </a:cubicBezTo>
                    <a:cubicBezTo>
                      <a:pt x="568" y="1827"/>
                      <a:pt x="478" y="1767"/>
                      <a:pt x="418" y="1707"/>
                    </a:cubicBezTo>
                    <a:cubicBezTo>
                      <a:pt x="403" y="1692"/>
                      <a:pt x="388" y="1692"/>
                      <a:pt x="388" y="1677"/>
                    </a:cubicBezTo>
                    <a:cubicBezTo>
                      <a:pt x="376" y="1671"/>
                      <a:pt x="361" y="1667"/>
                      <a:pt x="346" y="1667"/>
                    </a:cubicBezTo>
                    <a:close/>
                    <a:moveTo>
                      <a:pt x="81" y="2034"/>
                    </a:moveTo>
                    <a:cubicBezTo>
                      <a:pt x="58" y="2034"/>
                      <a:pt x="34" y="2047"/>
                      <a:pt x="15" y="2066"/>
                    </a:cubicBezTo>
                    <a:cubicBezTo>
                      <a:pt x="0" y="2095"/>
                      <a:pt x="0" y="2125"/>
                      <a:pt x="30" y="2155"/>
                    </a:cubicBezTo>
                    <a:cubicBezTo>
                      <a:pt x="120" y="2215"/>
                      <a:pt x="194" y="2275"/>
                      <a:pt x="254" y="2319"/>
                    </a:cubicBezTo>
                    <a:cubicBezTo>
                      <a:pt x="269" y="2334"/>
                      <a:pt x="284" y="2334"/>
                      <a:pt x="284" y="2349"/>
                    </a:cubicBezTo>
                    <a:cubicBezTo>
                      <a:pt x="296" y="2355"/>
                      <a:pt x="311" y="2359"/>
                      <a:pt x="327" y="2359"/>
                    </a:cubicBezTo>
                    <a:cubicBezTo>
                      <a:pt x="348" y="2359"/>
                      <a:pt x="371" y="2352"/>
                      <a:pt x="388" y="2334"/>
                    </a:cubicBezTo>
                    <a:cubicBezTo>
                      <a:pt x="403" y="2304"/>
                      <a:pt x="403" y="2260"/>
                      <a:pt x="374" y="2245"/>
                    </a:cubicBezTo>
                    <a:cubicBezTo>
                      <a:pt x="284" y="2185"/>
                      <a:pt x="209" y="2125"/>
                      <a:pt x="149" y="2066"/>
                    </a:cubicBezTo>
                    <a:cubicBezTo>
                      <a:pt x="135" y="2066"/>
                      <a:pt x="120" y="2051"/>
                      <a:pt x="120" y="2051"/>
                    </a:cubicBezTo>
                    <a:cubicBezTo>
                      <a:pt x="108" y="2039"/>
                      <a:pt x="95" y="2034"/>
                      <a:pt x="81" y="2034"/>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2"/>
              <p:cNvSpPr/>
              <p:nvPr/>
            </p:nvSpPr>
            <p:spPr>
              <a:xfrm>
                <a:off x="-2830900" y="1893900"/>
                <a:ext cx="62400" cy="63800"/>
              </a:xfrm>
              <a:custGeom>
                <a:rect b="b" l="l" r="r" t="t"/>
                <a:pathLst>
                  <a:path extrusionOk="0" h="2552" w="2496">
                    <a:moveTo>
                      <a:pt x="216" y="0"/>
                    </a:moveTo>
                    <a:cubicBezTo>
                      <a:pt x="195" y="0"/>
                      <a:pt x="176" y="14"/>
                      <a:pt x="165" y="36"/>
                    </a:cubicBezTo>
                    <a:cubicBezTo>
                      <a:pt x="120" y="126"/>
                      <a:pt x="75" y="201"/>
                      <a:pt x="31" y="290"/>
                    </a:cubicBezTo>
                    <a:cubicBezTo>
                      <a:pt x="31" y="305"/>
                      <a:pt x="16" y="305"/>
                      <a:pt x="16" y="320"/>
                    </a:cubicBezTo>
                    <a:cubicBezTo>
                      <a:pt x="1" y="365"/>
                      <a:pt x="16" y="395"/>
                      <a:pt x="46" y="410"/>
                    </a:cubicBezTo>
                    <a:cubicBezTo>
                      <a:pt x="54" y="414"/>
                      <a:pt x="63" y="415"/>
                      <a:pt x="72" y="415"/>
                    </a:cubicBezTo>
                    <a:cubicBezTo>
                      <a:pt x="97" y="415"/>
                      <a:pt x="124" y="402"/>
                      <a:pt x="135" y="380"/>
                    </a:cubicBezTo>
                    <a:cubicBezTo>
                      <a:pt x="180" y="290"/>
                      <a:pt x="225" y="215"/>
                      <a:pt x="255" y="126"/>
                    </a:cubicBezTo>
                    <a:cubicBezTo>
                      <a:pt x="270" y="111"/>
                      <a:pt x="270" y="111"/>
                      <a:pt x="270" y="81"/>
                    </a:cubicBezTo>
                    <a:cubicBezTo>
                      <a:pt x="285" y="51"/>
                      <a:pt x="270" y="21"/>
                      <a:pt x="240" y="6"/>
                    </a:cubicBezTo>
                    <a:cubicBezTo>
                      <a:pt x="232" y="2"/>
                      <a:pt x="224" y="0"/>
                      <a:pt x="216" y="0"/>
                    </a:cubicBezTo>
                    <a:close/>
                    <a:moveTo>
                      <a:pt x="611" y="207"/>
                    </a:moveTo>
                    <a:cubicBezTo>
                      <a:pt x="593" y="207"/>
                      <a:pt x="578" y="217"/>
                      <a:pt x="568" y="245"/>
                    </a:cubicBezTo>
                    <a:cubicBezTo>
                      <a:pt x="524" y="335"/>
                      <a:pt x="479" y="410"/>
                      <a:pt x="434" y="499"/>
                    </a:cubicBezTo>
                    <a:cubicBezTo>
                      <a:pt x="434" y="514"/>
                      <a:pt x="419" y="514"/>
                      <a:pt x="419" y="529"/>
                    </a:cubicBezTo>
                    <a:cubicBezTo>
                      <a:pt x="404" y="574"/>
                      <a:pt x="419" y="604"/>
                      <a:pt x="449" y="619"/>
                    </a:cubicBezTo>
                    <a:cubicBezTo>
                      <a:pt x="457" y="623"/>
                      <a:pt x="466" y="625"/>
                      <a:pt x="475" y="625"/>
                    </a:cubicBezTo>
                    <a:cubicBezTo>
                      <a:pt x="501" y="625"/>
                      <a:pt x="528" y="611"/>
                      <a:pt x="538" y="589"/>
                    </a:cubicBezTo>
                    <a:cubicBezTo>
                      <a:pt x="583" y="499"/>
                      <a:pt x="628" y="425"/>
                      <a:pt x="658" y="335"/>
                    </a:cubicBezTo>
                    <a:cubicBezTo>
                      <a:pt x="673" y="320"/>
                      <a:pt x="673" y="305"/>
                      <a:pt x="673" y="290"/>
                    </a:cubicBezTo>
                    <a:cubicBezTo>
                      <a:pt x="688" y="260"/>
                      <a:pt x="673" y="230"/>
                      <a:pt x="643" y="215"/>
                    </a:cubicBezTo>
                    <a:cubicBezTo>
                      <a:pt x="632" y="210"/>
                      <a:pt x="621" y="207"/>
                      <a:pt x="611" y="207"/>
                    </a:cubicBezTo>
                    <a:close/>
                    <a:moveTo>
                      <a:pt x="1033" y="474"/>
                    </a:moveTo>
                    <a:cubicBezTo>
                      <a:pt x="1012" y="474"/>
                      <a:pt x="989" y="482"/>
                      <a:pt x="972" y="499"/>
                    </a:cubicBezTo>
                    <a:cubicBezTo>
                      <a:pt x="912" y="574"/>
                      <a:pt x="852" y="649"/>
                      <a:pt x="792" y="708"/>
                    </a:cubicBezTo>
                    <a:cubicBezTo>
                      <a:pt x="792" y="723"/>
                      <a:pt x="777" y="738"/>
                      <a:pt x="777" y="738"/>
                    </a:cubicBezTo>
                    <a:cubicBezTo>
                      <a:pt x="748" y="768"/>
                      <a:pt x="748" y="813"/>
                      <a:pt x="777" y="843"/>
                    </a:cubicBezTo>
                    <a:cubicBezTo>
                      <a:pt x="790" y="849"/>
                      <a:pt x="805" y="853"/>
                      <a:pt x="819" y="853"/>
                    </a:cubicBezTo>
                    <a:cubicBezTo>
                      <a:pt x="839" y="853"/>
                      <a:pt x="858" y="845"/>
                      <a:pt x="867" y="828"/>
                    </a:cubicBezTo>
                    <a:cubicBezTo>
                      <a:pt x="927" y="753"/>
                      <a:pt x="987" y="678"/>
                      <a:pt x="1061" y="619"/>
                    </a:cubicBezTo>
                    <a:cubicBezTo>
                      <a:pt x="1061" y="604"/>
                      <a:pt x="1076" y="589"/>
                      <a:pt x="1076" y="589"/>
                    </a:cubicBezTo>
                    <a:cubicBezTo>
                      <a:pt x="1106" y="559"/>
                      <a:pt x="1106" y="514"/>
                      <a:pt x="1076" y="484"/>
                    </a:cubicBezTo>
                    <a:cubicBezTo>
                      <a:pt x="1064" y="478"/>
                      <a:pt x="1049" y="474"/>
                      <a:pt x="1033" y="474"/>
                    </a:cubicBezTo>
                    <a:close/>
                    <a:moveTo>
                      <a:pt x="1368" y="773"/>
                    </a:moveTo>
                    <a:cubicBezTo>
                      <a:pt x="1350" y="773"/>
                      <a:pt x="1333" y="780"/>
                      <a:pt x="1315" y="798"/>
                    </a:cubicBezTo>
                    <a:cubicBezTo>
                      <a:pt x="1255" y="858"/>
                      <a:pt x="1196" y="932"/>
                      <a:pt x="1136" y="1007"/>
                    </a:cubicBezTo>
                    <a:cubicBezTo>
                      <a:pt x="1121" y="1007"/>
                      <a:pt x="1121" y="1037"/>
                      <a:pt x="1106" y="1037"/>
                    </a:cubicBezTo>
                    <a:cubicBezTo>
                      <a:pt x="1091" y="1067"/>
                      <a:pt x="1091" y="1112"/>
                      <a:pt x="1121" y="1127"/>
                    </a:cubicBezTo>
                    <a:cubicBezTo>
                      <a:pt x="1136" y="1141"/>
                      <a:pt x="1151" y="1149"/>
                      <a:pt x="1166" y="1149"/>
                    </a:cubicBezTo>
                    <a:cubicBezTo>
                      <a:pt x="1181" y="1149"/>
                      <a:pt x="1196" y="1141"/>
                      <a:pt x="1211" y="1127"/>
                    </a:cubicBezTo>
                    <a:cubicBezTo>
                      <a:pt x="1270" y="1052"/>
                      <a:pt x="1330" y="977"/>
                      <a:pt x="1390" y="902"/>
                    </a:cubicBezTo>
                    <a:cubicBezTo>
                      <a:pt x="1405" y="902"/>
                      <a:pt x="1405" y="888"/>
                      <a:pt x="1420" y="873"/>
                    </a:cubicBezTo>
                    <a:cubicBezTo>
                      <a:pt x="1435" y="858"/>
                      <a:pt x="1435" y="813"/>
                      <a:pt x="1405" y="783"/>
                    </a:cubicBezTo>
                    <a:cubicBezTo>
                      <a:pt x="1392" y="777"/>
                      <a:pt x="1380" y="773"/>
                      <a:pt x="1368" y="773"/>
                    </a:cubicBezTo>
                    <a:close/>
                    <a:moveTo>
                      <a:pt x="1707" y="1072"/>
                    </a:moveTo>
                    <a:cubicBezTo>
                      <a:pt x="1686" y="1072"/>
                      <a:pt x="1667" y="1079"/>
                      <a:pt x="1659" y="1097"/>
                    </a:cubicBezTo>
                    <a:cubicBezTo>
                      <a:pt x="1599" y="1156"/>
                      <a:pt x="1539" y="1231"/>
                      <a:pt x="1479" y="1306"/>
                    </a:cubicBezTo>
                    <a:cubicBezTo>
                      <a:pt x="1464" y="1321"/>
                      <a:pt x="1450" y="1336"/>
                      <a:pt x="1450" y="1336"/>
                    </a:cubicBezTo>
                    <a:cubicBezTo>
                      <a:pt x="1420" y="1366"/>
                      <a:pt x="1420" y="1410"/>
                      <a:pt x="1450" y="1425"/>
                    </a:cubicBezTo>
                    <a:cubicBezTo>
                      <a:pt x="1472" y="1440"/>
                      <a:pt x="1491" y="1448"/>
                      <a:pt x="1507" y="1448"/>
                    </a:cubicBezTo>
                    <a:cubicBezTo>
                      <a:pt x="1524" y="1448"/>
                      <a:pt x="1539" y="1440"/>
                      <a:pt x="1554" y="1425"/>
                    </a:cubicBezTo>
                    <a:cubicBezTo>
                      <a:pt x="1614" y="1351"/>
                      <a:pt x="1674" y="1276"/>
                      <a:pt x="1733" y="1201"/>
                    </a:cubicBezTo>
                    <a:cubicBezTo>
                      <a:pt x="1748" y="1201"/>
                      <a:pt x="1748" y="1186"/>
                      <a:pt x="1763" y="1171"/>
                    </a:cubicBezTo>
                    <a:cubicBezTo>
                      <a:pt x="1778" y="1156"/>
                      <a:pt x="1778" y="1112"/>
                      <a:pt x="1748" y="1082"/>
                    </a:cubicBezTo>
                    <a:cubicBezTo>
                      <a:pt x="1736" y="1076"/>
                      <a:pt x="1721" y="1072"/>
                      <a:pt x="1707" y="1072"/>
                    </a:cubicBezTo>
                    <a:close/>
                    <a:moveTo>
                      <a:pt x="2006" y="1484"/>
                    </a:moveTo>
                    <a:cubicBezTo>
                      <a:pt x="1995" y="1484"/>
                      <a:pt x="1984" y="1489"/>
                      <a:pt x="1972" y="1500"/>
                    </a:cubicBezTo>
                    <a:cubicBezTo>
                      <a:pt x="1883" y="1545"/>
                      <a:pt x="1793" y="1575"/>
                      <a:pt x="1718" y="1619"/>
                    </a:cubicBezTo>
                    <a:cubicBezTo>
                      <a:pt x="1689" y="1634"/>
                      <a:pt x="1689" y="1634"/>
                      <a:pt x="1674" y="1634"/>
                    </a:cubicBezTo>
                    <a:cubicBezTo>
                      <a:pt x="1644" y="1649"/>
                      <a:pt x="1629" y="1694"/>
                      <a:pt x="1644" y="1724"/>
                    </a:cubicBezTo>
                    <a:cubicBezTo>
                      <a:pt x="1655" y="1746"/>
                      <a:pt x="1682" y="1760"/>
                      <a:pt x="1707" y="1760"/>
                    </a:cubicBezTo>
                    <a:cubicBezTo>
                      <a:pt x="1716" y="1760"/>
                      <a:pt x="1725" y="1758"/>
                      <a:pt x="1733" y="1754"/>
                    </a:cubicBezTo>
                    <a:cubicBezTo>
                      <a:pt x="1823" y="1694"/>
                      <a:pt x="1898" y="1664"/>
                      <a:pt x="1987" y="1619"/>
                    </a:cubicBezTo>
                    <a:cubicBezTo>
                      <a:pt x="2002" y="1604"/>
                      <a:pt x="2017" y="1604"/>
                      <a:pt x="2032" y="1604"/>
                    </a:cubicBezTo>
                    <a:cubicBezTo>
                      <a:pt x="2062" y="1590"/>
                      <a:pt x="2077" y="1545"/>
                      <a:pt x="2047" y="1515"/>
                    </a:cubicBezTo>
                    <a:cubicBezTo>
                      <a:pt x="2038" y="1496"/>
                      <a:pt x="2023" y="1484"/>
                      <a:pt x="2006" y="1484"/>
                    </a:cubicBezTo>
                    <a:close/>
                    <a:moveTo>
                      <a:pt x="2207" y="1882"/>
                    </a:moveTo>
                    <a:cubicBezTo>
                      <a:pt x="2199" y="1882"/>
                      <a:pt x="2190" y="1884"/>
                      <a:pt x="2181" y="1888"/>
                    </a:cubicBezTo>
                    <a:cubicBezTo>
                      <a:pt x="2092" y="1933"/>
                      <a:pt x="2002" y="1978"/>
                      <a:pt x="1913" y="2023"/>
                    </a:cubicBezTo>
                    <a:cubicBezTo>
                      <a:pt x="1898" y="2023"/>
                      <a:pt x="1898" y="2038"/>
                      <a:pt x="1883" y="2038"/>
                    </a:cubicBezTo>
                    <a:cubicBezTo>
                      <a:pt x="1853" y="2053"/>
                      <a:pt x="1838" y="2082"/>
                      <a:pt x="1853" y="2112"/>
                    </a:cubicBezTo>
                    <a:cubicBezTo>
                      <a:pt x="1864" y="2134"/>
                      <a:pt x="1891" y="2148"/>
                      <a:pt x="1916" y="2148"/>
                    </a:cubicBezTo>
                    <a:cubicBezTo>
                      <a:pt x="1925" y="2148"/>
                      <a:pt x="1934" y="2146"/>
                      <a:pt x="1942" y="2142"/>
                    </a:cubicBezTo>
                    <a:cubicBezTo>
                      <a:pt x="2032" y="2097"/>
                      <a:pt x="2107" y="2053"/>
                      <a:pt x="2196" y="2008"/>
                    </a:cubicBezTo>
                    <a:cubicBezTo>
                      <a:pt x="2211" y="2008"/>
                      <a:pt x="2226" y="1993"/>
                      <a:pt x="2241" y="1993"/>
                    </a:cubicBezTo>
                    <a:cubicBezTo>
                      <a:pt x="2271" y="1978"/>
                      <a:pt x="2286" y="1933"/>
                      <a:pt x="2256" y="1903"/>
                    </a:cubicBezTo>
                    <a:cubicBezTo>
                      <a:pt x="2246" y="1893"/>
                      <a:pt x="2228" y="1882"/>
                      <a:pt x="2207" y="1882"/>
                    </a:cubicBezTo>
                    <a:close/>
                    <a:moveTo>
                      <a:pt x="2411" y="2285"/>
                    </a:moveTo>
                    <a:cubicBezTo>
                      <a:pt x="2401" y="2285"/>
                      <a:pt x="2389" y="2287"/>
                      <a:pt x="2376" y="2292"/>
                    </a:cubicBezTo>
                    <a:cubicBezTo>
                      <a:pt x="2301" y="2336"/>
                      <a:pt x="2211" y="2366"/>
                      <a:pt x="2122" y="2426"/>
                    </a:cubicBezTo>
                    <a:cubicBezTo>
                      <a:pt x="2107" y="2426"/>
                      <a:pt x="2107" y="2441"/>
                      <a:pt x="2092" y="2441"/>
                    </a:cubicBezTo>
                    <a:cubicBezTo>
                      <a:pt x="2062" y="2456"/>
                      <a:pt x="2047" y="2486"/>
                      <a:pt x="2062" y="2516"/>
                    </a:cubicBezTo>
                    <a:cubicBezTo>
                      <a:pt x="2073" y="2537"/>
                      <a:pt x="2100" y="2551"/>
                      <a:pt x="2125" y="2551"/>
                    </a:cubicBezTo>
                    <a:cubicBezTo>
                      <a:pt x="2134" y="2551"/>
                      <a:pt x="2144" y="2549"/>
                      <a:pt x="2152" y="2545"/>
                    </a:cubicBezTo>
                    <a:cubicBezTo>
                      <a:pt x="2241" y="2501"/>
                      <a:pt x="2316" y="2456"/>
                      <a:pt x="2405" y="2411"/>
                    </a:cubicBezTo>
                    <a:cubicBezTo>
                      <a:pt x="2420" y="2411"/>
                      <a:pt x="2435" y="2396"/>
                      <a:pt x="2450" y="2396"/>
                    </a:cubicBezTo>
                    <a:cubicBezTo>
                      <a:pt x="2480" y="2381"/>
                      <a:pt x="2495" y="2336"/>
                      <a:pt x="2465" y="2306"/>
                    </a:cubicBezTo>
                    <a:cubicBezTo>
                      <a:pt x="2455" y="2296"/>
                      <a:pt x="2437" y="2285"/>
                      <a:pt x="2411" y="2285"/>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2"/>
              <p:cNvSpPr/>
              <p:nvPr/>
            </p:nvSpPr>
            <p:spPr>
              <a:xfrm>
                <a:off x="-2799525" y="1589350"/>
                <a:ext cx="172525" cy="19925"/>
              </a:xfrm>
              <a:custGeom>
                <a:rect b="b" l="l" r="r" t="t"/>
                <a:pathLst>
                  <a:path extrusionOk="0" h="797" w="6901">
                    <a:moveTo>
                      <a:pt x="3690" y="1"/>
                    </a:moveTo>
                    <a:cubicBezTo>
                      <a:pt x="3660" y="1"/>
                      <a:pt x="3630" y="31"/>
                      <a:pt x="3615" y="60"/>
                    </a:cubicBezTo>
                    <a:cubicBezTo>
                      <a:pt x="3615" y="150"/>
                      <a:pt x="3600" y="240"/>
                      <a:pt x="3600" y="344"/>
                    </a:cubicBezTo>
                    <a:lnTo>
                      <a:pt x="3600" y="389"/>
                    </a:lnTo>
                    <a:cubicBezTo>
                      <a:pt x="3600" y="419"/>
                      <a:pt x="3630" y="449"/>
                      <a:pt x="3660" y="449"/>
                    </a:cubicBezTo>
                    <a:cubicBezTo>
                      <a:pt x="3704" y="449"/>
                      <a:pt x="3734" y="434"/>
                      <a:pt x="3734" y="389"/>
                    </a:cubicBezTo>
                    <a:cubicBezTo>
                      <a:pt x="3749" y="299"/>
                      <a:pt x="3749" y="210"/>
                      <a:pt x="3749" y="105"/>
                    </a:cubicBezTo>
                    <a:lnTo>
                      <a:pt x="3749" y="75"/>
                    </a:lnTo>
                    <a:cubicBezTo>
                      <a:pt x="3749" y="31"/>
                      <a:pt x="3734" y="1"/>
                      <a:pt x="3690" y="1"/>
                    </a:cubicBezTo>
                    <a:close/>
                    <a:moveTo>
                      <a:pt x="4153" y="31"/>
                    </a:moveTo>
                    <a:cubicBezTo>
                      <a:pt x="4108" y="31"/>
                      <a:pt x="4078" y="60"/>
                      <a:pt x="4078" y="90"/>
                    </a:cubicBezTo>
                    <a:cubicBezTo>
                      <a:pt x="4063" y="180"/>
                      <a:pt x="4063" y="270"/>
                      <a:pt x="4063" y="374"/>
                    </a:cubicBezTo>
                    <a:lnTo>
                      <a:pt x="4063" y="419"/>
                    </a:lnTo>
                    <a:cubicBezTo>
                      <a:pt x="4063" y="449"/>
                      <a:pt x="4078" y="479"/>
                      <a:pt x="4123" y="479"/>
                    </a:cubicBezTo>
                    <a:cubicBezTo>
                      <a:pt x="4153" y="479"/>
                      <a:pt x="4182" y="464"/>
                      <a:pt x="4197" y="419"/>
                    </a:cubicBezTo>
                    <a:cubicBezTo>
                      <a:pt x="4197" y="329"/>
                      <a:pt x="4212" y="240"/>
                      <a:pt x="4212" y="135"/>
                    </a:cubicBezTo>
                    <a:lnTo>
                      <a:pt x="4212" y="105"/>
                    </a:lnTo>
                    <a:cubicBezTo>
                      <a:pt x="4212" y="75"/>
                      <a:pt x="4182" y="31"/>
                      <a:pt x="4153" y="31"/>
                    </a:cubicBezTo>
                    <a:close/>
                    <a:moveTo>
                      <a:pt x="3197" y="31"/>
                    </a:moveTo>
                    <a:cubicBezTo>
                      <a:pt x="3167" y="31"/>
                      <a:pt x="3137" y="75"/>
                      <a:pt x="3152" y="105"/>
                    </a:cubicBezTo>
                    <a:cubicBezTo>
                      <a:pt x="3152" y="195"/>
                      <a:pt x="3167" y="299"/>
                      <a:pt x="3182" y="389"/>
                    </a:cubicBezTo>
                    <a:cubicBezTo>
                      <a:pt x="3182" y="404"/>
                      <a:pt x="3182" y="419"/>
                      <a:pt x="3182" y="434"/>
                    </a:cubicBezTo>
                    <a:cubicBezTo>
                      <a:pt x="3182" y="458"/>
                      <a:pt x="3212" y="483"/>
                      <a:pt x="3239" y="483"/>
                    </a:cubicBezTo>
                    <a:cubicBezTo>
                      <a:pt x="3245" y="483"/>
                      <a:pt x="3251" y="481"/>
                      <a:pt x="3256" y="479"/>
                    </a:cubicBezTo>
                    <a:cubicBezTo>
                      <a:pt x="3286" y="479"/>
                      <a:pt x="3316" y="449"/>
                      <a:pt x="3316" y="419"/>
                    </a:cubicBezTo>
                    <a:cubicBezTo>
                      <a:pt x="3301" y="329"/>
                      <a:pt x="3301" y="225"/>
                      <a:pt x="3286" y="135"/>
                    </a:cubicBezTo>
                    <a:cubicBezTo>
                      <a:pt x="3286" y="120"/>
                      <a:pt x="3286" y="105"/>
                      <a:pt x="3271" y="90"/>
                    </a:cubicBezTo>
                    <a:cubicBezTo>
                      <a:pt x="3271" y="60"/>
                      <a:pt x="3241" y="31"/>
                      <a:pt x="3197" y="31"/>
                    </a:cubicBezTo>
                    <a:close/>
                    <a:moveTo>
                      <a:pt x="4586" y="60"/>
                    </a:moveTo>
                    <a:cubicBezTo>
                      <a:pt x="4556" y="60"/>
                      <a:pt x="4526" y="90"/>
                      <a:pt x="4526" y="120"/>
                    </a:cubicBezTo>
                    <a:cubicBezTo>
                      <a:pt x="4511" y="210"/>
                      <a:pt x="4511" y="314"/>
                      <a:pt x="4511" y="404"/>
                    </a:cubicBezTo>
                    <a:lnTo>
                      <a:pt x="4511" y="449"/>
                    </a:lnTo>
                    <a:cubicBezTo>
                      <a:pt x="4511" y="479"/>
                      <a:pt x="4526" y="509"/>
                      <a:pt x="4571" y="509"/>
                    </a:cubicBezTo>
                    <a:cubicBezTo>
                      <a:pt x="4601" y="509"/>
                      <a:pt x="4630" y="494"/>
                      <a:pt x="4645" y="449"/>
                    </a:cubicBezTo>
                    <a:cubicBezTo>
                      <a:pt x="4645" y="359"/>
                      <a:pt x="4660" y="270"/>
                      <a:pt x="4660" y="165"/>
                    </a:cubicBezTo>
                    <a:lnTo>
                      <a:pt x="4660" y="135"/>
                    </a:lnTo>
                    <a:cubicBezTo>
                      <a:pt x="4660" y="105"/>
                      <a:pt x="4630" y="60"/>
                      <a:pt x="4586" y="60"/>
                    </a:cubicBezTo>
                    <a:close/>
                    <a:moveTo>
                      <a:pt x="2749" y="75"/>
                    </a:moveTo>
                    <a:cubicBezTo>
                      <a:pt x="2719" y="90"/>
                      <a:pt x="2689" y="120"/>
                      <a:pt x="2689" y="150"/>
                    </a:cubicBezTo>
                    <a:cubicBezTo>
                      <a:pt x="2704" y="240"/>
                      <a:pt x="2704" y="329"/>
                      <a:pt x="2719" y="434"/>
                    </a:cubicBezTo>
                    <a:cubicBezTo>
                      <a:pt x="2719" y="449"/>
                      <a:pt x="2719" y="449"/>
                      <a:pt x="2734" y="464"/>
                    </a:cubicBezTo>
                    <a:cubicBezTo>
                      <a:pt x="2734" y="489"/>
                      <a:pt x="2767" y="526"/>
                      <a:pt x="2795" y="526"/>
                    </a:cubicBezTo>
                    <a:cubicBezTo>
                      <a:pt x="2800" y="526"/>
                      <a:pt x="2804" y="525"/>
                      <a:pt x="2808" y="523"/>
                    </a:cubicBezTo>
                    <a:cubicBezTo>
                      <a:pt x="2838" y="509"/>
                      <a:pt x="2868" y="494"/>
                      <a:pt x="2853" y="449"/>
                    </a:cubicBezTo>
                    <a:cubicBezTo>
                      <a:pt x="2853" y="359"/>
                      <a:pt x="2838" y="270"/>
                      <a:pt x="2823" y="165"/>
                    </a:cubicBezTo>
                    <a:cubicBezTo>
                      <a:pt x="2823" y="150"/>
                      <a:pt x="2823" y="150"/>
                      <a:pt x="2823" y="135"/>
                    </a:cubicBezTo>
                    <a:cubicBezTo>
                      <a:pt x="2823" y="105"/>
                      <a:pt x="2778" y="75"/>
                      <a:pt x="2749" y="75"/>
                    </a:cubicBezTo>
                    <a:close/>
                    <a:moveTo>
                      <a:pt x="5049" y="90"/>
                    </a:moveTo>
                    <a:cubicBezTo>
                      <a:pt x="5004" y="90"/>
                      <a:pt x="4974" y="120"/>
                      <a:pt x="4974" y="150"/>
                    </a:cubicBezTo>
                    <a:cubicBezTo>
                      <a:pt x="4974" y="240"/>
                      <a:pt x="4959" y="344"/>
                      <a:pt x="4959" y="434"/>
                    </a:cubicBezTo>
                    <a:lnTo>
                      <a:pt x="4959" y="479"/>
                    </a:lnTo>
                    <a:cubicBezTo>
                      <a:pt x="4959" y="509"/>
                      <a:pt x="4989" y="553"/>
                      <a:pt x="5019" y="553"/>
                    </a:cubicBezTo>
                    <a:cubicBezTo>
                      <a:pt x="5049" y="553"/>
                      <a:pt x="5094" y="523"/>
                      <a:pt x="5094" y="479"/>
                    </a:cubicBezTo>
                    <a:cubicBezTo>
                      <a:pt x="5108" y="389"/>
                      <a:pt x="5108" y="299"/>
                      <a:pt x="5108" y="195"/>
                    </a:cubicBezTo>
                    <a:lnTo>
                      <a:pt x="5108" y="165"/>
                    </a:lnTo>
                    <a:cubicBezTo>
                      <a:pt x="5108" y="135"/>
                      <a:pt x="5094" y="90"/>
                      <a:pt x="5049" y="90"/>
                    </a:cubicBezTo>
                    <a:close/>
                    <a:moveTo>
                      <a:pt x="2301" y="120"/>
                    </a:moveTo>
                    <a:cubicBezTo>
                      <a:pt x="2271" y="135"/>
                      <a:pt x="2241" y="165"/>
                      <a:pt x="2241" y="195"/>
                    </a:cubicBezTo>
                    <a:cubicBezTo>
                      <a:pt x="2256" y="284"/>
                      <a:pt x="2256" y="374"/>
                      <a:pt x="2271" y="479"/>
                    </a:cubicBezTo>
                    <a:cubicBezTo>
                      <a:pt x="2271" y="494"/>
                      <a:pt x="2271" y="494"/>
                      <a:pt x="2286" y="509"/>
                    </a:cubicBezTo>
                    <a:cubicBezTo>
                      <a:pt x="2286" y="545"/>
                      <a:pt x="2316" y="572"/>
                      <a:pt x="2343" y="572"/>
                    </a:cubicBezTo>
                    <a:cubicBezTo>
                      <a:pt x="2349" y="572"/>
                      <a:pt x="2355" y="571"/>
                      <a:pt x="2360" y="568"/>
                    </a:cubicBezTo>
                    <a:cubicBezTo>
                      <a:pt x="2390" y="568"/>
                      <a:pt x="2420" y="538"/>
                      <a:pt x="2405" y="494"/>
                    </a:cubicBezTo>
                    <a:cubicBezTo>
                      <a:pt x="2405" y="404"/>
                      <a:pt x="2390" y="314"/>
                      <a:pt x="2375" y="210"/>
                    </a:cubicBezTo>
                    <a:cubicBezTo>
                      <a:pt x="2375" y="195"/>
                      <a:pt x="2375" y="195"/>
                      <a:pt x="2375" y="180"/>
                    </a:cubicBezTo>
                    <a:cubicBezTo>
                      <a:pt x="2375" y="150"/>
                      <a:pt x="2330" y="120"/>
                      <a:pt x="2301" y="120"/>
                    </a:cubicBezTo>
                    <a:close/>
                    <a:moveTo>
                      <a:pt x="5497" y="120"/>
                    </a:moveTo>
                    <a:cubicBezTo>
                      <a:pt x="5452" y="120"/>
                      <a:pt x="5422" y="150"/>
                      <a:pt x="5422" y="180"/>
                    </a:cubicBezTo>
                    <a:cubicBezTo>
                      <a:pt x="5422" y="270"/>
                      <a:pt x="5407" y="374"/>
                      <a:pt x="5407" y="464"/>
                    </a:cubicBezTo>
                    <a:lnTo>
                      <a:pt x="5407" y="509"/>
                    </a:lnTo>
                    <a:cubicBezTo>
                      <a:pt x="5407" y="538"/>
                      <a:pt x="5437" y="583"/>
                      <a:pt x="5467" y="583"/>
                    </a:cubicBezTo>
                    <a:cubicBezTo>
                      <a:pt x="5497" y="583"/>
                      <a:pt x="5542" y="553"/>
                      <a:pt x="5542" y="509"/>
                    </a:cubicBezTo>
                    <a:cubicBezTo>
                      <a:pt x="5557" y="419"/>
                      <a:pt x="5557" y="329"/>
                      <a:pt x="5557" y="225"/>
                    </a:cubicBezTo>
                    <a:lnTo>
                      <a:pt x="5557" y="195"/>
                    </a:lnTo>
                    <a:cubicBezTo>
                      <a:pt x="5557" y="165"/>
                      <a:pt x="5542" y="120"/>
                      <a:pt x="5497" y="120"/>
                    </a:cubicBezTo>
                    <a:close/>
                    <a:moveTo>
                      <a:pt x="5945" y="150"/>
                    </a:moveTo>
                    <a:cubicBezTo>
                      <a:pt x="5915" y="150"/>
                      <a:pt x="5885" y="180"/>
                      <a:pt x="5870" y="210"/>
                    </a:cubicBezTo>
                    <a:cubicBezTo>
                      <a:pt x="5870" y="299"/>
                      <a:pt x="5855" y="389"/>
                      <a:pt x="5855" y="494"/>
                    </a:cubicBezTo>
                    <a:lnTo>
                      <a:pt x="5855" y="538"/>
                    </a:lnTo>
                    <a:cubicBezTo>
                      <a:pt x="5855" y="568"/>
                      <a:pt x="5885" y="598"/>
                      <a:pt x="5915" y="598"/>
                    </a:cubicBezTo>
                    <a:cubicBezTo>
                      <a:pt x="5945" y="598"/>
                      <a:pt x="5990" y="583"/>
                      <a:pt x="5990" y="538"/>
                    </a:cubicBezTo>
                    <a:cubicBezTo>
                      <a:pt x="6005" y="449"/>
                      <a:pt x="6005" y="359"/>
                      <a:pt x="6005" y="255"/>
                    </a:cubicBezTo>
                    <a:lnTo>
                      <a:pt x="6005" y="210"/>
                    </a:lnTo>
                    <a:cubicBezTo>
                      <a:pt x="6005" y="180"/>
                      <a:pt x="5990" y="150"/>
                      <a:pt x="5945" y="150"/>
                    </a:cubicBezTo>
                    <a:close/>
                    <a:moveTo>
                      <a:pt x="1852" y="165"/>
                    </a:moveTo>
                    <a:cubicBezTo>
                      <a:pt x="1823" y="165"/>
                      <a:pt x="1793" y="195"/>
                      <a:pt x="1793" y="240"/>
                    </a:cubicBezTo>
                    <a:cubicBezTo>
                      <a:pt x="1808" y="329"/>
                      <a:pt x="1808" y="419"/>
                      <a:pt x="1823" y="523"/>
                    </a:cubicBezTo>
                    <a:cubicBezTo>
                      <a:pt x="1823" y="538"/>
                      <a:pt x="1823" y="553"/>
                      <a:pt x="1837" y="568"/>
                    </a:cubicBezTo>
                    <a:cubicBezTo>
                      <a:pt x="1837" y="593"/>
                      <a:pt x="1867" y="617"/>
                      <a:pt x="1895" y="617"/>
                    </a:cubicBezTo>
                    <a:cubicBezTo>
                      <a:pt x="1901" y="617"/>
                      <a:pt x="1907" y="616"/>
                      <a:pt x="1912" y="613"/>
                    </a:cubicBezTo>
                    <a:cubicBezTo>
                      <a:pt x="1942" y="613"/>
                      <a:pt x="1972" y="583"/>
                      <a:pt x="1957" y="553"/>
                    </a:cubicBezTo>
                    <a:cubicBezTo>
                      <a:pt x="1957" y="449"/>
                      <a:pt x="1942" y="359"/>
                      <a:pt x="1927" y="255"/>
                    </a:cubicBezTo>
                    <a:cubicBezTo>
                      <a:pt x="1927" y="240"/>
                      <a:pt x="1927" y="240"/>
                      <a:pt x="1927" y="225"/>
                    </a:cubicBezTo>
                    <a:cubicBezTo>
                      <a:pt x="1927" y="195"/>
                      <a:pt x="1882" y="165"/>
                      <a:pt x="1852" y="165"/>
                    </a:cubicBezTo>
                    <a:close/>
                    <a:moveTo>
                      <a:pt x="6393" y="180"/>
                    </a:moveTo>
                    <a:cubicBezTo>
                      <a:pt x="6363" y="180"/>
                      <a:pt x="6333" y="210"/>
                      <a:pt x="6333" y="240"/>
                    </a:cubicBezTo>
                    <a:cubicBezTo>
                      <a:pt x="6318" y="329"/>
                      <a:pt x="6318" y="419"/>
                      <a:pt x="6318" y="523"/>
                    </a:cubicBezTo>
                    <a:lnTo>
                      <a:pt x="6318" y="568"/>
                    </a:lnTo>
                    <a:cubicBezTo>
                      <a:pt x="6318" y="598"/>
                      <a:pt x="6333" y="628"/>
                      <a:pt x="6378" y="628"/>
                    </a:cubicBezTo>
                    <a:cubicBezTo>
                      <a:pt x="6408" y="628"/>
                      <a:pt x="6438" y="613"/>
                      <a:pt x="6438" y="568"/>
                    </a:cubicBezTo>
                    <a:cubicBezTo>
                      <a:pt x="6453" y="479"/>
                      <a:pt x="6468" y="389"/>
                      <a:pt x="6468" y="284"/>
                    </a:cubicBezTo>
                    <a:lnTo>
                      <a:pt x="6468" y="240"/>
                    </a:lnTo>
                    <a:cubicBezTo>
                      <a:pt x="6468" y="210"/>
                      <a:pt x="6438" y="180"/>
                      <a:pt x="6393" y="180"/>
                    </a:cubicBezTo>
                    <a:close/>
                    <a:moveTo>
                      <a:pt x="6841" y="210"/>
                    </a:moveTo>
                    <a:cubicBezTo>
                      <a:pt x="6811" y="210"/>
                      <a:pt x="6781" y="225"/>
                      <a:pt x="6781" y="270"/>
                    </a:cubicBezTo>
                    <a:cubicBezTo>
                      <a:pt x="6766" y="359"/>
                      <a:pt x="6766" y="449"/>
                      <a:pt x="6766" y="553"/>
                    </a:cubicBezTo>
                    <a:lnTo>
                      <a:pt x="6766" y="598"/>
                    </a:lnTo>
                    <a:cubicBezTo>
                      <a:pt x="6766" y="628"/>
                      <a:pt x="6781" y="658"/>
                      <a:pt x="6826" y="658"/>
                    </a:cubicBezTo>
                    <a:cubicBezTo>
                      <a:pt x="6856" y="658"/>
                      <a:pt x="6886" y="643"/>
                      <a:pt x="6886" y="598"/>
                    </a:cubicBezTo>
                    <a:cubicBezTo>
                      <a:pt x="6901" y="509"/>
                      <a:pt x="6901" y="419"/>
                      <a:pt x="6901" y="314"/>
                    </a:cubicBezTo>
                    <a:lnTo>
                      <a:pt x="6901" y="270"/>
                    </a:lnTo>
                    <a:cubicBezTo>
                      <a:pt x="6901" y="240"/>
                      <a:pt x="6886" y="210"/>
                      <a:pt x="6841" y="210"/>
                    </a:cubicBezTo>
                    <a:close/>
                    <a:moveTo>
                      <a:pt x="1404" y="210"/>
                    </a:moveTo>
                    <a:cubicBezTo>
                      <a:pt x="1374" y="210"/>
                      <a:pt x="1345" y="240"/>
                      <a:pt x="1345" y="284"/>
                    </a:cubicBezTo>
                    <a:cubicBezTo>
                      <a:pt x="1360" y="374"/>
                      <a:pt x="1360" y="464"/>
                      <a:pt x="1389" y="568"/>
                    </a:cubicBezTo>
                    <a:cubicBezTo>
                      <a:pt x="1389" y="583"/>
                      <a:pt x="1389" y="598"/>
                      <a:pt x="1389" y="613"/>
                    </a:cubicBezTo>
                    <a:cubicBezTo>
                      <a:pt x="1389" y="637"/>
                      <a:pt x="1419" y="662"/>
                      <a:pt x="1447" y="662"/>
                    </a:cubicBezTo>
                    <a:cubicBezTo>
                      <a:pt x="1453" y="662"/>
                      <a:pt x="1459" y="661"/>
                      <a:pt x="1464" y="658"/>
                    </a:cubicBezTo>
                    <a:cubicBezTo>
                      <a:pt x="1494" y="658"/>
                      <a:pt x="1524" y="628"/>
                      <a:pt x="1509" y="598"/>
                    </a:cubicBezTo>
                    <a:cubicBezTo>
                      <a:pt x="1509" y="494"/>
                      <a:pt x="1494" y="404"/>
                      <a:pt x="1479" y="314"/>
                    </a:cubicBezTo>
                    <a:cubicBezTo>
                      <a:pt x="1479" y="299"/>
                      <a:pt x="1479" y="284"/>
                      <a:pt x="1479" y="270"/>
                    </a:cubicBezTo>
                    <a:cubicBezTo>
                      <a:pt x="1479" y="240"/>
                      <a:pt x="1434" y="210"/>
                      <a:pt x="1404" y="210"/>
                    </a:cubicBezTo>
                    <a:close/>
                    <a:moveTo>
                      <a:pt x="973" y="251"/>
                    </a:moveTo>
                    <a:cubicBezTo>
                      <a:pt x="967" y="251"/>
                      <a:pt x="962" y="252"/>
                      <a:pt x="956" y="255"/>
                    </a:cubicBezTo>
                    <a:cubicBezTo>
                      <a:pt x="926" y="255"/>
                      <a:pt x="897" y="299"/>
                      <a:pt x="897" y="329"/>
                    </a:cubicBezTo>
                    <a:cubicBezTo>
                      <a:pt x="911" y="419"/>
                      <a:pt x="926" y="509"/>
                      <a:pt x="941" y="613"/>
                    </a:cubicBezTo>
                    <a:cubicBezTo>
                      <a:pt x="941" y="628"/>
                      <a:pt x="941" y="628"/>
                      <a:pt x="941" y="643"/>
                    </a:cubicBezTo>
                    <a:cubicBezTo>
                      <a:pt x="941" y="673"/>
                      <a:pt x="986" y="703"/>
                      <a:pt x="1016" y="703"/>
                    </a:cubicBezTo>
                    <a:cubicBezTo>
                      <a:pt x="1046" y="688"/>
                      <a:pt x="1076" y="673"/>
                      <a:pt x="1061" y="628"/>
                    </a:cubicBezTo>
                    <a:cubicBezTo>
                      <a:pt x="1061" y="538"/>
                      <a:pt x="1046" y="449"/>
                      <a:pt x="1031" y="344"/>
                    </a:cubicBezTo>
                    <a:cubicBezTo>
                      <a:pt x="1031" y="329"/>
                      <a:pt x="1031" y="329"/>
                      <a:pt x="1031" y="314"/>
                    </a:cubicBezTo>
                    <a:cubicBezTo>
                      <a:pt x="1031" y="277"/>
                      <a:pt x="1001" y="251"/>
                      <a:pt x="973" y="251"/>
                    </a:cubicBezTo>
                    <a:close/>
                    <a:moveTo>
                      <a:pt x="508" y="299"/>
                    </a:moveTo>
                    <a:cubicBezTo>
                      <a:pt x="478" y="314"/>
                      <a:pt x="448" y="329"/>
                      <a:pt x="448" y="374"/>
                    </a:cubicBezTo>
                    <a:cubicBezTo>
                      <a:pt x="463" y="464"/>
                      <a:pt x="463" y="553"/>
                      <a:pt x="478" y="658"/>
                    </a:cubicBezTo>
                    <a:cubicBezTo>
                      <a:pt x="478" y="673"/>
                      <a:pt x="478" y="673"/>
                      <a:pt x="493" y="688"/>
                    </a:cubicBezTo>
                    <a:cubicBezTo>
                      <a:pt x="493" y="714"/>
                      <a:pt x="516" y="750"/>
                      <a:pt x="541" y="750"/>
                    </a:cubicBezTo>
                    <a:cubicBezTo>
                      <a:pt x="545" y="750"/>
                      <a:pt x="549" y="750"/>
                      <a:pt x="553" y="747"/>
                    </a:cubicBezTo>
                    <a:cubicBezTo>
                      <a:pt x="583" y="733"/>
                      <a:pt x="613" y="718"/>
                      <a:pt x="613" y="673"/>
                    </a:cubicBezTo>
                    <a:cubicBezTo>
                      <a:pt x="598" y="583"/>
                      <a:pt x="598" y="494"/>
                      <a:pt x="583" y="389"/>
                    </a:cubicBezTo>
                    <a:cubicBezTo>
                      <a:pt x="583" y="374"/>
                      <a:pt x="583" y="374"/>
                      <a:pt x="568" y="359"/>
                    </a:cubicBezTo>
                    <a:cubicBezTo>
                      <a:pt x="568" y="329"/>
                      <a:pt x="538" y="299"/>
                      <a:pt x="508" y="299"/>
                    </a:cubicBezTo>
                    <a:close/>
                    <a:moveTo>
                      <a:pt x="60" y="344"/>
                    </a:moveTo>
                    <a:cubicBezTo>
                      <a:pt x="30" y="344"/>
                      <a:pt x="0" y="374"/>
                      <a:pt x="0" y="419"/>
                    </a:cubicBezTo>
                    <a:cubicBezTo>
                      <a:pt x="15" y="509"/>
                      <a:pt x="15" y="598"/>
                      <a:pt x="30" y="703"/>
                    </a:cubicBezTo>
                    <a:cubicBezTo>
                      <a:pt x="30" y="718"/>
                      <a:pt x="30" y="718"/>
                      <a:pt x="45" y="733"/>
                    </a:cubicBezTo>
                    <a:cubicBezTo>
                      <a:pt x="45" y="769"/>
                      <a:pt x="65" y="796"/>
                      <a:pt x="89" y="796"/>
                    </a:cubicBezTo>
                    <a:cubicBezTo>
                      <a:pt x="94" y="796"/>
                      <a:pt x="100" y="795"/>
                      <a:pt x="105" y="792"/>
                    </a:cubicBezTo>
                    <a:cubicBezTo>
                      <a:pt x="135" y="792"/>
                      <a:pt x="165" y="762"/>
                      <a:pt x="165" y="718"/>
                    </a:cubicBezTo>
                    <a:cubicBezTo>
                      <a:pt x="150" y="628"/>
                      <a:pt x="150" y="538"/>
                      <a:pt x="135" y="434"/>
                    </a:cubicBezTo>
                    <a:cubicBezTo>
                      <a:pt x="135" y="419"/>
                      <a:pt x="135" y="419"/>
                      <a:pt x="120" y="404"/>
                    </a:cubicBezTo>
                    <a:cubicBezTo>
                      <a:pt x="120" y="374"/>
                      <a:pt x="90" y="344"/>
                      <a:pt x="60" y="344"/>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2"/>
              <p:cNvSpPr/>
              <p:nvPr/>
            </p:nvSpPr>
            <p:spPr>
              <a:xfrm>
                <a:off x="-2765550" y="1656575"/>
                <a:ext cx="26175" cy="12700"/>
              </a:xfrm>
              <a:custGeom>
                <a:rect b="b" l="l" r="r" t="t"/>
                <a:pathLst>
                  <a:path extrusionOk="0" h="508" w="1047">
                    <a:moveTo>
                      <a:pt x="971" y="0"/>
                    </a:moveTo>
                    <a:cubicBezTo>
                      <a:pt x="927" y="0"/>
                      <a:pt x="897" y="30"/>
                      <a:pt x="897" y="60"/>
                    </a:cubicBezTo>
                    <a:cubicBezTo>
                      <a:pt x="912" y="164"/>
                      <a:pt x="912" y="254"/>
                      <a:pt x="912" y="344"/>
                    </a:cubicBezTo>
                    <a:lnTo>
                      <a:pt x="912" y="388"/>
                    </a:lnTo>
                    <a:cubicBezTo>
                      <a:pt x="912" y="418"/>
                      <a:pt x="956" y="448"/>
                      <a:pt x="986" y="448"/>
                    </a:cubicBezTo>
                    <a:cubicBezTo>
                      <a:pt x="1016" y="448"/>
                      <a:pt x="1046" y="418"/>
                      <a:pt x="1046" y="388"/>
                    </a:cubicBezTo>
                    <a:cubicBezTo>
                      <a:pt x="1046" y="284"/>
                      <a:pt x="1031" y="194"/>
                      <a:pt x="1031" y="90"/>
                    </a:cubicBezTo>
                    <a:lnTo>
                      <a:pt x="1031" y="60"/>
                    </a:lnTo>
                    <a:cubicBezTo>
                      <a:pt x="1031" y="30"/>
                      <a:pt x="1001" y="0"/>
                      <a:pt x="971" y="0"/>
                    </a:cubicBezTo>
                    <a:close/>
                    <a:moveTo>
                      <a:pt x="508" y="30"/>
                    </a:moveTo>
                    <a:cubicBezTo>
                      <a:pt x="478" y="30"/>
                      <a:pt x="449" y="60"/>
                      <a:pt x="449" y="90"/>
                    </a:cubicBezTo>
                    <a:cubicBezTo>
                      <a:pt x="449" y="194"/>
                      <a:pt x="464" y="284"/>
                      <a:pt x="464" y="388"/>
                    </a:cubicBezTo>
                    <a:lnTo>
                      <a:pt x="464" y="418"/>
                    </a:lnTo>
                    <a:cubicBezTo>
                      <a:pt x="464" y="448"/>
                      <a:pt x="493" y="478"/>
                      <a:pt x="538" y="478"/>
                    </a:cubicBezTo>
                    <a:cubicBezTo>
                      <a:pt x="568" y="478"/>
                      <a:pt x="598" y="448"/>
                      <a:pt x="598" y="418"/>
                    </a:cubicBezTo>
                    <a:cubicBezTo>
                      <a:pt x="583" y="314"/>
                      <a:pt x="583" y="224"/>
                      <a:pt x="583" y="120"/>
                    </a:cubicBezTo>
                    <a:lnTo>
                      <a:pt x="583" y="90"/>
                    </a:lnTo>
                    <a:cubicBezTo>
                      <a:pt x="583" y="60"/>
                      <a:pt x="553" y="30"/>
                      <a:pt x="508" y="30"/>
                    </a:cubicBezTo>
                    <a:close/>
                    <a:moveTo>
                      <a:pt x="60" y="45"/>
                    </a:moveTo>
                    <a:cubicBezTo>
                      <a:pt x="30" y="60"/>
                      <a:pt x="1" y="90"/>
                      <a:pt x="1" y="120"/>
                    </a:cubicBezTo>
                    <a:cubicBezTo>
                      <a:pt x="15" y="209"/>
                      <a:pt x="15" y="299"/>
                      <a:pt x="15" y="403"/>
                    </a:cubicBezTo>
                    <a:lnTo>
                      <a:pt x="15" y="448"/>
                    </a:lnTo>
                    <a:cubicBezTo>
                      <a:pt x="15" y="478"/>
                      <a:pt x="45" y="508"/>
                      <a:pt x="90" y="508"/>
                    </a:cubicBezTo>
                    <a:cubicBezTo>
                      <a:pt x="120" y="508"/>
                      <a:pt x="150" y="478"/>
                      <a:pt x="150" y="433"/>
                    </a:cubicBezTo>
                    <a:cubicBezTo>
                      <a:pt x="135" y="344"/>
                      <a:pt x="135" y="254"/>
                      <a:pt x="135" y="149"/>
                    </a:cubicBezTo>
                    <a:lnTo>
                      <a:pt x="135" y="105"/>
                    </a:lnTo>
                    <a:cubicBezTo>
                      <a:pt x="135" y="75"/>
                      <a:pt x="105" y="45"/>
                      <a:pt x="60" y="45"/>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2"/>
              <p:cNvSpPr/>
              <p:nvPr/>
            </p:nvSpPr>
            <p:spPr>
              <a:xfrm>
                <a:off x="-2686750" y="1651700"/>
                <a:ext cx="26525" cy="13475"/>
              </a:xfrm>
              <a:custGeom>
                <a:rect b="b" l="l" r="r" t="t"/>
                <a:pathLst>
                  <a:path extrusionOk="0" h="539" w="1061">
                    <a:moveTo>
                      <a:pt x="971" y="1"/>
                    </a:moveTo>
                    <a:cubicBezTo>
                      <a:pt x="926" y="16"/>
                      <a:pt x="911" y="31"/>
                      <a:pt x="911" y="76"/>
                    </a:cubicBezTo>
                    <a:cubicBezTo>
                      <a:pt x="911" y="165"/>
                      <a:pt x="926" y="255"/>
                      <a:pt x="926" y="359"/>
                    </a:cubicBezTo>
                    <a:lnTo>
                      <a:pt x="926" y="404"/>
                    </a:lnTo>
                    <a:cubicBezTo>
                      <a:pt x="926" y="434"/>
                      <a:pt x="956" y="464"/>
                      <a:pt x="1001" y="464"/>
                    </a:cubicBezTo>
                    <a:cubicBezTo>
                      <a:pt x="1031" y="449"/>
                      <a:pt x="1060" y="434"/>
                      <a:pt x="1060" y="389"/>
                    </a:cubicBezTo>
                    <a:cubicBezTo>
                      <a:pt x="1060" y="300"/>
                      <a:pt x="1046" y="210"/>
                      <a:pt x="1046" y="106"/>
                    </a:cubicBezTo>
                    <a:lnTo>
                      <a:pt x="1046" y="61"/>
                    </a:lnTo>
                    <a:cubicBezTo>
                      <a:pt x="1046" y="31"/>
                      <a:pt x="1016" y="1"/>
                      <a:pt x="971" y="1"/>
                    </a:cubicBezTo>
                    <a:close/>
                    <a:moveTo>
                      <a:pt x="523" y="46"/>
                    </a:moveTo>
                    <a:cubicBezTo>
                      <a:pt x="478" y="46"/>
                      <a:pt x="448" y="76"/>
                      <a:pt x="463" y="120"/>
                    </a:cubicBezTo>
                    <a:cubicBezTo>
                      <a:pt x="463" y="210"/>
                      <a:pt x="478" y="300"/>
                      <a:pt x="478" y="404"/>
                    </a:cubicBezTo>
                    <a:lnTo>
                      <a:pt x="478" y="434"/>
                    </a:lnTo>
                    <a:cubicBezTo>
                      <a:pt x="478" y="464"/>
                      <a:pt x="508" y="494"/>
                      <a:pt x="553" y="494"/>
                    </a:cubicBezTo>
                    <a:cubicBezTo>
                      <a:pt x="583" y="494"/>
                      <a:pt x="612" y="464"/>
                      <a:pt x="612" y="434"/>
                    </a:cubicBezTo>
                    <a:cubicBezTo>
                      <a:pt x="612" y="344"/>
                      <a:pt x="597" y="240"/>
                      <a:pt x="597" y="150"/>
                    </a:cubicBezTo>
                    <a:lnTo>
                      <a:pt x="597" y="106"/>
                    </a:lnTo>
                    <a:cubicBezTo>
                      <a:pt x="597" y="76"/>
                      <a:pt x="568" y="46"/>
                      <a:pt x="523" y="46"/>
                    </a:cubicBezTo>
                    <a:close/>
                    <a:moveTo>
                      <a:pt x="75" y="76"/>
                    </a:moveTo>
                    <a:cubicBezTo>
                      <a:pt x="30" y="91"/>
                      <a:pt x="0" y="120"/>
                      <a:pt x="15" y="150"/>
                    </a:cubicBezTo>
                    <a:cubicBezTo>
                      <a:pt x="15" y="240"/>
                      <a:pt x="30" y="344"/>
                      <a:pt x="30" y="434"/>
                    </a:cubicBezTo>
                    <a:lnTo>
                      <a:pt x="30" y="479"/>
                    </a:lnTo>
                    <a:cubicBezTo>
                      <a:pt x="30" y="509"/>
                      <a:pt x="60" y="539"/>
                      <a:pt x="105" y="539"/>
                    </a:cubicBezTo>
                    <a:cubicBezTo>
                      <a:pt x="134" y="524"/>
                      <a:pt x="164" y="509"/>
                      <a:pt x="164" y="464"/>
                    </a:cubicBezTo>
                    <a:cubicBezTo>
                      <a:pt x="164" y="374"/>
                      <a:pt x="149" y="285"/>
                      <a:pt x="149" y="180"/>
                    </a:cubicBezTo>
                    <a:lnTo>
                      <a:pt x="149" y="150"/>
                    </a:lnTo>
                    <a:cubicBezTo>
                      <a:pt x="149" y="120"/>
                      <a:pt x="119" y="76"/>
                      <a:pt x="75" y="76"/>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6" name="Google Shape;506;p42"/>
            <p:cNvGrpSpPr/>
            <p:nvPr/>
          </p:nvGrpSpPr>
          <p:grpSpPr>
            <a:xfrm rot="-535852">
              <a:off x="-375221" y="3642155"/>
              <a:ext cx="1193684" cy="1852117"/>
              <a:chOff x="-3695300" y="2406050"/>
              <a:chExt cx="284175" cy="440925"/>
            </a:xfrm>
          </p:grpSpPr>
          <p:sp>
            <p:nvSpPr>
              <p:cNvPr id="507" name="Google Shape;507;p42"/>
              <p:cNvSpPr/>
              <p:nvPr/>
            </p:nvSpPr>
            <p:spPr>
              <a:xfrm>
                <a:off x="-3695300" y="2451900"/>
                <a:ext cx="243850" cy="393575"/>
              </a:xfrm>
              <a:custGeom>
                <a:rect b="b" l="l" r="r" t="t"/>
                <a:pathLst>
                  <a:path extrusionOk="0" h="15743" w="9754">
                    <a:moveTo>
                      <a:pt x="852" y="1"/>
                    </a:moveTo>
                    <a:cubicBezTo>
                      <a:pt x="852" y="1"/>
                      <a:pt x="553" y="538"/>
                      <a:pt x="434" y="986"/>
                    </a:cubicBezTo>
                    <a:cubicBezTo>
                      <a:pt x="0" y="5885"/>
                      <a:pt x="30" y="10829"/>
                      <a:pt x="478" y="15743"/>
                    </a:cubicBezTo>
                    <a:cubicBezTo>
                      <a:pt x="3570" y="15713"/>
                      <a:pt x="6662" y="15594"/>
                      <a:pt x="9753" y="15369"/>
                    </a:cubicBezTo>
                    <a:cubicBezTo>
                      <a:pt x="8857" y="10366"/>
                      <a:pt x="8424" y="5258"/>
                      <a:pt x="8469" y="165"/>
                    </a:cubicBezTo>
                    <a:cubicBezTo>
                      <a:pt x="6064" y="165"/>
                      <a:pt x="852" y="1"/>
                      <a:pt x="85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2"/>
              <p:cNvSpPr/>
              <p:nvPr/>
            </p:nvSpPr>
            <p:spPr>
              <a:xfrm>
                <a:off x="-3690450" y="2450025"/>
                <a:ext cx="251325" cy="395450"/>
              </a:xfrm>
              <a:custGeom>
                <a:rect b="b" l="l" r="r" t="t"/>
                <a:pathLst>
                  <a:path extrusionOk="0" h="15818" w="10053">
                    <a:moveTo>
                      <a:pt x="8275" y="1"/>
                    </a:moveTo>
                    <a:cubicBezTo>
                      <a:pt x="5870" y="76"/>
                      <a:pt x="658" y="90"/>
                      <a:pt x="658" y="90"/>
                    </a:cubicBezTo>
                    <a:cubicBezTo>
                      <a:pt x="658" y="90"/>
                      <a:pt x="389" y="628"/>
                      <a:pt x="269" y="1076"/>
                    </a:cubicBezTo>
                    <a:cubicBezTo>
                      <a:pt x="1" y="5990"/>
                      <a:pt x="180" y="10919"/>
                      <a:pt x="792" y="15818"/>
                    </a:cubicBezTo>
                    <a:cubicBezTo>
                      <a:pt x="3884" y="15698"/>
                      <a:pt x="6976" y="15474"/>
                      <a:pt x="10052" y="15146"/>
                    </a:cubicBezTo>
                    <a:cubicBezTo>
                      <a:pt x="8992" y="10172"/>
                      <a:pt x="8409" y="5079"/>
                      <a:pt x="827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2"/>
              <p:cNvSpPr/>
              <p:nvPr/>
            </p:nvSpPr>
            <p:spPr>
              <a:xfrm>
                <a:off x="-3682225" y="2439200"/>
                <a:ext cx="263625" cy="405175"/>
              </a:xfrm>
              <a:custGeom>
                <a:rect b="b" l="l" r="r" t="t"/>
                <a:pathLst>
                  <a:path extrusionOk="0" h="16207" w="10545">
                    <a:moveTo>
                      <a:pt x="7931" y="1"/>
                    </a:moveTo>
                    <a:cubicBezTo>
                      <a:pt x="5526" y="210"/>
                      <a:pt x="329" y="509"/>
                      <a:pt x="329" y="509"/>
                    </a:cubicBezTo>
                    <a:cubicBezTo>
                      <a:pt x="329" y="509"/>
                      <a:pt x="90" y="1076"/>
                      <a:pt x="0" y="1524"/>
                    </a:cubicBezTo>
                    <a:cubicBezTo>
                      <a:pt x="15" y="6438"/>
                      <a:pt x="463" y="11367"/>
                      <a:pt x="1359" y="16206"/>
                    </a:cubicBezTo>
                    <a:cubicBezTo>
                      <a:pt x="4436" y="15922"/>
                      <a:pt x="7498" y="15519"/>
                      <a:pt x="10545" y="15026"/>
                    </a:cubicBezTo>
                    <a:cubicBezTo>
                      <a:pt x="9216" y="10112"/>
                      <a:pt x="8334" y="5079"/>
                      <a:pt x="793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2"/>
              <p:cNvSpPr/>
              <p:nvPr/>
            </p:nvSpPr>
            <p:spPr>
              <a:xfrm>
                <a:off x="-3684475" y="2445550"/>
                <a:ext cx="273350" cy="386125"/>
              </a:xfrm>
              <a:custGeom>
                <a:rect b="b" l="l" r="r" t="t"/>
                <a:pathLst>
                  <a:path extrusionOk="0" h="15445" w="10934">
                    <a:moveTo>
                      <a:pt x="8394" y="1"/>
                    </a:moveTo>
                    <a:lnTo>
                      <a:pt x="8394" y="1"/>
                    </a:lnTo>
                    <a:cubicBezTo>
                      <a:pt x="5736" y="60"/>
                      <a:pt x="3092" y="120"/>
                      <a:pt x="419" y="150"/>
                    </a:cubicBezTo>
                    <a:cubicBezTo>
                      <a:pt x="1" y="5303"/>
                      <a:pt x="673" y="10545"/>
                      <a:pt x="2360" y="15444"/>
                    </a:cubicBezTo>
                    <a:cubicBezTo>
                      <a:pt x="5213" y="14981"/>
                      <a:pt x="8066" y="14518"/>
                      <a:pt x="10934" y="14070"/>
                    </a:cubicBezTo>
                    <a:cubicBezTo>
                      <a:pt x="10784" y="13786"/>
                      <a:pt x="10665" y="13488"/>
                      <a:pt x="10545" y="13189"/>
                    </a:cubicBezTo>
                    <a:cubicBezTo>
                      <a:pt x="10336" y="12696"/>
                      <a:pt x="10157" y="12188"/>
                      <a:pt x="10008" y="11665"/>
                    </a:cubicBezTo>
                    <a:cubicBezTo>
                      <a:pt x="8828" y="7902"/>
                      <a:pt x="8275" y="3944"/>
                      <a:pt x="83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2"/>
              <p:cNvSpPr/>
              <p:nvPr/>
            </p:nvSpPr>
            <p:spPr>
              <a:xfrm>
                <a:off x="-3676625" y="2446300"/>
                <a:ext cx="258775" cy="374175"/>
              </a:xfrm>
              <a:custGeom>
                <a:rect b="b" l="l" r="r" t="t"/>
                <a:pathLst>
                  <a:path extrusionOk="0" h="14967" w="10351">
                    <a:moveTo>
                      <a:pt x="2106" y="90"/>
                    </a:moveTo>
                    <a:lnTo>
                      <a:pt x="1449" y="105"/>
                    </a:lnTo>
                    <a:cubicBezTo>
                      <a:pt x="1434" y="120"/>
                      <a:pt x="1419" y="135"/>
                      <a:pt x="1419" y="150"/>
                    </a:cubicBezTo>
                    <a:cubicBezTo>
                      <a:pt x="1389" y="180"/>
                      <a:pt x="1374" y="210"/>
                      <a:pt x="1359" y="225"/>
                    </a:cubicBezTo>
                    <a:cubicBezTo>
                      <a:pt x="1329" y="254"/>
                      <a:pt x="1315" y="284"/>
                      <a:pt x="1300" y="299"/>
                    </a:cubicBezTo>
                    <a:lnTo>
                      <a:pt x="1285" y="284"/>
                    </a:lnTo>
                    <a:cubicBezTo>
                      <a:pt x="1270" y="269"/>
                      <a:pt x="1255" y="225"/>
                      <a:pt x="1240" y="180"/>
                    </a:cubicBezTo>
                    <a:cubicBezTo>
                      <a:pt x="1225" y="165"/>
                      <a:pt x="1210" y="135"/>
                      <a:pt x="1210" y="105"/>
                    </a:cubicBezTo>
                    <a:lnTo>
                      <a:pt x="568" y="120"/>
                    </a:lnTo>
                    <a:cubicBezTo>
                      <a:pt x="583" y="165"/>
                      <a:pt x="598" y="210"/>
                      <a:pt x="613" y="254"/>
                    </a:cubicBezTo>
                    <a:cubicBezTo>
                      <a:pt x="628" y="329"/>
                      <a:pt x="642" y="374"/>
                      <a:pt x="672" y="419"/>
                    </a:cubicBezTo>
                    <a:cubicBezTo>
                      <a:pt x="702" y="478"/>
                      <a:pt x="732" y="553"/>
                      <a:pt x="762" y="613"/>
                    </a:cubicBezTo>
                    <a:lnTo>
                      <a:pt x="777" y="628"/>
                    </a:lnTo>
                    <a:lnTo>
                      <a:pt x="807" y="658"/>
                    </a:lnTo>
                    <a:cubicBezTo>
                      <a:pt x="822" y="688"/>
                      <a:pt x="837" y="702"/>
                      <a:pt x="852" y="717"/>
                    </a:cubicBezTo>
                    <a:cubicBezTo>
                      <a:pt x="881" y="762"/>
                      <a:pt x="926" y="807"/>
                      <a:pt x="971" y="837"/>
                    </a:cubicBezTo>
                    <a:cubicBezTo>
                      <a:pt x="1046" y="897"/>
                      <a:pt x="1150" y="926"/>
                      <a:pt x="1255" y="926"/>
                    </a:cubicBezTo>
                    <a:cubicBezTo>
                      <a:pt x="1269" y="928"/>
                      <a:pt x="1283" y="928"/>
                      <a:pt x="1297" y="928"/>
                    </a:cubicBezTo>
                    <a:cubicBezTo>
                      <a:pt x="1447" y="928"/>
                      <a:pt x="1594" y="857"/>
                      <a:pt x="1703" y="747"/>
                    </a:cubicBezTo>
                    <a:cubicBezTo>
                      <a:pt x="1748" y="688"/>
                      <a:pt x="1793" y="658"/>
                      <a:pt x="1822" y="613"/>
                    </a:cubicBezTo>
                    <a:cubicBezTo>
                      <a:pt x="1852" y="583"/>
                      <a:pt x="1882" y="538"/>
                      <a:pt x="1912" y="493"/>
                    </a:cubicBezTo>
                    <a:cubicBezTo>
                      <a:pt x="2002" y="374"/>
                      <a:pt x="2061" y="239"/>
                      <a:pt x="2106" y="90"/>
                    </a:cubicBezTo>
                    <a:close/>
                    <a:moveTo>
                      <a:pt x="6871" y="0"/>
                    </a:moveTo>
                    <a:lnTo>
                      <a:pt x="6124" y="15"/>
                    </a:lnTo>
                    <a:cubicBezTo>
                      <a:pt x="6109" y="45"/>
                      <a:pt x="6094" y="75"/>
                      <a:pt x="6079" y="105"/>
                    </a:cubicBezTo>
                    <a:cubicBezTo>
                      <a:pt x="5989" y="299"/>
                      <a:pt x="5915" y="493"/>
                      <a:pt x="5885" y="688"/>
                    </a:cubicBezTo>
                    <a:cubicBezTo>
                      <a:pt x="5810" y="1091"/>
                      <a:pt x="5810" y="1509"/>
                      <a:pt x="5885" y="1897"/>
                    </a:cubicBezTo>
                    <a:cubicBezTo>
                      <a:pt x="5975" y="2301"/>
                      <a:pt x="6124" y="2674"/>
                      <a:pt x="6333" y="3003"/>
                    </a:cubicBezTo>
                    <a:cubicBezTo>
                      <a:pt x="6542" y="3346"/>
                      <a:pt x="6826" y="3645"/>
                      <a:pt x="7154" y="3884"/>
                    </a:cubicBezTo>
                    <a:cubicBezTo>
                      <a:pt x="7468" y="4123"/>
                      <a:pt x="7842" y="4302"/>
                      <a:pt x="8230" y="4392"/>
                    </a:cubicBezTo>
                    <a:cubicBezTo>
                      <a:pt x="8215" y="4168"/>
                      <a:pt x="8185" y="3944"/>
                      <a:pt x="8170" y="3734"/>
                    </a:cubicBezTo>
                    <a:cubicBezTo>
                      <a:pt x="7632" y="3555"/>
                      <a:pt x="7169" y="3167"/>
                      <a:pt x="6856" y="2674"/>
                    </a:cubicBezTo>
                    <a:cubicBezTo>
                      <a:pt x="6691" y="2405"/>
                      <a:pt x="6557" y="2091"/>
                      <a:pt x="6497" y="1778"/>
                    </a:cubicBezTo>
                    <a:cubicBezTo>
                      <a:pt x="6423" y="1464"/>
                      <a:pt x="6423" y="1136"/>
                      <a:pt x="6482" y="822"/>
                    </a:cubicBezTo>
                    <a:cubicBezTo>
                      <a:pt x="6542" y="508"/>
                      <a:pt x="6677" y="225"/>
                      <a:pt x="6871" y="0"/>
                    </a:cubicBezTo>
                    <a:close/>
                    <a:moveTo>
                      <a:pt x="45" y="5064"/>
                    </a:moveTo>
                    <a:lnTo>
                      <a:pt x="45" y="5079"/>
                    </a:lnTo>
                    <a:cubicBezTo>
                      <a:pt x="45" y="5079"/>
                      <a:pt x="45" y="5080"/>
                      <a:pt x="46" y="5080"/>
                    </a:cubicBezTo>
                    <a:lnTo>
                      <a:pt x="46" y="5080"/>
                    </a:lnTo>
                    <a:cubicBezTo>
                      <a:pt x="45" y="5075"/>
                      <a:pt x="45" y="5069"/>
                      <a:pt x="45" y="5064"/>
                    </a:cubicBezTo>
                    <a:close/>
                    <a:moveTo>
                      <a:pt x="3630" y="60"/>
                    </a:moveTo>
                    <a:lnTo>
                      <a:pt x="3002" y="75"/>
                    </a:lnTo>
                    <a:cubicBezTo>
                      <a:pt x="3002" y="329"/>
                      <a:pt x="3032" y="568"/>
                      <a:pt x="3092" y="807"/>
                    </a:cubicBezTo>
                    <a:cubicBezTo>
                      <a:pt x="3152" y="1076"/>
                      <a:pt x="3241" y="1345"/>
                      <a:pt x="3316" y="1599"/>
                    </a:cubicBezTo>
                    <a:cubicBezTo>
                      <a:pt x="3495" y="2106"/>
                      <a:pt x="3689" y="2614"/>
                      <a:pt x="3809" y="3092"/>
                    </a:cubicBezTo>
                    <a:cubicBezTo>
                      <a:pt x="3854" y="3331"/>
                      <a:pt x="3898" y="3570"/>
                      <a:pt x="3884" y="3794"/>
                    </a:cubicBezTo>
                    <a:cubicBezTo>
                      <a:pt x="3884" y="3899"/>
                      <a:pt x="3854" y="4018"/>
                      <a:pt x="3824" y="4108"/>
                    </a:cubicBezTo>
                    <a:cubicBezTo>
                      <a:pt x="3794" y="4227"/>
                      <a:pt x="3764" y="4317"/>
                      <a:pt x="3704" y="4407"/>
                    </a:cubicBezTo>
                    <a:cubicBezTo>
                      <a:pt x="3600" y="4586"/>
                      <a:pt x="3450" y="4720"/>
                      <a:pt x="3271" y="4780"/>
                    </a:cubicBezTo>
                    <a:cubicBezTo>
                      <a:pt x="3175" y="4812"/>
                      <a:pt x="3070" y="4827"/>
                      <a:pt x="2962" y="4827"/>
                    </a:cubicBezTo>
                    <a:cubicBezTo>
                      <a:pt x="2868" y="4827"/>
                      <a:pt x="2771" y="4816"/>
                      <a:pt x="2674" y="4795"/>
                    </a:cubicBezTo>
                    <a:cubicBezTo>
                      <a:pt x="2256" y="4690"/>
                      <a:pt x="1912" y="4362"/>
                      <a:pt x="1643" y="3958"/>
                    </a:cubicBezTo>
                    <a:cubicBezTo>
                      <a:pt x="1374" y="3555"/>
                      <a:pt x="1180" y="3062"/>
                      <a:pt x="911" y="2569"/>
                    </a:cubicBezTo>
                    <a:cubicBezTo>
                      <a:pt x="852" y="2450"/>
                      <a:pt x="777" y="2330"/>
                      <a:pt x="702" y="2211"/>
                    </a:cubicBezTo>
                    <a:cubicBezTo>
                      <a:pt x="672" y="2166"/>
                      <a:pt x="613" y="2091"/>
                      <a:pt x="568" y="2032"/>
                    </a:cubicBezTo>
                    <a:cubicBezTo>
                      <a:pt x="523" y="1972"/>
                      <a:pt x="478" y="1912"/>
                      <a:pt x="418" y="1853"/>
                    </a:cubicBezTo>
                    <a:cubicBezTo>
                      <a:pt x="314" y="1733"/>
                      <a:pt x="179" y="1628"/>
                      <a:pt x="15" y="1554"/>
                    </a:cubicBezTo>
                    <a:cubicBezTo>
                      <a:pt x="15" y="1808"/>
                      <a:pt x="0" y="2062"/>
                      <a:pt x="0" y="2301"/>
                    </a:cubicBezTo>
                    <a:cubicBezTo>
                      <a:pt x="30" y="2330"/>
                      <a:pt x="60" y="2360"/>
                      <a:pt x="75" y="2405"/>
                    </a:cubicBezTo>
                    <a:cubicBezTo>
                      <a:pt x="120" y="2435"/>
                      <a:pt x="150" y="2480"/>
                      <a:pt x="179" y="2540"/>
                    </a:cubicBezTo>
                    <a:cubicBezTo>
                      <a:pt x="239" y="2644"/>
                      <a:pt x="299" y="2749"/>
                      <a:pt x="359" y="2868"/>
                    </a:cubicBezTo>
                    <a:cubicBezTo>
                      <a:pt x="598" y="3301"/>
                      <a:pt x="807" y="3809"/>
                      <a:pt x="1120" y="4287"/>
                    </a:cubicBezTo>
                    <a:cubicBezTo>
                      <a:pt x="1285" y="4526"/>
                      <a:pt x="1464" y="4765"/>
                      <a:pt x="1703" y="4959"/>
                    </a:cubicBezTo>
                    <a:cubicBezTo>
                      <a:pt x="1822" y="5049"/>
                      <a:pt x="1942" y="5138"/>
                      <a:pt x="2091" y="5213"/>
                    </a:cubicBezTo>
                    <a:cubicBezTo>
                      <a:pt x="2226" y="5288"/>
                      <a:pt x="2375" y="5348"/>
                      <a:pt x="2524" y="5392"/>
                    </a:cubicBezTo>
                    <a:cubicBezTo>
                      <a:pt x="2663" y="5425"/>
                      <a:pt x="2804" y="5444"/>
                      <a:pt x="2947" y="5444"/>
                    </a:cubicBezTo>
                    <a:cubicBezTo>
                      <a:pt x="3128" y="5444"/>
                      <a:pt x="3312" y="5414"/>
                      <a:pt x="3495" y="5348"/>
                    </a:cubicBezTo>
                    <a:cubicBezTo>
                      <a:pt x="3659" y="5288"/>
                      <a:pt x="3809" y="5213"/>
                      <a:pt x="3928" y="5094"/>
                    </a:cubicBezTo>
                    <a:cubicBezTo>
                      <a:pt x="4063" y="4989"/>
                      <a:pt x="4167" y="4855"/>
                      <a:pt x="4242" y="4720"/>
                    </a:cubicBezTo>
                    <a:cubicBezTo>
                      <a:pt x="4421" y="4436"/>
                      <a:pt x="4496" y="4123"/>
                      <a:pt x="4511" y="3824"/>
                    </a:cubicBezTo>
                    <a:cubicBezTo>
                      <a:pt x="4526" y="3525"/>
                      <a:pt x="4481" y="3227"/>
                      <a:pt x="4421" y="2943"/>
                    </a:cubicBezTo>
                    <a:cubicBezTo>
                      <a:pt x="4287" y="2405"/>
                      <a:pt x="4078" y="1912"/>
                      <a:pt x="3913" y="1404"/>
                    </a:cubicBezTo>
                    <a:cubicBezTo>
                      <a:pt x="3824" y="1165"/>
                      <a:pt x="3764" y="912"/>
                      <a:pt x="3704" y="673"/>
                    </a:cubicBezTo>
                    <a:cubicBezTo>
                      <a:pt x="3659" y="478"/>
                      <a:pt x="3630" y="269"/>
                      <a:pt x="3630" y="60"/>
                    </a:cubicBezTo>
                    <a:close/>
                    <a:moveTo>
                      <a:pt x="8319" y="5392"/>
                    </a:moveTo>
                    <a:cubicBezTo>
                      <a:pt x="8110" y="5422"/>
                      <a:pt x="7901" y="5467"/>
                      <a:pt x="7677" y="5512"/>
                    </a:cubicBezTo>
                    <a:cubicBezTo>
                      <a:pt x="7468" y="5557"/>
                      <a:pt x="7259" y="5616"/>
                      <a:pt x="7050" y="5676"/>
                    </a:cubicBezTo>
                    <a:cubicBezTo>
                      <a:pt x="6841" y="5736"/>
                      <a:pt x="6632" y="5796"/>
                      <a:pt x="6408" y="5900"/>
                    </a:cubicBezTo>
                    <a:cubicBezTo>
                      <a:pt x="6199" y="5990"/>
                      <a:pt x="5989" y="6124"/>
                      <a:pt x="5795" y="6303"/>
                    </a:cubicBezTo>
                    <a:cubicBezTo>
                      <a:pt x="5601" y="6483"/>
                      <a:pt x="5452" y="6707"/>
                      <a:pt x="5392" y="6990"/>
                    </a:cubicBezTo>
                    <a:cubicBezTo>
                      <a:pt x="5347" y="7110"/>
                      <a:pt x="5332" y="7259"/>
                      <a:pt x="5347" y="7409"/>
                    </a:cubicBezTo>
                    <a:cubicBezTo>
                      <a:pt x="5362" y="7558"/>
                      <a:pt x="5407" y="7707"/>
                      <a:pt x="5467" y="7827"/>
                    </a:cubicBezTo>
                    <a:cubicBezTo>
                      <a:pt x="5616" y="8081"/>
                      <a:pt x="5810" y="8260"/>
                      <a:pt x="6049" y="8394"/>
                    </a:cubicBezTo>
                    <a:cubicBezTo>
                      <a:pt x="6273" y="8514"/>
                      <a:pt x="6512" y="8574"/>
                      <a:pt x="6751" y="8618"/>
                    </a:cubicBezTo>
                    <a:cubicBezTo>
                      <a:pt x="6975" y="8648"/>
                      <a:pt x="7199" y="8663"/>
                      <a:pt x="7423" y="8663"/>
                    </a:cubicBezTo>
                    <a:cubicBezTo>
                      <a:pt x="7489" y="8668"/>
                      <a:pt x="7553" y="8669"/>
                      <a:pt x="7617" y="8669"/>
                    </a:cubicBezTo>
                    <a:cubicBezTo>
                      <a:pt x="7771" y="8669"/>
                      <a:pt x="7922" y="8659"/>
                      <a:pt x="8080" y="8648"/>
                    </a:cubicBezTo>
                    <a:cubicBezTo>
                      <a:pt x="8349" y="8633"/>
                      <a:pt x="8618" y="8589"/>
                      <a:pt x="8872" y="8544"/>
                    </a:cubicBezTo>
                    <a:cubicBezTo>
                      <a:pt x="8827" y="8350"/>
                      <a:pt x="8782" y="8141"/>
                      <a:pt x="8753" y="7931"/>
                    </a:cubicBezTo>
                    <a:cubicBezTo>
                      <a:pt x="8514" y="7976"/>
                      <a:pt x="8275" y="8021"/>
                      <a:pt x="8036" y="8036"/>
                    </a:cubicBezTo>
                    <a:cubicBezTo>
                      <a:pt x="7842" y="8051"/>
                      <a:pt x="7632" y="8051"/>
                      <a:pt x="7438" y="8051"/>
                    </a:cubicBezTo>
                    <a:cubicBezTo>
                      <a:pt x="7229" y="8036"/>
                      <a:pt x="7020" y="8036"/>
                      <a:pt x="6841" y="8006"/>
                    </a:cubicBezTo>
                    <a:cubicBezTo>
                      <a:pt x="6662" y="7976"/>
                      <a:pt x="6482" y="7931"/>
                      <a:pt x="6333" y="7842"/>
                    </a:cubicBezTo>
                    <a:cubicBezTo>
                      <a:pt x="6199" y="7767"/>
                      <a:pt x="6079" y="7663"/>
                      <a:pt x="6019" y="7543"/>
                    </a:cubicBezTo>
                    <a:cubicBezTo>
                      <a:pt x="5989" y="7483"/>
                      <a:pt x="5975" y="7409"/>
                      <a:pt x="5960" y="7349"/>
                    </a:cubicBezTo>
                    <a:cubicBezTo>
                      <a:pt x="5945" y="7289"/>
                      <a:pt x="5945" y="7214"/>
                      <a:pt x="5975" y="7140"/>
                    </a:cubicBezTo>
                    <a:cubicBezTo>
                      <a:pt x="6019" y="7005"/>
                      <a:pt x="6094" y="6856"/>
                      <a:pt x="6213" y="6751"/>
                    </a:cubicBezTo>
                    <a:cubicBezTo>
                      <a:pt x="6452" y="6527"/>
                      <a:pt x="6811" y="6378"/>
                      <a:pt x="7214" y="6259"/>
                    </a:cubicBezTo>
                    <a:cubicBezTo>
                      <a:pt x="7408" y="6199"/>
                      <a:pt x="7603" y="6154"/>
                      <a:pt x="7812" y="6109"/>
                    </a:cubicBezTo>
                    <a:cubicBezTo>
                      <a:pt x="8006" y="6079"/>
                      <a:pt x="8200" y="6035"/>
                      <a:pt x="8409" y="6005"/>
                    </a:cubicBezTo>
                    <a:lnTo>
                      <a:pt x="8424" y="6005"/>
                    </a:lnTo>
                    <a:cubicBezTo>
                      <a:pt x="8394" y="5796"/>
                      <a:pt x="8364" y="5601"/>
                      <a:pt x="8334" y="5392"/>
                    </a:cubicBezTo>
                    <a:close/>
                    <a:moveTo>
                      <a:pt x="46" y="5080"/>
                    </a:moveTo>
                    <a:lnTo>
                      <a:pt x="46" y="5080"/>
                    </a:lnTo>
                    <a:cubicBezTo>
                      <a:pt x="61" y="5478"/>
                      <a:pt x="90" y="5891"/>
                      <a:pt x="120" y="6303"/>
                    </a:cubicBezTo>
                    <a:cubicBezTo>
                      <a:pt x="224" y="6408"/>
                      <a:pt x="344" y="6498"/>
                      <a:pt x="463" y="6587"/>
                    </a:cubicBezTo>
                    <a:cubicBezTo>
                      <a:pt x="881" y="6901"/>
                      <a:pt x="1329" y="7125"/>
                      <a:pt x="1748" y="7364"/>
                    </a:cubicBezTo>
                    <a:cubicBezTo>
                      <a:pt x="2151" y="7588"/>
                      <a:pt x="2554" y="7842"/>
                      <a:pt x="2823" y="8170"/>
                    </a:cubicBezTo>
                    <a:cubicBezTo>
                      <a:pt x="3092" y="8484"/>
                      <a:pt x="3271" y="8902"/>
                      <a:pt x="3241" y="9291"/>
                    </a:cubicBezTo>
                    <a:cubicBezTo>
                      <a:pt x="3226" y="9649"/>
                      <a:pt x="2957" y="10007"/>
                      <a:pt x="2614" y="10291"/>
                    </a:cubicBezTo>
                    <a:cubicBezTo>
                      <a:pt x="2270" y="10575"/>
                      <a:pt x="1867" y="10769"/>
                      <a:pt x="1434" y="10859"/>
                    </a:cubicBezTo>
                    <a:cubicBezTo>
                      <a:pt x="1315" y="10889"/>
                      <a:pt x="1210" y="10919"/>
                      <a:pt x="1105" y="10919"/>
                    </a:cubicBezTo>
                    <a:cubicBezTo>
                      <a:pt x="1053" y="10926"/>
                      <a:pt x="1001" y="10930"/>
                      <a:pt x="950" y="10930"/>
                    </a:cubicBezTo>
                    <a:cubicBezTo>
                      <a:pt x="900" y="10930"/>
                      <a:pt x="852" y="10926"/>
                      <a:pt x="807" y="10919"/>
                    </a:cubicBezTo>
                    <a:lnTo>
                      <a:pt x="807" y="10919"/>
                    </a:lnTo>
                    <a:cubicBezTo>
                      <a:pt x="852" y="11128"/>
                      <a:pt x="896" y="11337"/>
                      <a:pt x="941" y="11546"/>
                    </a:cubicBezTo>
                    <a:cubicBezTo>
                      <a:pt x="1016" y="11546"/>
                      <a:pt x="1091" y="11531"/>
                      <a:pt x="1180" y="11531"/>
                    </a:cubicBezTo>
                    <a:cubicBezTo>
                      <a:pt x="1315" y="11516"/>
                      <a:pt x="1449" y="11486"/>
                      <a:pt x="1583" y="11456"/>
                    </a:cubicBezTo>
                    <a:cubicBezTo>
                      <a:pt x="2106" y="11337"/>
                      <a:pt x="2599" y="11098"/>
                      <a:pt x="3017" y="10754"/>
                    </a:cubicBezTo>
                    <a:cubicBezTo>
                      <a:pt x="3226" y="10590"/>
                      <a:pt x="3421" y="10396"/>
                      <a:pt x="3570" y="10157"/>
                    </a:cubicBezTo>
                    <a:cubicBezTo>
                      <a:pt x="3659" y="10037"/>
                      <a:pt x="3719" y="9903"/>
                      <a:pt x="3779" y="9769"/>
                    </a:cubicBezTo>
                    <a:cubicBezTo>
                      <a:pt x="3824" y="9634"/>
                      <a:pt x="3854" y="9470"/>
                      <a:pt x="3884" y="9335"/>
                    </a:cubicBezTo>
                    <a:cubicBezTo>
                      <a:pt x="3913" y="9022"/>
                      <a:pt x="3854" y="8738"/>
                      <a:pt x="3749" y="8469"/>
                    </a:cubicBezTo>
                    <a:cubicBezTo>
                      <a:pt x="3645" y="8215"/>
                      <a:pt x="3495" y="7976"/>
                      <a:pt x="3316" y="7767"/>
                    </a:cubicBezTo>
                    <a:cubicBezTo>
                      <a:pt x="2943" y="7334"/>
                      <a:pt x="2494" y="7065"/>
                      <a:pt x="2061" y="6811"/>
                    </a:cubicBezTo>
                    <a:cubicBezTo>
                      <a:pt x="1628" y="6572"/>
                      <a:pt x="1210" y="6348"/>
                      <a:pt x="837" y="6079"/>
                    </a:cubicBezTo>
                    <a:cubicBezTo>
                      <a:pt x="672" y="5945"/>
                      <a:pt x="508" y="5796"/>
                      <a:pt x="359" y="5631"/>
                    </a:cubicBezTo>
                    <a:cubicBezTo>
                      <a:pt x="299" y="5542"/>
                      <a:pt x="239" y="5467"/>
                      <a:pt x="194" y="5377"/>
                    </a:cubicBezTo>
                    <a:cubicBezTo>
                      <a:pt x="135" y="5273"/>
                      <a:pt x="90" y="5184"/>
                      <a:pt x="46" y="5080"/>
                    </a:cubicBezTo>
                    <a:close/>
                    <a:moveTo>
                      <a:pt x="9425" y="10739"/>
                    </a:moveTo>
                    <a:cubicBezTo>
                      <a:pt x="9290" y="10739"/>
                      <a:pt x="9156" y="10769"/>
                      <a:pt x="9036" y="10799"/>
                    </a:cubicBezTo>
                    <a:cubicBezTo>
                      <a:pt x="8768" y="10859"/>
                      <a:pt x="8484" y="11008"/>
                      <a:pt x="8275" y="11232"/>
                    </a:cubicBezTo>
                    <a:cubicBezTo>
                      <a:pt x="8080" y="11456"/>
                      <a:pt x="7946" y="11740"/>
                      <a:pt x="7931" y="12069"/>
                    </a:cubicBezTo>
                    <a:cubicBezTo>
                      <a:pt x="7916" y="12233"/>
                      <a:pt x="7946" y="12397"/>
                      <a:pt x="8006" y="12547"/>
                    </a:cubicBezTo>
                    <a:cubicBezTo>
                      <a:pt x="8080" y="12696"/>
                      <a:pt x="8170" y="12830"/>
                      <a:pt x="8275" y="12935"/>
                    </a:cubicBezTo>
                    <a:cubicBezTo>
                      <a:pt x="8379" y="13039"/>
                      <a:pt x="8499" y="13129"/>
                      <a:pt x="8633" y="13204"/>
                    </a:cubicBezTo>
                    <a:cubicBezTo>
                      <a:pt x="8768" y="13278"/>
                      <a:pt x="8887" y="13323"/>
                      <a:pt x="9021" y="13353"/>
                    </a:cubicBezTo>
                    <a:cubicBezTo>
                      <a:pt x="9290" y="13428"/>
                      <a:pt x="9544" y="13458"/>
                      <a:pt x="9798" y="13473"/>
                    </a:cubicBezTo>
                    <a:cubicBezTo>
                      <a:pt x="9977" y="13473"/>
                      <a:pt x="10171" y="13473"/>
                      <a:pt x="10351" y="13458"/>
                    </a:cubicBezTo>
                    <a:cubicBezTo>
                      <a:pt x="10306" y="13353"/>
                      <a:pt x="10261" y="13264"/>
                      <a:pt x="10231" y="13159"/>
                    </a:cubicBezTo>
                    <a:cubicBezTo>
                      <a:pt x="10186" y="13054"/>
                      <a:pt x="10142" y="12950"/>
                      <a:pt x="10112" y="12845"/>
                    </a:cubicBezTo>
                    <a:cubicBezTo>
                      <a:pt x="10042" y="12845"/>
                      <a:pt x="9972" y="12852"/>
                      <a:pt x="9903" y="12852"/>
                    </a:cubicBezTo>
                    <a:cubicBezTo>
                      <a:pt x="9868" y="12852"/>
                      <a:pt x="9833" y="12850"/>
                      <a:pt x="9798" y="12845"/>
                    </a:cubicBezTo>
                    <a:cubicBezTo>
                      <a:pt x="9574" y="12845"/>
                      <a:pt x="9365" y="12815"/>
                      <a:pt x="9171" y="12771"/>
                    </a:cubicBezTo>
                    <a:cubicBezTo>
                      <a:pt x="9081" y="12741"/>
                      <a:pt x="8992" y="12696"/>
                      <a:pt x="8902" y="12651"/>
                    </a:cubicBezTo>
                    <a:cubicBezTo>
                      <a:pt x="8827" y="12621"/>
                      <a:pt x="8768" y="12562"/>
                      <a:pt x="8693" y="12502"/>
                    </a:cubicBezTo>
                    <a:cubicBezTo>
                      <a:pt x="8648" y="12442"/>
                      <a:pt x="8603" y="12382"/>
                      <a:pt x="8573" y="12308"/>
                    </a:cubicBezTo>
                    <a:cubicBezTo>
                      <a:pt x="8543" y="12233"/>
                      <a:pt x="8529" y="12173"/>
                      <a:pt x="8529" y="12099"/>
                    </a:cubicBezTo>
                    <a:cubicBezTo>
                      <a:pt x="8543" y="11934"/>
                      <a:pt x="8603" y="11770"/>
                      <a:pt x="8723" y="11650"/>
                    </a:cubicBezTo>
                    <a:cubicBezTo>
                      <a:pt x="8842" y="11516"/>
                      <a:pt x="8992" y="11441"/>
                      <a:pt x="9171" y="11397"/>
                    </a:cubicBezTo>
                    <a:cubicBezTo>
                      <a:pt x="9305" y="11352"/>
                      <a:pt x="9455" y="11352"/>
                      <a:pt x="9604" y="11352"/>
                    </a:cubicBezTo>
                    <a:cubicBezTo>
                      <a:pt x="9544" y="11158"/>
                      <a:pt x="9484" y="10948"/>
                      <a:pt x="9425" y="10739"/>
                    </a:cubicBezTo>
                    <a:close/>
                    <a:moveTo>
                      <a:pt x="9096" y="9500"/>
                    </a:moveTo>
                    <a:cubicBezTo>
                      <a:pt x="8857" y="9559"/>
                      <a:pt x="8603" y="9589"/>
                      <a:pt x="8349" y="9604"/>
                    </a:cubicBezTo>
                    <a:cubicBezTo>
                      <a:pt x="7856" y="9634"/>
                      <a:pt x="7319" y="9604"/>
                      <a:pt x="6781" y="9649"/>
                    </a:cubicBezTo>
                    <a:cubicBezTo>
                      <a:pt x="6497" y="9664"/>
                      <a:pt x="6228" y="9694"/>
                      <a:pt x="5945" y="9769"/>
                    </a:cubicBezTo>
                    <a:cubicBezTo>
                      <a:pt x="5661" y="9843"/>
                      <a:pt x="5377" y="9948"/>
                      <a:pt x="5123" y="10127"/>
                    </a:cubicBezTo>
                    <a:cubicBezTo>
                      <a:pt x="4989" y="10217"/>
                      <a:pt x="4884" y="10321"/>
                      <a:pt x="4765" y="10456"/>
                    </a:cubicBezTo>
                    <a:cubicBezTo>
                      <a:pt x="4675" y="10575"/>
                      <a:pt x="4585" y="10724"/>
                      <a:pt x="4526" y="10874"/>
                    </a:cubicBezTo>
                    <a:cubicBezTo>
                      <a:pt x="4466" y="11023"/>
                      <a:pt x="4436" y="11187"/>
                      <a:pt x="4436" y="11367"/>
                    </a:cubicBezTo>
                    <a:cubicBezTo>
                      <a:pt x="4436" y="11531"/>
                      <a:pt x="4466" y="11725"/>
                      <a:pt x="4541" y="11874"/>
                    </a:cubicBezTo>
                    <a:cubicBezTo>
                      <a:pt x="4615" y="12039"/>
                      <a:pt x="4720" y="12173"/>
                      <a:pt x="4839" y="12293"/>
                    </a:cubicBezTo>
                    <a:cubicBezTo>
                      <a:pt x="4944" y="12397"/>
                      <a:pt x="5078" y="12487"/>
                      <a:pt x="5198" y="12576"/>
                    </a:cubicBezTo>
                    <a:cubicBezTo>
                      <a:pt x="5332" y="12651"/>
                      <a:pt x="5452" y="12711"/>
                      <a:pt x="5586" y="12786"/>
                    </a:cubicBezTo>
                    <a:cubicBezTo>
                      <a:pt x="5706" y="12845"/>
                      <a:pt x="5825" y="12890"/>
                      <a:pt x="5945" y="12935"/>
                    </a:cubicBezTo>
                    <a:cubicBezTo>
                      <a:pt x="6169" y="13039"/>
                      <a:pt x="6393" y="13144"/>
                      <a:pt x="6557" y="13278"/>
                    </a:cubicBezTo>
                    <a:cubicBezTo>
                      <a:pt x="6632" y="13353"/>
                      <a:pt x="6706" y="13428"/>
                      <a:pt x="6766" y="13517"/>
                    </a:cubicBezTo>
                    <a:cubicBezTo>
                      <a:pt x="6826" y="13592"/>
                      <a:pt x="6886" y="13697"/>
                      <a:pt x="6930" y="13801"/>
                    </a:cubicBezTo>
                    <a:cubicBezTo>
                      <a:pt x="7020" y="14010"/>
                      <a:pt x="7080" y="14249"/>
                      <a:pt x="7140" y="14503"/>
                    </a:cubicBezTo>
                    <a:lnTo>
                      <a:pt x="7154" y="14593"/>
                    </a:lnTo>
                    <a:lnTo>
                      <a:pt x="7767" y="14488"/>
                    </a:lnTo>
                    <a:cubicBezTo>
                      <a:pt x="7752" y="14458"/>
                      <a:pt x="7737" y="14414"/>
                      <a:pt x="7737" y="14384"/>
                    </a:cubicBezTo>
                    <a:cubicBezTo>
                      <a:pt x="7677" y="14115"/>
                      <a:pt x="7603" y="13831"/>
                      <a:pt x="7483" y="13562"/>
                    </a:cubicBezTo>
                    <a:cubicBezTo>
                      <a:pt x="7423" y="13428"/>
                      <a:pt x="7364" y="13293"/>
                      <a:pt x="7259" y="13159"/>
                    </a:cubicBezTo>
                    <a:cubicBezTo>
                      <a:pt x="7169" y="13039"/>
                      <a:pt x="7065" y="12920"/>
                      <a:pt x="6945" y="12815"/>
                    </a:cubicBezTo>
                    <a:cubicBezTo>
                      <a:pt x="6691" y="12621"/>
                      <a:pt x="6438" y="12487"/>
                      <a:pt x="6184" y="12382"/>
                    </a:cubicBezTo>
                    <a:cubicBezTo>
                      <a:pt x="6064" y="12337"/>
                      <a:pt x="5945" y="12293"/>
                      <a:pt x="5825" y="12233"/>
                    </a:cubicBezTo>
                    <a:cubicBezTo>
                      <a:pt x="5721" y="12173"/>
                      <a:pt x="5616" y="12128"/>
                      <a:pt x="5526" y="12069"/>
                    </a:cubicBezTo>
                    <a:cubicBezTo>
                      <a:pt x="5332" y="11934"/>
                      <a:pt x="5168" y="11785"/>
                      <a:pt x="5093" y="11635"/>
                    </a:cubicBezTo>
                    <a:cubicBezTo>
                      <a:pt x="5063" y="11546"/>
                      <a:pt x="5049" y="11456"/>
                      <a:pt x="5049" y="11382"/>
                    </a:cubicBezTo>
                    <a:cubicBezTo>
                      <a:pt x="5049" y="11292"/>
                      <a:pt x="5063" y="11202"/>
                      <a:pt x="5093" y="11098"/>
                    </a:cubicBezTo>
                    <a:cubicBezTo>
                      <a:pt x="5168" y="10919"/>
                      <a:pt x="5302" y="10769"/>
                      <a:pt x="5467" y="10635"/>
                    </a:cubicBezTo>
                    <a:cubicBezTo>
                      <a:pt x="5825" y="10396"/>
                      <a:pt x="6318" y="10306"/>
                      <a:pt x="6811" y="10276"/>
                    </a:cubicBezTo>
                    <a:cubicBezTo>
                      <a:pt x="7319" y="10232"/>
                      <a:pt x="7842" y="10261"/>
                      <a:pt x="8394" y="10232"/>
                    </a:cubicBezTo>
                    <a:cubicBezTo>
                      <a:pt x="8663" y="10202"/>
                      <a:pt x="8947" y="10172"/>
                      <a:pt x="9231" y="10097"/>
                    </a:cubicBezTo>
                    <a:lnTo>
                      <a:pt x="9245" y="10097"/>
                    </a:lnTo>
                    <a:cubicBezTo>
                      <a:pt x="9186" y="9903"/>
                      <a:pt x="9141" y="9694"/>
                      <a:pt x="9096" y="9500"/>
                    </a:cubicBezTo>
                    <a:close/>
                    <a:moveTo>
                      <a:pt x="2622" y="12103"/>
                    </a:moveTo>
                    <a:cubicBezTo>
                      <a:pt x="2387" y="12103"/>
                      <a:pt x="2154" y="12142"/>
                      <a:pt x="1927" y="12218"/>
                    </a:cubicBezTo>
                    <a:cubicBezTo>
                      <a:pt x="1748" y="12278"/>
                      <a:pt x="1598" y="12367"/>
                      <a:pt x="1434" y="12487"/>
                    </a:cubicBezTo>
                    <a:cubicBezTo>
                      <a:pt x="1359" y="12547"/>
                      <a:pt x="1285" y="12606"/>
                      <a:pt x="1210" y="12681"/>
                    </a:cubicBezTo>
                    <a:cubicBezTo>
                      <a:pt x="1270" y="12920"/>
                      <a:pt x="1344" y="13144"/>
                      <a:pt x="1404" y="13368"/>
                    </a:cubicBezTo>
                    <a:cubicBezTo>
                      <a:pt x="1434" y="13338"/>
                      <a:pt x="1479" y="13293"/>
                      <a:pt x="1509" y="13264"/>
                    </a:cubicBezTo>
                    <a:cubicBezTo>
                      <a:pt x="1613" y="13144"/>
                      <a:pt x="1703" y="13054"/>
                      <a:pt x="1793" y="12980"/>
                    </a:cubicBezTo>
                    <a:cubicBezTo>
                      <a:pt x="1897" y="12890"/>
                      <a:pt x="2002" y="12845"/>
                      <a:pt x="2136" y="12800"/>
                    </a:cubicBezTo>
                    <a:cubicBezTo>
                      <a:pt x="2279" y="12747"/>
                      <a:pt x="2434" y="12720"/>
                      <a:pt x="2586" y="12720"/>
                    </a:cubicBezTo>
                    <a:cubicBezTo>
                      <a:pt x="2687" y="12720"/>
                      <a:pt x="2787" y="12732"/>
                      <a:pt x="2883" y="12756"/>
                    </a:cubicBezTo>
                    <a:cubicBezTo>
                      <a:pt x="3017" y="12771"/>
                      <a:pt x="3122" y="12815"/>
                      <a:pt x="3241" y="12875"/>
                    </a:cubicBezTo>
                    <a:cubicBezTo>
                      <a:pt x="3346" y="12935"/>
                      <a:pt x="3435" y="13025"/>
                      <a:pt x="3495" y="13099"/>
                    </a:cubicBezTo>
                    <a:cubicBezTo>
                      <a:pt x="3540" y="13159"/>
                      <a:pt x="3570" y="13278"/>
                      <a:pt x="3615" y="13443"/>
                    </a:cubicBezTo>
                    <a:cubicBezTo>
                      <a:pt x="3630" y="13517"/>
                      <a:pt x="3659" y="13592"/>
                      <a:pt x="3689" y="13697"/>
                    </a:cubicBezTo>
                    <a:cubicBezTo>
                      <a:pt x="3719" y="13771"/>
                      <a:pt x="3749" y="13861"/>
                      <a:pt x="3794" y="13951"/>
                    </a:cubicBezTo>
                    <a:cubicBezTo>
                      <a:pt x="3973" y="14264"/>
                      <a:pt x="4227" y="14533"/>
                      <a:pt x="4481" y="14742"/>
                    </a:cubicBezTo>
                    <a:cubicBezTo>
                      <a:pt x="4585" y="14832"/>
                      <a:pt x="4690" y="14906"/>
                      <a:pt x="4795" y="14966"/>
                    </a:cubicBezTo>
                    <a:lnTo>
                      <a:pt x="5691" y="14832"/>
                    </a:lnTo>
                    <a:cubicBezTo>
                      <a:pt x="5392" y="14638"/>
                      <a:pt x="5123" y="14473"/>
                      <a:pt x="4884" y="14279"/>
                    </a:cubicBezTo>
                    <a:cubicBezTo>
                      <a:pt x="4660" y="14100"/>
                      <a:pt x="4466" y="13891"/>
                      <a:pt x="4361" y="13667"/>
                    </a:cubicBezTo>
                    <a:cubicBezTo>
                      <a:pt x="4317" y="13607"/>
                      <a:pt x="4302" y="13547"/>
                      <a:pt x="4272" y="13488"/>
                    </a:cubicBezTo>
                    <a:cubicBezTo>
                      <a:pt x="4257" y="13443"/>
                      <a:pt x="4242" y="13368"/>
                      <a:pt x="4227" y="13293"/>
                    </a:cubicBezTo>
                    <a:cubicBezTo>
                      <a:pt x="4182" y="13129"/>
                      <a:pt x="4137" y="12935"/>
                      <a:pt x="4003" y="12756"/>
                    </a:cubicBezTo>
                    <a:cubicBezTo>
                      <a:pt x="3884" y="12562"/>
                      <a:pt x="3719" y="12442"/>
                      <a:pt x="3555" y="12352"/>
                    </a:cubicBezTo>
                    <a:cubicBezTo>
                      <a:pt x="3391" y="12248"/>
                      <a:pt x="3211" y="12188"/>
                      <a:pt x="3032" y="12143"/>
                    </a:cubicBezTo>
                    <a:cubicBezTo>
                      <a:pt x="2895" y="12116"/>
                      <a:pt x="2758" y="12103"/>
                      <a:pt x="2622" y="12103"/>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2"/>
              <p:cNvSpPr/>
              <p:nvPr/>
            </p:nvSpPr>
            <p:spPr>
              <a:xfrm>
                <a:off x="-3674400" y="2406050"/>
                <a:ext cx="214000" cy="82475"/>
              </a:xfrm>
              <a:custGeom>
                <a:rect b="b" l="l" r="r" t="t"/>
                <a:pathLst>
                  <a:path extrusionOk="0" h="3299" w="8560">
                    <a:moveTo>
                      <a:pt x="7742" y="1"/>
                    </a:moveTo>
                    <a:cubicBezTo>
                      <a:pt x="7589" y="1"/>
                      <a:pt x="7441" y="80"/>
                      <a:pt x="7334" y="221"/>
                    </a:cubicBezTo>
                    <a:cubicBezTo>
                      <a:pt x="7260" y="311"/>
                      <a:pt x="7200" y="401"/>
                      <a:pt x="7155" y="505"/>
                    </a:cubicBezTo>
                    <a:cubicBezTo>
                      <a:pt x="7095" y="356"/>
                      <a:pt x="7006" y="236"/>
                      <a:pt x="6901" y="147"/>
                    </a:cubicBezTo>
                    <a:cubicBezTo>
                      <a:pt x="6804" y="61"/>
                      <a:pt x="6696" y="23"/>
                      <a:pt x="6590" y="23"/>
                    </a:cubicBezTo>
                    <a:cubicBezTo>
                      <a:pt x="6436" y="23"/>
                      <a:pt x="6284" y="104"/>
                      <a:pt x="6169" y="236"/>
                    </a:cubicBezTo>
                    <a:cubicBezTo>
                      <a:pt x="6110" y="326"/>
                      <a:pt x="6050" y="431"/>
                      <a:pt x="6005" y="520"/>
                    </a:cubicBezTo>
                    <a:cubicBezTo>
                      <a:pt x="5945" y="386"/>
                      <a:pt x="5856" y="266"/>
                      <a:pt x="5736" y="162"/>
                    </a:cubicBezTo>
                    <a:cubicBezTo>
                      <a:pt x="5639" y="83"/>
                      <a:pt x="5532" y="46"/>
                      <a:pt x="5427" y="46"/>
                    </a:cubicBezTo>
                    <a:cubicBezTo>
                      <a:pt x="5274" y="46"/>
                      <a:pt x="5126" y="124"/>
                      <a:pt x="5019" y="266"/>
                    </a:cubicBezTo>
                    <a:cubicBezTo>
                      <a:pt x="4945" y="356"/>
                      <a:pt x="4885" y="445"/>
                      <a:pt x="4840" y="550"/>
                    </a:cubicBezTo>
                    <a:cubicBezTo>
                      <a:pt x="4780" y="416"/>
                      <a:pt x="4691" y="281"/>
                      <a:pt x="4586" y="192"/>
                    </a:cubicBezTo>
                    <a:cubicBezTo>
                      <a:pt x="4490" y="107"/>
                      <a:pt x="4384" y="69"/>
                      <a:pt x="4279" y="69"/>
                    </a:cubicBezTo>
                    <a:cubicBezTo>
                      <a:pt x="4124" y="69"/>
                      <a:pt x="3970" y="153"/>
                      <a:pt x="3854" y="296"/>
                    </a:cubicBezTo>
                    <a:cubicBezTo>
                      <a:pt x="3795" y="371"/>
                      <a:pt x="3735" y="475"/>
                      <a:pt x="3690" y="565"/>
                    </a:cubicBezTo>
                    <a:cubicBezTo>
                      <a:pt x="3615" y="431"/>
                      <a:pt x="3541" y="311"/>
                      <a:pt x="3421" y="206"/>
                    </a:cubicBezTo>
                    <a:cubicBezTo>
                      <a:pt x="3326" y="130"/>
                      <a:pt x="3223" y="95"/>
                      <a:pt x="3120" y="95"/>
                    </a:cubicBezTo>
                    <a:cubicBezTo>
                      <a:pt x="2964" y="95"/>
                      <a:pt x="2812" y="176"/>
                      <a:pt x="2704" y="311"/>
                    </a:cubicBezTo>
                    <a:cubicBezTo>
                      <a:pt x="2630" y="401"/>
                      <a:pt x="2570" y="505"/>
                      <a:pt x="2525" y="595"/>
                    </a:cubicBezTo>
                    <a:cubicBezTo>
                      <a:pt x="2465" y="460"/>
                      <a:pt x="2376" y="326"/>
                      <a:pt x="2256" y="236"/>
                    </a:cubicBezTo>
                    <a:cubicBezTo>
                      <a:pt x="2160" y="152"/>
                      <a:pt x="2054" y="114"/>
                      <a:pt x="1950" y="114"/>
                    </a:cubicBezTo>
                    <a:cubicBezTo>
                      <a:pt x="1796" y="114"/>
                      <a:pt x="1646" y="198"/>
                      <a:pt x="1539" y="341"/>
                    </a:cubicBezTo>
                    <a:cubicBezTo>
                      <a:pt x="1465" y="416"/>
                      <a:pt x="1405" y="520"/>
                      <a:pt x="1360" y="610"/>
                    </a:cubicBezTo>
                    <a:cubicBezTo>
                      <a:pt x="1300" y="475"/>
                      <a:pt x="1211" y="341"/>
                      <a:pt x="1106" y="251"/>
                    </a:cubicBezTo>
                    <a:cubicBezTo>
                      <a:pt x="1009" y="172"/>
                      <a:pt x="899" y="135"/>
                      <a:pt x="792" y="135"/>
                    </a:cubicBezTo>
                    <a:cubicBezTo>
                      <a:pt x="634" y="135"/>
                      <a:pt x="481" y="214"/>
                      <a:pt x="374" y="356"/>
                    </a:cubicBezTo>
                    <a:cubicBezTo>
                      <a:pt x="76" y="714"/>
                      <a:pt x="16" y="1252"/>
                      <a:pt x="1" y="1715"/>
                    </a:cubicBezTo>
                    <a:cubicBezTo>
                      <a:pt x="8" y="1790"/>
                      <a:pt x="68" y="1827"/>
                      <a:pt x="126" y="1827"/>
                    </a:cubicBezTo>
                    <a:cubicBezTo>
                      <a:pt x="184" y="1827"/>
                      <a:pt x="240" y="1790"/>
                      <a:pt x="240" y="1715"/>
                    </a:cubicBezTo>
                    <a:cubicBezTo>
                      <a:pt x="240" y="1342"/>
                      <a:pt x="285" y="953"/>
                      <a:pt x="464" y="625"/>
                    </a:cubicBezTo>
                    <a:cubicBezTo>
                      <a:pt x="532" y="499"/>
                      <a:pt x="654" y="356"/>
                      <a:pt x="794" y="356"/>
                    </a:cubicBezTo>
                    <a:cubicBezTo>
                      <a:pt x="837" y="356"/>
                      <a:pt x="881" y="369"/>
                      <a:pt x="927" y="401"/>
                    </a:cubicBezTo>
                    <a:cubicBezTo>
                      <a:pt x="1091" y="520"/>
                      <a:pt x="1196" y="759"/>
                      <a:pt x="1240" y="968"/>
                    </a:cubicBezTo>
                    <a:cubicBezTo>
                      <a:pt x="1181" y="1207"/>
                      <a:pt x="1166" y="1461"/>
                      <a:pt x="1166" y="1700"/>
                    </a:cubicBezTo>
                    <a:cubicBezTo>
                      <a:pt x="1166" y="1767"/>
                      <a:pt x="1225" y="1801"/>
                      <a:pt x="1279" y="1801"/>
                    </a:cubicBezTo>
                    <a:cubicBezTo>
                      <a:pt x="1297" y="1801"/>
                      <a:pt x="1315" y="1797"/>
                      <a:pt x="1330" y="1790"/>
                    </a:cubicBezTo>
                    <a:lnTo>
                      <a:pt x="1330" y="1790"/>
                    </a:lnTo>
                    <a:cubicBezTo>
                      <a:pt x="1330" y="1999"/>
                      <a:pt x="1300" y="2208"/>
                      <a:pt x="1240" y="2417"/>
                    </a:cubicBezTo>
                    <a:cubicBezTo>
                      <a:pt x="1196" y="2626"/>
                      <a:pt x="1061" y="3059"/>
                      <a:pt x="777" y="3059"/>
                    </a:cubicBezTo>
                    <a:cubicBezTo>
                      <a:pt x="643" y="3059"/>
                      <a:pt x="643" y="3298"/>
                      <a:pt x="777" y="3298"/>
                    </a:cubicBezTo>
                    <a:cubicBezTo>
                      <a:pt x="1121" y="3283"/>
                      <a:pt x="1315" y="2940"/>
                      <a:pt x="1420" y="2656"/>
                    </a:cubicBezTo>
                    <a:cubicBezTo>
                      <a:pt x="1569" y="2223"/>
                      <a:pt x="1599" y="1730"/>
                      <a:pt x="1539" y="1282"/>
                    </a:cubicBezTo>
                    <a:cubicBezTo>
                      <a:pt x="1524" y="1177"/>
                      <a:pt x="1509" y="1073"/>
                      <a:pt x="1479" y="968"/>
                    </a:cubicBezTo>
                    <a:cubicBezTo>
                      <a:pt x="1524" y="849"/>
                      <a:pt x="1569" y="729"/>
                      <a:pt x="1629" y="610"/>
                    </a:cubicBezTo>
                    <a:cubicBezTo>
                      <a:pt x="1697" y="484"/>
                      <a:pt x="1810" y="341"/>
                      <a:pt x="1946" y="341"/>
                    </a:cubicBezTo>
                    <a:cubicBezTo>
                      <a:pt x="1987" y="341"/>
                      <a:pt x="2031" y="354"/>
                      <a:pt x="2077" y="386"/>
                    </a:cubicBezTo>
                    <a:cubicBezTo>
                      <a:pt x="2256" y="520"/>
                      <a:pt x="2346" y="744"/>
                      <a:pt x="2405" y="968"/>
                    </a:cubicBezTo>
                    <a:cubicBezTo>
                      <a:pt x="2346" y="1207"/>
                      <a:pt x="2331" y="1446"/>
                      <a:pt x="2331" y="1670"/>
                    </a:cubicBezTo>
                    <a:cubicBezTo>
                      <a:pt x="2331" y="1741"/>
                      <a:pt x="2387" y="1784"/>
                      <a:pt x="2447" y="1784"/>
                    </a:cubicBezTo>
                    <a:cubicBezTo>
                      <a:pt x="2463" y="1784"/>
                      <a:pt x="2480" y="1781"/>
                      <a:pt x="2495" y="1775"/>
                    </a:cubicBezTo>
                    <a:lnTo>
                      <a:pt x="2495" y="1775"/>
                    </a:lnTo>
                    <a:cubicBezTo>
                      <a:pt x="2480" y="1984"/>
                      <a:pt x="2450" y="2193"/>
                      <a:pt x="2405" y="2402"/>
                    </a:cubicBezTo>
                    <a:cubicBezTo>
                      <a:pt x="2346" y="2611"/>
                      <a:pt x="2226" y="3044"/>
                      <a:pt x="1942" y="3044"/>
                    </a:cubicBezTo>
                    <a:cubicBezTo>
                      <a:pt x="1793" y="3044"/>
                      <a:pt x="1793" y="3283"/>
                      <a:pt x="1942" y="3283"/>
                    </a:cubicBezTo>
                    <a:cubicBezTo>
                      <a:pt x="2286" y="3268"/>
                      <a:pt x="2480" y="2925"/>
                      <a:pt x="2570" y="2641"/>
                    </a:cubicBezTo>
                    <a:cubicBezTo>
                      <a:pt x="2734" y="2208"/>
                      <a:pt x="2764" y="1715"/>
                      <a:pt x="2704" y="1267"/>
                    </a:cubicBezTo>
                    <a:cubicBezTo>
                      <a:pt x="2689" y="1162"/>
                      <a:pt x="2674" y="1073"/>
                      <a:pt x="2644" y="968"/>
                    </a:cubicBezTo>
                    <a:cubicBezTo>
                      <a:pt x="2674" y="834"/>
                      <a:pt x="2734" y="714"/>
                      <a:pt x="2794" y="595"/>
                    </a:cubicBezTo>
                    <a:cubicBezTo>
                      <a:pt x="2862" y="470"/>
                      <a:pt x="2973" y="320"/>
                      <a:pt x="3107" y="320"/>
                    </a:cubicBezTo>
                    <a:cubicBezTo>
                      <a:pt x="3150" y="320"/>
                      <a:pt x="3195" y="335"/>
                      <a:pt x="3242" y="371"/>
                    </a:cubicBezTo>
                    <a:cubicBezTo>
                      <a:pt x="3421" y="490"/>
                      <a:pt x="3511" y="714"/>
                      <a:pt x="3570" y="938"/>
                    </a:cubicBezTo>
                    <a:cubicBezTo>
                      <a:pt x="3511" y="1177"/>
                      <a:pt x="3496" y="1416"/>
                      <a:pt x="3481" y="1640"/>
                    </a:cubicBezTo>
                    <a:cubicBezTo>
                      <a:pt x="3492" y="1720"/>
                      <a:pt x="3546" y="1756"/>
                      <a:pt x="3604" y="1756"/>
                    </a:cubicBezTo>
                    <a:cubicBezTo>
                      <a:pt x="3623" y="1756"/>
                      <a:pt x="3642" y="1752"/>
                      <a:pt x="3660" y="1745"/>
                    </a:cubicBezTo>
                    <a:lnTo>
                      <a:pt x="3660" y="1745"/>
                    </a:lnTo>
                    <a:cubicBezTo>
                      <a:pt x="3645" y="1954"/>
                      <a:pt x="3615" y="2178"/>
                      <a:pt x="3570" y="2372"/>
                    </a:cubicBezTo>
                    <a:cubicBezTo>
                      <a:pt x="3511" y="2581"/>
                      <a:pt x="3391" y="3014"/>
                      <a:pt x="3107" y="3014"/>
                    </a:cubicBezTo>
                    <a:cubicBezTo>
                      <a:pt x="2958" y="3014"/>
                      <a:pt x="2958" y="3253"/>
                      <a:pt x="3107" y="3253"/>
                    </a:cubicBezTo>
                    <a:cubicBezTo>
                      <a:pt x="3451" y="3238"/>
                      <a:pt x="3645" y="2895"/>
                      <a:pt x="3735" y="2626"/>
                    </a:cubicBezTo>
                    <a:cubicBezTo>
                      <a:pt x="3899" y="2193"/>
                      <a:pt x="3929" y="1700"/>
                      <a:pt x="3869" y="1237"/>
                    </a:cubicBezTo>
                    <a:cubicBezTo>
                      <a:pt x="3854" y="1133"/>
                      <a:pt x="3839" y="1028"/>
                      <a:pt x="3809" y="923"/>
                    </a:cubicBezTo>
                    <a:cubicBezTo>
                      <a:pt x="3839" y="804"/>
                      <a:pt x="3884" y="684"/>
                      <a:pt x="3944" y="565"/>
                    </a:cubicBezTo>
                    <a:cubicBezTo>
                      <a:pt x="4024" y="439"/>
                      <a:pt x="4139" y="296"/>
                      <a:pt x="4276" y="296"/>
                    </a:cubicBezTo>
                    <a:cubicBezTo>
                      <a:pt x="4317" y="296"/>
                      <a:pt x="4361" y="309"/>
                      <a:pt x="4407" y="341"/>
                    </a:cubicBezTo>
                    <a:cubicBezTo>
                      <a:pt x="4571" y="460"/>
                      <a:pt x="4661" y="699"/>
                      <a:pt x="4721" y="908"/>
                    </a:cubicBezTo>
                    <a:cubicBezTo>
                      <a:pt x="4661" y="1147"/>
                      <a:pt x="4646" y="1401"/>
                      <a:pt x="4646" y="1625"/>
                    </a:cubicBezTo>
                    <a:cubicBezTo>
                      <a:pt x="4646" y="1696"/>
                      <a:pt x="4711" y="1739"/>
                      <a:pt x="4768" y="1739"/>
                    </a:cubicBezTo>
                    <a:cubicBezTo>
                      <a:pt x="4783" y="1739"/>
                      <a:pt x="4798" y="1736"/>
                      <a:pt x="4810" y="1730"/>
                    </a:cubicBezTo>
                    <a:lnTo>
                      <a:pt x="4810" y="1730"/>
                    </a:lnTo>
                    <a:cubicBezTo>
                      <a:pt x="4810" y="1939"/>
                      <a:pt x="4780" y="2148"/>
                      <a:pt x="4735" y="2357"/>
                    </a:cubicBezTo>
                    <a:cubicBezTo>
                      <a:pt x="4676" y="2551"/>
                      <a:pt x="4541" y="3000"/>
                      <a:pt x="4272" y="3000"/>
                    </a:cubicBezTo>
                    <a:cubicBezTo>
                      <a:pt x="4123" y="3000"/>
                      <a:pt x="4123" y="3224"/>
                      <a:pt x="4272" y="3224"/>
                    </a:cubicBezTo>
                    <a:cubicBezTo>
                      <a:pt x="4601" y="3224"/>
                      <a:pt x="4795" y="2880"/>
                      <a:pt x="4900" y="2596"/>
                    </a:cubicBezTo>
                    <a:cubicBezTo>
                      <a:pt x="5049" y="2163"/>
                      <a:pt x="5079" y="1670"/>
                      <a:pt x="5019" y="1222"/>
                    </a:cubicBezTo>
                    <a:cubicBezTo>
                      <a:pt x="5004" y="1118"/>
                      <a:pt x="4989" y="1013"/>
                      <a:pt x="4960" y="908"/>
                    </a:cubicBezTo>
                    <a:cubicBezTo>
                      <a:pt x="5004" y="774"/>
                      <a:pt x="5049" y="655"/>
                      <a:pt x="5109" y="550"/>
                    </a:cubicBezTo>
                    <a:cubicBezTo>
                      <a:pt x="5177" y="425"/>
                      <a:pt x="5288" y="275"/>
                      <a:pt x="5422" y="275"/>
                    </a:cubicBezTo>
                    <a:cubicBezTo>
                      <a:pt x="5465" y="275"/>
                      <a:pt x="5510" y="290"/>
                      <a:pt x="5557" y="326"/>
                    </a:cubicBezTo>
                    <a:cubicBezTo>
                      <a:pt x="5736" y="445"/>
                      <a:pt x="5826" y="670"/>
                      <a:pt x="5886" y="894"/>
                    </a:cubicBezTo>
                    <a:cubicBezTo>
                      <a:pt x="5826" y="1118"/>
                      <a:pt x="5811" y="1371"/>
                      <a:pt x="5796" y="1596"/>
                    </a:cubicBezTo>
                    <a:cubicBezTo>
                      <a:pt x="5808" y="1684"/>
                      <a:pt x="5874" y="1719"/>
                      <a:pt x="5939" y="1719"/>
                    </a:cubicBezTo>
                    <a:cubicBezTo>
                      <a:pt x="5951" y="1719"/>
                      <a:pt x="5963" y="1717"/>
                      <a:pt x="5975" y="1715"/>
                    </a:cubicBezTo>
                    <a:lnTo>
                      <a:pt x="5975" y="1715"/>
                    </a:lnTo>
                    <a:cubicBezTo>
                      <a:pt x="5960" y="1924"/>
                      <a:pt x="5930" y="2133"/>
                      <a:pt x="5886" y="2327"/>
                    </a:cubicBezTo>
                    <a:cubicBezTo>
                      <a:pt x="5826" y="2536"/>
                      <a:pt x="5706" y="2970"/>
                      <a:pt x="5423" y="2970"/>
                    </a:cubicBezTo>
                    <a:cubicBezTo>
                      <a:pt x="5273" y="2970"/>
                      <a:pt x="5273" y="3209"/>
                      <a:pt x="5423" y="3209"/>
                    </a:cubicBezTo>
                    <a:cubicBezTo>
                      <a:pt x="5766" y="3194"/>
                      <a:pt x="5960" y="2850"/>
                      <a:pt x="6050" y="2566"/>
                    </a:cubicBezTo>
                    <a:cubicBezTo>
                      <a:pt x="6214" y="2148"/>
                      <a:pt x="6244" y="1640"/>
                      <a:pt x="6184" y="1192"/>
                    </a:cubicBezTo>
                    <a:cubicBezTo>
                      <a:pt x="6169" y="1088"/>
                      <a:pt x="6154" y="983"/>
                      <a:pt x="6124" y="879"/>
                    </a:cubicBezTo>
                    <a:cubicBezTo>
                      <a:pt x="6154" y="759"/>
                      <a:pt x="6199" y="640"/>
                      <a:pt x="6259" y="520"/>
                    </a:cubicBezTo>
                    <a:cubicBezTo>
                      <a:pt x="6339" y="394"/>
                      <a:pt x="6454" y="251"/>
                      <a:pt x="6591" y="251"/>
                    </a:cubicBezTo>
                    <a:cubicBezTo>
                      <a:pt x="6632" y="251"/>
                      <a:pt x="6676" y="265"/>
                      <a:pt x="6722" y="296"/>
                    </a:cubicBezTo>
                    <a:cubicBezTo>
                      <a:pt x="6886" y="416"/>
                      <a:pt x="6991" y="640"/>
                      <a:pt x="7036" y="864"/>
                    </a:cubicBezTo>
                    <a:cubicBezTo>
                      <a:pt x="6976" y="1103"/>
                      <a:pt x="6961" y="1357"/>
                      <a:pt x="6961" y="1581"/>
                    </a:cubicBezTo>
                    <a:cubicBezTo>
                      <a:pt x="6961" y="1652"/>
                      <a:pt x="7026" y="1694"/>
                      <a:pt x="7083" y="1694"/>
                    </a:cubicBezTo>
                    <a:cubicBezTo>
                      <a:pt x="7098" y="1694"/>
                      <a:pt x="7113" y="1691"/>
                      <a:pt x="7125" y="1685"/>
                    </a:cubicBezTo>
                    <a:lnTo>
                      <a:pt x="7125" y="1685"/>
                    </a:lnTo>
                    <a:cubicBezTo>
                      <a:pt x="7125" y="1894"/>
                      <a:pt x="7095" y="2103"/>
                      <a:pt x="7051" y="2298"/>
                    </a:cubicBezTo>
                    <a:cubicBezTo>
                      <a:pt x="6991" y="2507"/>
                      <a:pt x="6856" y="2955"/>
                      <a:pt x="6588" y="2955"/>
                    </a:cubicBezTo>
                    <a:cubicBezTo>
                      <a:pt x="6438" y="2955"/>
                      <a:pt x="6438" y="3179"/>
                      <a:pt x="6588" y="3179"/>
                    </a:cubicBezTo>
                    <a:cubicBezTo>
                      <a:pt x="6916" y="3179"/>
                      <a:pt x="7110" y="2835"/>
                      <a:pt x="7215" y="2551"/>
                    </a:cubicBezTo>
                    <a:cubicBezTo>
                      <a:pt x="7364" y="2118"/>
                      <a:pt x="7394" y="1625"/>
                      <a:pt x="7334" y="1162"/>
                    </a:cubicBezTo>
                    <a:cubicBezTo>
                      <a:pt x="7319" y="1073"/>
                      <a:pt x="7304" y="968"/>
                      <a:pt x="7275" y="864"/>
                    </a:cubicBezTo>
                    <a:cubicBezTo>
                      <a:pt x="7319" y="729"/>
                      <a:pt x="7364" y="610"/>
                      <a:pt x="7424" y="490"/>
                    </a:cubicBezTo>
                    <a:cubicBezTo>
                      <a:pt x="7492" y="377"/>
                      <a:pt x="7602" y="230"/>
                      <a:pt x="7737" y="230"/>
                    </a:cubicBezTo>
                    <a:cubicBezTo>
                      <a:pt x="7780" y="230"/>
                      <a:pt x="7825" y="245"/>
                      <a:pt x="7872" y="281"/>
                    </a:cubicBezTo>
                    <a:cubicBezTo>
                      <a:pt x="8111" y="431"/>
                      <a:pt x="8201" y="789"/>
                      <a:pt x="8245" y="1058"/>
                    </a:cubicBezTo>
                    <a:cubicBezTo>
                      <a:pt x="8320" y="1461"/>
                      <a:pt x="8305" y="1894"/>
                      <a:pt x="8201" y="2283"/>
                    </a:cubicBezTo>
                    <a:cubicBezTo>
                      <a:pt x="8141" y="2492"/>
                      <a:pt x="8021" y="2925"/>
                      <a:pt x="7738" y="2925"/>
                    </a:cubicBezTo>
                    <a:cubicBezTo>
                      <a:pt x="7588" y="2925"/>
                      <a:pt x="7588" y="3164"/>
                      <a:pt x="7738" y="3164"/>
                    </a:cubicBezTo>
                    <a:cubicBezTo>
                      <a:pt x="8081" y="3149"/>
                      <a:pt x="8275" y="2805"/>
                      <a:pt x="8365" y="2522"/>
                    </a:cubicBezTo>
                    <a:cubicBezTo>
                      <a:pt x="8529" y="2088"/>
                      <a:pt x="8559" y="1596"/>
                      <a:pt x="8499" y="1147"/>
                    </a:cubicBezTo>
                    <a:cubicBezTo>
                      <a:pt x="8454" y="789"/>
                      <a:pt x="8335" y="356"/>
                      <a:pt x="8051" y="117"/>
                    </a:cubicBezTo>
                    <a:cubicBezTo>
                      <a:pt x="7954" y="38"/>
                      <a:pt x="7847" y="1"/>
                      <a:pt x="77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2"/>
              <p:cNvSpPr/>
              <p:nvPr/>
            </p:nvSpPr>
            <p:spPr>
              <a:xfrm>
                <a:off x="-3647875" y="2531050"/>
                <a:ext cx="163200" cy="126250"/>
              </a:xfrm>
              <a:custGeom>
                <a:rect b="b" l="l" r="r" t="t"/>
                <a:pathLst>
                  <a:path extrusionOk="0" h="5050" w="6528">
                    <a:moveTo>
                      <a:pt x="5930" y="1"/>
                    </a:moveTo>
                    <a:cubicBezTo>
                      <a:pt x="3958" y="120"/>
                      <a:pt x="1987" y="240"/>
                      <a:pt x="15" y="359"/>
                    </a:cubicBezTo>
                    <a:cubicBezTo>
                      <a:pt x="0" y="1928"/>
                      <a:pt x="150" y="3511"/>
                      <a:pt x="478" y="5049"/>
                    </a:cubicBezTo>
                    <a:cubicBezTo>
                      <a:pt x="2495" y="4840"/>
                      <a:pt x="4511" y="4631"/>
                      <a:pt x="6527" y="4437"/>
                    </a:cubicBezTo>
                    <a:cubicBezTo>
                      <a:pt x="6169" y="2973"/>
                      <a:pt x="5975" y="1494"/>
                      <a:pt x="59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2"/>
              <p:cNvSpPr/>
              <p:nvPr/>
            </p:nvSpPr>
            <p:spPr>
              <a:xfrm>
                <a:off x="-3635550" y="2552675"/>
                <a:ext cx="131450" cy="78150"/>
              </a:xfrm>
              <a:custGeom>
                <a:rect b="b" l="l" r="r" t="t"/>
                <a:pathLst>
                  <a:path extrusionOk="0" h="3126" w="5258">
                    <a:moveTo>
                      <a:pt x="5121" y="1"/>
                    </a:moveTo>
                    <a:cubicBezTo>
                      <a:pt x="5117" y="1"/>
                      <a:pt x="5113" y="1"/>
                      <a:pt x="5108" y="2"/>
                    </a:cubicBezTo>
                    <a:cubicBezTo>
                      <a:pt x="3794" y="122"/>
                      <a:pt x="2509" y="241"/>
                      <a:pt x="1195" y="361"/>
                    </a:cubicBezTo>
                    <a:cubicBezTo>
                      <a:pt x="822" y="391"/>
                      <a:pt x="463" y="435"/>
                      <a:pt x="90" y="465"/>
                    </a:cubicBezTo>
                    <a:cubicBezTo>
                      <a:pt x="0" y="465"/>
                      <a:pt x="0" y="585"/>
                      <a:pt x="90" y="585"/>
                    </a:cubicBezTo>
                    <a:cubicBezTo>
                      <a:pt x="1389" y="465"/>
                      <a:pt x="2689" y="346"/>
                      <a:pt x="3988" y="226"/>
                    </a:cubicBezTo>
                    <a:cubicBezTo>
                      <a:pt x="4361" y="196"/>
                      <a:pt x="4735" y="152"/>
                      <a:pt x="5108" y="122"/>
                    </a:cubicBezTo>
                    <a:cubicBezTo>
                      <a:pt x="5178" y="108"/>
                      <a:pt x="5183" y="1"/>
                      <a:pt x="5121" y="1"/>
                    </a:cubicBezTo>
                    <a:close/>
                    <a:moveTo>
                      <a:pt x="5136" y="613"/>
                    </a:moveTo>
                    <a:cubicBezTo>
                      <a:pt x="5132" y="613"/>
                      <a:pt x="5128" y="614"/>
                      <a:pt x="5123" y="615"/>
                    </a:cubicBezTo>
                    <a:cubicBezTo>
                      <a:pt x="3839" y="764"/>
                      <a:pt x="2539" y="883"/>
                      <a:pt x="1255" y="973"/>
                    </a:cubicBezTo>
                    <a:cubicBezTo>
                      <a:pt x="881" y="988"/>
                      <a:pt x="523" y="1018"/>
                      <a:pt x="150" y="1033"/>
                    </a:cubicBezTo>
                    <a:cubicBezTo>
                      <a:pt x="60" y="1033"/>
                      <a:pt x="60" y="1167"/>
                      <a:pt x="135" y="1167"/>
                    </a:cubicBezTo>
                    <a:cubicBezTo>
                      <a:pt x="1434" y="1093"/>
                      <a:pt x="2733" y="988"/>
                      <a:pt x="4018" y="854"/>
                    </a:cubicBezTo>
                    <a:cubicBezTo>
                      <a:pt x="4391" y="809"/>
                      <a:pt x="4750" y="779"/>
                      <a:pt x="5123" y="734"/>
                    </a:cubicBezTo>
                    <a:cubicBezTo>
                      <a:pt x="5194" y="734"/>
                      <a:pt x="5211" y="613"/>
                      <a:pt x="5136" y="613"/>
                    </a:cubicBezTo>
                    <a:close/>
                    <a:moveTo>
                      <a:pt x="4915" y="2528"/>
                    </a:moveTo>
                    <a:cubicBezTo>
                      <a:pt x="4944" y="2528"/>
                      <a:pt x="4974" y="2536"/>
                      <a:pt x="5004" y="2556"/>
                    </a:cubicBezTo>
                    <a:cubicBezTo>
                      <a:pt x="5078" y="2601"/>
                      <a:pt x="5108" y="2735"/>
                      <a:pt x="5093" y="2825"/>
                    </a:cubicBezTo>
                    <a:cubicBezTo>
                      <a:pt x="5078" y="2900"/>
                      <a:pt x="5004" y="2989"/>
                      <a:pt x="4914" y="3004"/>
                    </a:cubicBezTo>
                    <a:cubicBezTo>
                      <a:pt x="4905" y="3006"/>
                      <a:pt x="4895" y="3007"/>
                      <a:pt x="4886" y="3007"/>
                    </a:cubicBezTo>
                    <a:cubicBezTo>
                      <a:pt x="4803" y="3007"/>
                      <a:pt x="4715" y="2950"/>
                      <a:pt x="4675" y="2870"/>
                    </a:cubicBezTo>
                    <a:cubicBezTo>
                      <a:pt x="4648" y="2789"/>
                      <a:pt x="4670" y="2683"/>
                      <a:pt x="4729" y="2620"/>
                    </a:cubicBezTo>
                    <a:lnTo>
                      <a:pt x="4729" y="2620"/>
                    </a:lnTo>
                    <a:cubicBezTo>
                      <a:pt x="4738" y="2616"/>
                      <a:pt x="4745" y="2610"/>
                      <a:pt x="4750" y="2601"/>
                    </a:cubicBezTo>
                    <a:lnTo>
                      <a:pt x="4750" y="2601"/>
                    </a:lnTo>
                    <a:cubicBezTo>
                      <a:pt x="4750" y="2601"/>
                      <a:pt x="4750" y="2601"/>
                      <a:pt x="4750" y="2601"/>
                    </a:cubicBezTo>
                    <a:cubicBezTo>
                      <a:pt x="4762" y="2595"/>
                      <a:pt x="4771" y="2588"/>
                      <a:pt x="4777" y="2580"/>
                    </a:cubicBezTo>
                    <a:lnTo>
                      <a:pt x="4777" y="2580"/>
                    </a:lnTo>
                    <a:cubicBezTo>
                      <a:pt x="4820" y="2550"/>
                      <a:pt x="4867" y="2528"/>
                      <a:pt x="4915" y="2528"/>
                    </a:cubicBezTo>
                    <a:close/>
                    <a:moveTo>
                      <a:pt x="4918" y="2403"/>
                    </a:moveTo>
                    <a:cubicBezTo>
                      <a:pt x="4824" y="2403"/>
                      <a:pt x="4730" y="2442"/>
                      <a:pt x="4660" y="2511"/>
                    </a:cubicBezTo>
                    <a:cubicBezTo>
                      <a:pt x="4657" y="2517"/>
                      <a:pt x="4655" y="2522"/>
                      <a:pt x="4654" y="2527"/>
                    </a:cubicBezTo>
                    <a:lnTo>
                      <a:pt x="4654" y="2527"/>
                    </a:lnTo>
                    <a:cubicBezTo>
                      <a:pt x="4559" y="2618"/>
                      <a:pt x="4516" y="2750"/>
                      <a:pt x="4556" y="2870"/>
                    </a:cubicBezTo>
                    <a:cubicBezTo>
                      <a:pt x="4585" y="3019"/>
                      <a:pt x="4720" y="3124"/>
                      <a:pt x="4869" y="3124"/>
                    </a:cubicBezTo>
                    <a:cubicBezTo>
                      <a:pt x="4879" y="3125"/>
                      <a:pt x="4888" y="3125"/>
                      <a:pt x="4898" y="3125"/>
                    </a:cubicBezTo>
                    <a:cubicBezTo>
                      <a:pt x="5035" y="3125"/>
                      <a:pt x="5156" y="3026"/>
                      <a:pt x="5198" y="2900"/>
                    </a:cubicBezTo>
                    <a:cubicBezTo>
                      <a:pt x="5258" y="2765"/>
                      <a:pt x="5213" y="2571"/>
                      <a:pt x="5108" y="2467"/>
                    </a:cubicBezTo>
                    <a:cubicBezTo>
                      <a:pt x="5052" y="2423"/>
                      <a:pt x="4985" y="2403"/>
                      <a:pt x="4918" y="2403"/>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2"/>
              <p:cNvSpPr/>
              <p:nvPr/>
            </p:nvSpPr>
            <p:spPr>
              <a:xfrm>
                <a:off x="-3687450" y="2509600"/>
                <a:ext cx="261775" cy="337375"/>
              </a:xfrm>
              <a:custGeom>
                <a:rect b="b" l="l" r="r" t="t"/>
                <a:pathLst>
                  <a:path extrusionOk="0" h="13495" w="10471">
                    <a:moveTo>
                      <a:pt x="60" y="2375"/>
                    </a:moveTo>
                    <a:cubicBezTo>
                      <a:pt x="30" y="2375"/>
                      <a:pt x="0" y="2397"/>
                      <a:pt x="0" y="2442"/>
                    </a:cubicBezTo>
                    <a:cubicBezTo>
                      <a:pt x="30" y="3069"/>
                      <a:pt x="30" y="3712"/>
                      <a:pt x="15" y="4339"/>
                    </a:cubicBezTo>
                    <a:cubicBezTo>
                      <a:pt x="22" y="4376"/>
                      <a:pt x="56" y="4395"/>
                      <a:pt x="88" y="4395"/>
                    </a:cubicBezTo>
                    <a:cubicBezTo>
                      <a:pt x="120" y="4395"/>
                      <a:pt x="149" y="4376"/>
                      <a:pt x="149" y="4339"/>
                    </a:cubicBezTo>
                    <a:cubicBezTo>
                      <a:pt x="164" y="3712"/>
                      <a:pt x="149" y="3069"/>
                      <a:pt x="120" y="2442"/>
                    </a:cubicBezTo>
                    <a:cubicBezTo>
                      <a:pt x="120" y="2397"/>
                      <a:pt x="90" y="2375"/>
                      <a:pt x="60" y="2375"/>
                    </a:cubicBezTo>
                    <a:close/>
                    <a:moveTo>
                      <a:pt x="67" y="4824"/>
                    </a:moveTo>
                    <a:cubicBezTo>
                      <a:pt x="34" y="4824"/>
                      <a:pt x="0" y="4847"/>
                      <a:pt x="0" y="4892"/>
                    </a:cubicBezTo>
                    <a:cubicBezTo>
                      <a:pt x="60" y="7132"/>
                      <a:pt x="120" y="9372"/>
                      <a:pt x="373" y="11598"/>
                    </a:cubicBezTo>
                    <a:cubicBezTo>
                      <a:pt x="448" y="12210"/>
                      <a:pt x="523" y="12837"/>
                      <a:pt x="627" y="13450"/>
                    </a:cubicBezTo>
                    <a:cubicBezTo>
                      <a:pt x="633" y="13479"/>
                      <a:pt x="655" y="13492"/>
                      <a:pt x="678" y="13492"/>
                    </a:cubicBezTo>
                    <a:cubicBezTo>
                      <a:pt x="715" y="13492"/>
                      <a:pt x="756" y="13460"/>
                      <a:pt x="747" y="13405"/>
                    </a:cubicBezTo>
                    <a:cubicBezTo>
                      <a:pt x="388" y="11224"/>
                      <a:pt x="269" y="8984"/>
                      <a:pt x="194" y="6774"/>
                    </a:cubicBezTo>
                    <a:cubicBezTo>
                      <a:pt x="164" y="6146"/>
                      <a:pt x="149" y="5519"/>
                      <a:pt x="134" y="4892"/>
                    </a:cubicBezTo>
                    <a:cubicBezTo>
                      <a:pt x="134" y="4847"/>
                      <a:pt x="101" y="4824"/>
                      <a:pt x="67" y="4824"/>
                    </a:cubicBezTo>
                    <a:close/>
                    <a:moveTo>
                      <a:pt x="299" y="0"/>
                    </a:moveTo>
                    <a:cubicBezTo>
                      <a:pt x="269" y="0"/>
                      <a:pt x="239" y="22"/>
                      <a:pt x="239" y="67"/>
                    </a:cubicBezTo>
                    <a:cubicBezTo>
                      <a:pt x="209" y="1800"/>
                      <a:pt x="269" y="3562"/>
                      <a:pt x="388" y="5295"/>
                    </a:cubicBezTo>
                    <a:cubicBezTo>
                      <a:pt x="508" y="7042"/>
                      <a:pt x="717" y="8760"/>
                      <a:pt x="986" y="10493"/>
                    </a:cubicBezTo>
                    <a:cubicBezTo>
                      <a:pt x="1150" y="11448"/>
                      <a:pt x="1329" y="12419"/>
                      <a:pt x="1524" y="13375"/>
                    </a:cubicBezTo>
                    <a:cubicBezTo>
                      <a:pt x="1524" y="13405"/>
                      <a:pt x="1538" y="13405"/>
                      <a:pt x="1553" y="13420"/>
                    </a:cubicBezTo>
                    <a:cubicBezTo>
                      <a:pt x="1538" y="13450"/>
                      <a:pt x="1553" y="13495"/>
                      <a:pt x="1613" y="13495"/>
                    </a:cubicBezTo>
                    <a:cubicBezTo>
                      <a:pt x="2121" y="13450"/>
                      <a:pt x="2644" y="13390"/>
                      <a:pt x="3166" y="13330"/>
                    </a:cubicBezTo>
                    <a:cubicBezTo>
                      <a:pt x="3166" y="13345"/>
                      <a:pt x="3196" y="13360"/>
                      <a:pt x="3211" y="13360"/>
                    </a:cubicBezTo>
                    <a:cubicBezTo>
                      <a:pt x="4869" y="13256"/>
                      <a:pt x="6527" y="13121"/>
                      <a:pt x="8185" y="12972"/>
                    </a:cubicBezTo>
                    <a:cubicBezTo>
                      <a:pt x="8663" y="12927"/>
                      <a:pt x="9126" y="12882"/>
                      <a:pt x="9604" y="12837"/>
                    </a:cubicBezTo>
                    <a:cubicBezTo>
                      <a:pt x="9675" y="12837"/>
                      <a:pt x="9692" y="12717"/>
                      <a:pt x="9617" y="12717"/>
                    </a:cubicBezTo>
                    <a:cubicBezTo>
                      <a:pt x="9613" y="12717"/>
                      <a:pt x="9609" y="12717"/>
                      <a:pt x="9604" y="12718"/>
                    </a:cubicBezTo>
                    <a:cubicBezTo>
                      <a:pt x="8021" y="12867"/>
                      <a:pt x="6452" y="13002"/>
                      <a:pt x="4869" y="13121"/>
                    </a:cubicBezTo>
                    <a:cubicBezTo>
                      <a:pt x="6079" y="12972"/>
                      <a:pt x="7289" y="12793"/>
                      <a:pt x="8499" y="12613"/>
                    </a:cubicBezTo>
                    <a:cubicBezTo>
                      <a:pt x="9126" y="12524"/>
                      <a:pt x="9768" y="12434"/>
                      <a:pt x="10395" y="12345"/>
                    </a:cubicBezTo>
                    <a:cubicBezTo>
                      <a:pt x="10470" y="12330"/>
                      <a:pt x="10440" y="12210"/>
                      <a:pt x="10366" y="12210"/>
                    </a:cubicBezTo>
                    <a:cubicBezTo>
                      <a:pt x="8095" y="12539"/>
                      <a:pt x="5810" y="12897"/>
                      <a:pt x="3525" y="13151"/>
                    </a:cubicBezTo>
                    <a:cubicBezTo>
                      <a:pt x="2898" y="13241"/>
                      <a:pt x="2270" y="13300"/>
                      <a:pt x="1643" y="13360"/>
                    </a:cubicBezTo>
                    <a:cubicBezTo>
                      <a:pt x="1643" y="13345"/>
                      <a:pt x="1643" y="13345"/>
                      <a:pt x="1643" y="13345"/>
                    </a:cubicBezTo>
                    <a:cubicBezTo>
                      <a:pt x="1285" y="11643"/>
                      <a:pt x="1001" y="9910"/>
                      <a:pt x="792" y="8192"/>
                    </a:cubicBezTo>
                    <a:cubicBezTo>
                      <a:pt x="583" y="6460"/>
                      <a:pt x="448" y="4742"/>
                      <a:pt x="388" y="2995"/>
                    </a:cubicBezTo>
                    <a:cubicBezTo>
                      <a:pt x="344" y="2024"/>
                      <a:pt x="344" y="1038"/>
                      <a:pt x="359" y="67"/>
                    </a:cubicBezTo>
                    <a:cubicBezTo>
                      <a:pt x="359" y="22"/>
                      <a:pt x="329" y="0"/>
                      <a:pt x="299"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2"/>
              <p:cNvSpPr/>
              <p:nvPr/>
            </p:nvSpPr>
            <p:spPr>
              <a:xfrm>
                <a:off x="-3629200" y="2598925"/>
                <a:ext cx="58025" cy="23500"/>
              </a:xfrm>
              <a:custGeom>
                <a:rect b="b" l="l" r="r" t="t"/>
                <a:pathLst>
                  <a:path extrusionOk="0" h="940" w="2321">
                    <a:moveTo>
                      <a:pt x="941" y="497"/>
                    </a:moveTo>
                    <a:cubicBezTo>
                      <a:pt x="941" y="502"/>
                      <a:pt x="941" y="507"/>
                      <a:pt x="941" y="512"/>
                    </a:cubicBezTo>
                    <a:cubicBezTo>
                      <a:pt x="926" y="527"/>
                      <a:pt x="926" y="542"/>
                      <a:pt x="926" y="572"/>
                    </a:cubicBezTo>
                    <a:cubicBezTo>
                      <a:pt x="896" y="632"/>
                      <a:pt x="851" y="706"/>
                      <a:pt x="792" y="751"/>
                    </a:cubicBezTo>
                    <a:cubicBezTo>
                      <a:pt x="762" y="766"/>
                      <a:pt x="717" y="796"/>
                      <a:pt x="687" y="796"/>
                    </a:cubicBezTo>
                    <a:cubicBezTo>
                      <a:pt x="687" y="796"/>
                      <a:pt x="672" y="811"/>
                      <a:pt x="672" y="811"/>
                    </a:cubicBezTo>
                    <a:lnTo>
                      <a:pt x="627" y="811"/>
                    </a:lnTo>
                    <a:cubicBezTo>
                      <a:pt x="627" y="811"/>
                      <a:pt x="612" y="811"/>
                      <a:pt x="612" y="796"/>
                    </a:cubicBezTo>
                    <a:lnTo>
                      <a:pt x="583" y="796"/>
                    </a:lnTo>
                    <a:cubicBezTo>
                      <a:pt x="593" y="796"/>
                      <a:pt x="589" y="789"/>
                      <a:pt x="586" y="789"/>
                    </a:cubicBezTo>
                    <a:cubicBezTo>
                      <a:pt x="584" y="789"/>
                      <a:pt x="583" y="791"/>
                      <a:pt x="583" y="796"/>
                    </a:cubicBezTo>
                    <a:cubicBezTo>
                      <a:pt x="583" y="796"/>
                      <a:pt x="583" y="781"/>
                      <a:pt x="583" y="781"/>
                    </a:cubicBezTo>
                    <a:lnTo>
                      <a:pt x="583" y="766"/>
                    </a:lnTo>
                    <a:cubicBezTo>
                      <a:pt x="597" y="721"/>
                      <a:pt x="642" y="691"/>
                      <a:pt x="672" y="661"/>
                    </a:cubicBezTo>
                    <a:cubicBezTo>
                      <a:pt x="747" y="572"/>
                      <a:pt x="836" y="527"/>
                      <a:pt x="941" y="497"/>
                    </a:cubicBezTo>
                    <a:close/>
                    <a:moveTo>
                      <a:pt x="630" y="0"/>
                    </a:moveTo>
                    <a:cubicBezTo>
                      <a:pt x="406" y="0"/>
                      <a:pt x="206" y="123"/>
                      <a:pt x="30" y="258"/>
                    </a:cubicBezTo>
                    <a:cubicBezTo>
                      <a:pt x="0" y="288"/>
                      <a:pt x="0" y="318"/>
                      <a:pt x="15" y="348"/>
                    </a:cubicBezTo>
                    <a:cubicBezTo>
                      <a:pt x="36" y="369"/>
                      <a:pt x="65" y="390"/>
                      <a:pt x="85" y="390"/>
                    </a:cubicBezTo>
                    <a:cubicBezTo>
                      <a:pt x="93" y="390"/>
                      <a:pt x="100" y="386"/>
                      <a:pt x="105" y="378"/>
                    </a:cubicBezTo>
                    <a:cubicBezTo>
                      <a:pt x="254" y="258"/>
                      <a:pt x="433" y="139"/>
                      <a:pt x="627" y="124"/>
                    </a:cubicBezTo>
                    <a:cubicBezTo>
                      <a:pt x="702" y="124"/>
                      <a:pt x="792" y="139"/>
                      <a:pt x="881" y="183"/>
                    </a:cubicBezTo>
                    <a:cubicBezTo>
                      <a:pt x="911" y="198"/>
                      <a:pt x="941" y="228"/>
                      <a:pt x="956" y="273"/>
                    </a:cubicBezTo>
                    <a:cubicBezTo>
                      <a:pt x="941" y="288"/>
                      <a:pt x="926" y="303"/>
                      <a:pt x="941" y="333"/>
                    </a:cubicBezTo>
                    <a:lnTo>
                      <a:pt x="941" y="363"/>
                    </a:lnTo>
                    <a:lnTo>
                      <a:pt x="911" y="363"/>
                    </a:lnTo>
                    <a:cubicBezTo>
                      <a:pt x="792" y="407"/>
                      <a:pt x="687" y="482"/>
                      <a:pt x="583" y="557"/>
                    </a:cubicBezTo>
                    <a:cubicBezTo>
                      <a:pt x="538" y="602"/>
                      <a:pt x="493" y="661"/>
                      <a:pt x="478" y="721"/>
                    </a:cubicBezTo>
                    <a:cubicBezTo>
                      <a:pt x="463" y="781"/>
                      <a:pt x="478" y="856"/>
                      <a:pt x="523" y="900"/>
                    </a:cubicBezTo>
                    <a:cubicBezTo>
                      <a:pt x="564" y="928"/>
                      <a:pt x="613" y="940"/>
                      <a:pt x="661" y="940"/>
                    </a:cubicBezTo>
                    <a:cubicBezTo>
                      <a:pt x="717" y="940"/>
                      <a:pt x="774" y="924"/>
                      <a:pt x="822" y="900"/>
                    </a:cubicBezTo>
                    <a:cubicBezTo>
                      <a:pt x="911" y="841"/>
                      <a:pt x="1001" y="766"/>
                      <a:pt x="1046" y="676"/>
                    </a:cubicBezTo>
                    <a:cubicBezTo>
                      <a:pt x="1075" y="602"/>
                      <a:pt x="1105" y="512"/>
                      <a:pt x="1105" y="422"/>
                    </a:cubicBezTo>
                    <a:cubicBezTo>
                      <a:pt x="1165" y="422"/>
                      <a:pt x="1240" y="452"/>
                      <a:pt x="1299" y="482"/>
                    </a:cubicBezTo>
                    <a:cubicBezTo>
                      <a:pt x="1404" y="527"/>
                      <a:pt x="1494" y="572"/>
                      <a:pt x="1598" y="587"/>
                    </a:cubicBezTo>
                    <a:cubicBezTo>
                      <a:pt x="1718" y="587"/>
                      <a:pt x="1837" y="542"/>
                      <a:pt x="1927" y="512"/>
                    </a:cubicBezTo>
                    <a:cubicBezTo>
                      <a:pt x="2046" y="467"/>
                      <a:pt x="2151" y="422"/>
                      <a:pt x="2270" y="348"/>
                    </a:cubicBezTo>
                    <a:cubicBezTo>
                      <a:pt x="2321" y="323"/>
                      <a:pt x="2286" y="233"/>
                      <a:pt x="2238" y="233"/>
                    </a:cubicBezTo>
                    <a:cubicBezTo>
                      <a:pt x="2229" y="233"/>
                      <a:pt x="2220" y="236"/>
                      <a:pt x="2211" y="243"/>
                    </a:cubicBezTo>
                    <a:cubicBezTo>
                      <a:pt x="2091" y="303"/>
                      <a:pt x="1987" y="363"/>
                      <a:pt x="1867" y="407"/>
                    </a:cubicBezTo>
                    <a:cubicBezTo>
                      <a:pt x="1792" y="440"/>
                      <a:pt x="1701" y="464"/>
                      <a:pt x="1617" y="464"/>
                    </a:cubicBezTo>
                    <a:cubicBezTo>
                      <a:pt x="1584" y="464"/>
                      <a:pt x="1553" y="461"/>
                      <a:pt x="1524" y="452"/>
                    </a:cubicBezTo>
                    <a:cubicBezTo>
                      <a:pt x="1374" y="407"/>
                      <a:pt x="1240" y="303"/>
                      <a:pt x="1090" y="303"/>
                    </a:cubicBezTo>
                    <a:cubicBezTo>
                      <a:pt x="1090" y="243"/>
                      <a:pt x="1060" y="183"/>
                      <a:pt x="1016" y="139"/>
                    </a:cubicBezTo>
                    <a:cubicBezTo>
                      <a:pt x="941" y="49"/>
                      <a:pt x="822" y="19"/>
                      <a:pt x="702" y="4"/>
                    </a:cubicBezTo>
                    <a:cubicBezTo>
                      <a:pt x="678" y="1"/>
                      <a:pt x="654" y="0"/>
                      <a:pt x="63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7" name="Google Shape;517;p42"/>
            <p:cNvSpPr/>
            <p:nvPr/>
          </p:nvSpPr>
          <p:spPr>
            <a:xfrm rot="-1705668">
              <a:off x="8246128" y="111652"/>
              <a:ext cx="225499" cy="369297"/>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2"/>
            <p:cNvSpPr/>
            <p:nvPr/>
          </p:nvSpPr>
          <p:spPr>
            <a:xfrm rot="2040770">
              <a:off x="7754379" y="-44075"/>
              <a:ext cx="225497" cy="369295"/>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519" name="Shape 519"/>
        <p:cNvGrpSpPr/>
        <p:nvPr/>
      </p:nvGrpSpPr>
      <p:grpSpPr>
        <a:xfrm>
          <a:off x="0" y="0"/>
          <a:ext cx="0" cy="0"/>
          <a:chOff x="0" y="0"/>
          <a:chExt cx="0" cy="0"/>
        </a:xfrm>
      </p:grpSpPr>
      <p:grpSp>
        <p:nvGrpSpPr>
          <p:cNvPr id="520" name="Google Shape;520;p43"/>
          <p:cNvGrpSpPr/>
          <p:nvPr/>
        </p:nvGrpSpPr>
        <p:grpSpPr>
          <a:xfrm>
            <a:off x="-65" y="-15"/>
            <a:ext cx="9144128" cy="5143530"/>
            <a:chOff x="-2163850" y="-134475"/>
            <a:chExt cx="3075000" cy="5336719"/>
          </a:xfrm>
        </p:grpSpPr>
        <p:cxnSp>
          <p:nvCxnSpPr>
            <p:cNvPr id="521" name="Google Shape;521;p43"/>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2" name="Google Shape;522;p43"/>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3" name="Google Shape;523;p43"/>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4" name="Google Shape;524;p43"/>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5" name="Google Shape;525;p43"/>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6" name="Google Shape;526;p43"/>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7" name="Google Shape;527;p43"/>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8" name="Google Shape;528;p43"/>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29" name="Google Shape;529;p43"/>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0" name="Google Shape;530;p43"/>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1" name="Google Shape;531;p43"/>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2" name="Google Shape;532;p43"/>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3" name="Google Shape;533;p43"/>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4" name="Google Shape;534;p43"/>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5" name="Google Shape;535;p43"/>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36" name="Google Shape;536;p43"/>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537" name="Google Shape;537;p43"/>
          <p:cNvSpPr txBox="1"/>
          <p:nvPr>
            <p:ph type="title"/>
          </p:nvPr>
        </p:nvSpPr>
        <p:spPr>
          <a:xfrm>
            <a:off x="713225" y="1791975"/>
            <a:ext cx="3546900" cy="646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38" name="Google Shape;538;p43"/>
          <p:cNvSpPr txBox="1"/>
          <p:nvPr>
            <p:ph idx="1" type="subTitle"/>
          </p:nvPr>
        </p:nvSpPr>
        <p:spPr>
          <a:xfrm>
            <a:off x="713225" y="2455725"/>
            <a:ext cx="3546900" cy="89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39" name="Google Shape;539;p43"/>
          <p:cNvGrpSpPr/>
          <p:nvPr/>
        </p:nvGrpSpPr>
        <p:grpSpPr>
          <a:xfrm>
            <a:off x="4088656" y="-529414"/>
            <a:ext cx="5574242" cy="6531116"/>
            <a:chOff x="4088656" y="-529414"/>
            <a:chExt cx="5574242" cy="6531116"/>
          </a:xfrm>
        </p:grpSpPr>
        <p:grpSp>
          <p:nvGrpSpPr>
            <p:cNvPr id="540" name="Google Shape;540;p43"/>
            <p:cNvGrpSpPr/>
            <p:nvPr/>
          </p:nvGrpSpPr>
          <p:grpSpPr>
            <a:xfrm rot="-613024">
              <a:off x="7947923" y="-418284"/>
              <a:ext cx="1490859" cy="2660273"/>
              <a:chOff x="-2730075" y="639425"/>
              <a:chExt cx="225175" cy="401800"/>
            </a:xfrm>
          </p:grpSpPr>
          <p:sp>
            <p:nvSpPr>
              <p:cNvPr id="541" name="Google Shape;541;p43"/>
              <p:cNvSpPr/>
              <p:nvPr/>
            </p:nvSpPr>
            <p:spPr>
              <a:xfrm>
                <a:off x="-2730075" y="639800"/>
                <a:ext cx="223675" cy="401425"/>
              </a:xfrm>
              <a:custGeom>
                <a:rect b="b" l="l" r="r" t="t"/>
                <a:pathLst>
                  <a:path extrusionOk="0" h="16057" w="8947">
                    <a:moveTo>
                      <a:pt x="6901" y="2017"/>
                    </a:moveTo>
                    <a:lnTo>
                      <a:pt x="6916" y="8305"/>
                    </a:lnTo>
                    <a:lnTo>
                      <a:pt x="3421" y="2017"/>
                    </a:lnTo>
                    <a:close/>
                    <a:moveTo>
                      <a:pt x="0" y="1"/>
                    </a:moveTo>
                    <a:lnTo>
                      <a:pt x="8947" y="16057"/>
                    </a:lnTo>
                    <a:lnTo>
                      <a:pt x="891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3"/>
              <p:cNvSpPr/>
              <p:nvPr/>
            </p:nvSpPr>
            <p:spPr>
              <a:xfrm>
                <a:off x="-2728200" y="639425"/>
                <a:ext cx="223300" cy="376050"/>
              </a:xfrm>
              <a:custGeom>
                <a:rect b="b" l="l" r="r" t="t"/>
                <a:pathLst>
                  <a:path extrusionOk="0" h="15042" w="8932">
                    <a:moveTo>
                      <a:pt x="2778" y="1"/>
                    </a:moveTo>
                    <a:cubicBezTo>
                      <a:pt x="2748" y="1"/>
                      <a:pt x="2718" y="31"/>
                      <a:pt x="2718" y="61"/>
                    </a:cubicBezTo>
                    <a:lnTo>
                      <a:pt x="2718" y="344"/>
                    </a:lnTo>
                    <a:lnTo>
                      <a:pt x="2718" y="389"/>
                    </a:lnTo>
                    <a:cubicBezTo>
                      <a:pt x="2718" y="419"/>
                      <a:pt x="2748" y="449"/>
                      <a:pt x="2778" y="449"/>
                    </a:cubicBezTo>
                    <a:cubicBezTo>
                      <a:pt x="2808" y="449"/>
                      <a:pt x="2838" y="419"/>
                      <a:pt x="2838" y="389"/>
                    </a:cubicBezTo>
                    <a:lnTo>
                      <a:pt x="2838" y="105"/>
                    </a:lnTo>
                    <a:lnTo>
                      <a:pt x="2838" y="61"/>
                    </a:lnTo>
                    <a:cubicBezTo>
                      <a:pt x="2838" y="31"/>
                      <a:pt x="2808" y="1"/>
                      <a:pt x="2778" y="1"/>
                    </a:cubicBezTo>
                    <a:close/>
                    <a:moveTo>
                      <a:pt x="3226" y="1"/>
                    </a:moveTo>
                    <a:cubicBezTo>
                      <a:pt x="3196" y="1"/>
                      <a:pt x="3167" y="31"/>
                      <a:pt x="3167" y="61"/>
                    </a:cubicBezTo>
                    <a:lnTo>
                      <a:pt x="3167" y="344"/>
                    </a:lnTo>
                    <a:lnTo>
                      <a:pt x="3167" y="389"/>
                    </a:lnTo>
                    <a:cubicBezTo>
                      <a:pt x="3167" y="419"/>
                      <a:pt x="3196" y="449"/>
                      <a:pt x="3226" y="449"/>
                    </a:cubicBezTo>
                    <a:cubicBezTo>
                      <a:pt x="3256" y="449"/>
                      <a:pt x="3286" y="419"/>
                      <a:pt x="3286" y="389"/>
                    </a:cubicBezTo>
                    <a:lnTo>
                      <a:pt x="3286" y="105"/>
                    </a:lnTo>
                    <a:lnTo>
                      <a:pt x="3286" y="61"/>
                    </a:lnTo>
                    <a:cubicBezTo>
                      <a:pt x="3286" y="31"/>
                      <a:pt x="3256" y="1"/>
                      <a:pt x="3226" y="1"/>
                    </a:cubicBezTo>
                    <a:close/>
                    <a:moveTo>
                      <a:pt x="3674" y="1"/>
                    </a:moveTo>
                    <a:cubicBezTo>
                      <a:pt x="3644" y="1"/>
                      <a:pt x="3615" y="31"/>
                      <a:pt x="3615" y="61"/>
                    </a:cubicBezTo>
                    <a:lnTo>
                      <a:pt x="3615" y="344"/>
                    </a:lnTo>
                    <a:lnTo>
                      <a:pt x="3615" y="389"/>
                    </a:lnTo>
                    <a:cubicBezTo>
                      <a:pt x="3615" y="419"/>
                      <a:pt x="3644" y="449"/>
                      <a:pt x="3674" y="449"/>
                    </a:cubicBezTo>
                    <a:cubicBezTo>
                      <a:pt x="3704" y="449"/>
                      <a:pt x="3734" y="419"/>
                      <a:pt x="3734" y="389"/>
                    </a:cubicBezTo>
                    <a:lnTo>
                      <a:pt x="3734" y="105"/>
                    </a:lnTo>
                    <a:lnTo>
                      <a:pt x="3734" y="61"/>
                    </a:lnTo>
                    <a:cubicBezTo>
                      <a:pt x="3734" y="31"/>
                      <a:pt x="3704" y="1"/>
                      <a:pt x="3674" y="1"/>
                    </a:cubicBezTo>
                    <a:close/>
                    <a:moveTo>
                      <a:pt x="4137" y="1"/>
                    </a:moveTo>
                    <a:cubicBezTo>
                      <a:pt x="4093" y="1"/>
                      <a:pt x="4078" y="16"/>
                      <a:pt x="4078" y="61"/>
                    </a:cubicBezTo>
                    <a:lnTo>
                      <a:pt x="4078" y="344"/>
                    </a:lnTo>
                    <a:lnTo>
                      <a:pt x="4078" y="374"/>
                    </a:lnTo>
                    <a:cubicBezTo>
                      <a:pt x="4078" y="419"/>
                      <a:pt x="4107" y="449"/>
                      <a:pt x="4137" y="449"/>
                    </a:cubicBezTo>
                    <a:cubicBezTo>
                      <a:pt x="4167" y="449"/>
                      <a:pt x="4197" y="419"/>
                      <a:pt x="4197" y="374"/>
                    </a:cubicBezTo>
                    <a:lnTo>
                      <a:pt x="4197" y="90"/>
                    </a:lnTo>
                    <a:lnTo>
                      <a:pt x="4197" y="61"/>
                    </a:lnTo>
                    <a:cubicBezTo>
                      <a:pt x="4197" y="31"/>
                      <a:pt x="4167" y="1"/>
                      <a:pt x="4137" y="1"/>
                    </a:cubicBezTo>
                    <a:close/>
                    <a:moveTo>
                      <a:pt x="4585" y="1"/>
                    </a:moveTo>
                    <a:cubicBezTo>
                      <a:pt x="4556" y="1"/>
                      <a:pt x="4526" y="31"/>
                      <a:pt x="4526" y="61"/>
                    </a:cubicBezTo>
                    <a:lnTo>
                      <a:pt x="4526" y="344"/>
                    </a:lnTo>
                    <a:lnTo>
                      <a:pt x="4526" y="374"/>
                    </a:lnTo>
                    <a:cubicBezTo>
                      <a:pt x="4526" y="419"/>
                      <a:pt x="4556" y="449"/>
                      <a:pt x="4585" y="449"/>
                    </a:cubicBezTo>
                    <a:cubicBezTo>
                      <a:pt x="4615" y="449"/>
                      <a:pt x="4645" y="419"/>
                      <a:pt x="4645" y="374"/>
                    </a:cubicBezTo>
                    <a:lnTo>
                      <a:pt x="4645" y="90"/>
                    </a:lnTo>
                    <a:lnTo>
                      <a:pt x="4645" y="61"/>
                    </a:lnTo>
                    <a:cubicBezTo>
                      <a:pt x="4645" y="31"/>
                      <a:pt x="4615" y="1"/>
                      <a:pt x="4585" y="1"/>
                    </a:cubicBezTo>
                    <a:close/>
                    <a:moveTo>
                      <a:pt x="5033" y="1"/>
                    </a:moveTo>
                    <a:cubicBezTo>
                      <a:pt x="5004" y="1"/>
                      <a:pt x="4974" y="31"/>
                      <a:pt x="4974" y="61"/>
                    </a:cubicBezTo>
                    <a:lnTo>
                      <a:pt x="4974" y="344"/>
                    </a:lnTo>
                    <a:lnTo>
                      <a:pt x="4974" y="389"/>
                    </a:lnTo>
                    <a:cubicBezTo>
                      <a:pt x="4974" y="419"/>
                      <a:pt x="5004" y="449"/>
                      <a:pt x="5033" y="449"/>
                    </a:cubicBezTo>
                    <a:cubicBezTo>
                      <a:pt x="5063" y="449"/>
                      <a:pt x="5093" y="419"/>
                      <a:pt x="5093" y="389"/>
                    </a:cubicBezTo>
                    <a:lnTo>
                      <a:pt x="5093" y="105"/>
                    </a:lnTo>
                    <a:lnTo>
                      <a:pt x="5093" y="61"/>
                    </a:lnTo>
                    <a:cubicBezTo>
                      <a:pt x="5093" y="31"/>
                      <a:pt x="5063" y="1"/>
                      <a:pt x="5033" y="1"/>
                    </a:cubicBezTo>
                    <a:close/>
                    <a:moveTo>
                      <a:pt x="5497" y="1"/>
                    </a:moveTo>
                    <a:cubicBezTo>
                      <a:pt x="5452" y="1"/>
                      <a:pt x="5437" y="31"/>
                      <a:pt x="5437" y="61"/>
                    </a:cubicBezTo>
                    <a:lnTo>
                      <a:pt x="5437" y="344"/>
                    </a:lnTo>
                    <a:lnTo>
                      <a:pt x="5437" y="389"/>
                    </a:lnTo>
                    <a:cubicBezTo>
                      <a:pt x="5437" y="419"/>
                      <a:pt x="5467" y="449"/>
                      <a:pt x="5497" y="449"/>
                    </a:cubicBezTo>
                    <a:cubicBezTo>
                      <a:pt x="5526" y="449"/>
                      <a:pt x="5556" y="419"/>
                      <a:pt x="5556" y="389"/>
                    </a:cubicBezTo>
                    <a:lnTo>
                      <a:pt x="5556" y="105"/>
                    </a:lnTo>
                    <a:lnTo>
                      <a:pt x="5556" y="61"/>
                    </a:lnTo>
                    <a:cubicBezTo>
                      <a:pt x="5556" y="31"/>
                      <a:pt x="5526" y="1"/>
                      <a:pt x="5497" y="1"/>
                    </a:cubicBezTo>
                    <a:close/>
                    <a:moveTo>
                      <a:pt x="5945" y="1"/>
                    </a:moveTo>
                    <a:cubicBezTo>
                      <a:pt x="5915" y="1"/>
                      <a:pt x="5885" y="31"/>
                      <a:pt x="5885" y="61"/>
                    </a:cubicBezTo>
                    <a:lnTo>
                      <a:pt x="5885" y="344"/>
                    </a:lnTo>
                    <a:lnTo>
                      <a:pt x="5885" y="389"/>
                    </a:lnTo>
                    <a:cubicBezTo>
                      <a:pt x="5885" y="419"/>
                      <a:pt x="5915" y="449"/>
                      <a:pt x="5945" y="449"/>
                    </a:cubicBezTo>
                    <a:cubicBezTo>
                      <a:pt x="5974" y="449"/>
                      <a:pt x="6004" y="419"/>
                      <a:pt x="6004" y="389"/>
                    </a:cubicBezTo>
                    <a:lnTo>
                      <a:pt x="6004" y="105"/>
                    </a:lnTo>
                    <a:lnTo>
                      <a:pt x="6004" y="61"/>
                    </a:lnTo>
                    <a:cubicBezTo>
                      <a:pt x="6004" y="31"/>
                      <a:pt x="5974" y="1"/>
                      <a:pt x="5945" y="1"/>
                    </a:cubicBezTo>
                    <a:close/>
                    <a:moveTo>
                      <a:pt x="971" y="16"/>
                    </a:moveTo>
                    <a:cubicBezTo>
                      <a:pt x="941" y="16"/>
                      <a:pt x="911" y="46"/>
                      <a:pt x="911" y="76"/>
                    </a:cubicBezTo>
                    <a:lnTo>
                      <a:pt x="911" y="359"/>
                    </a:lnTo>
                    <a:lnTo>
                      <a:pt x="911" y="404"/>
                    </a:lnTo>
                    <a:cubicBezTo>
                      <a:pt x="911" y="434"/>
                      <a:pt x="941" y="464"/>
                      <a:pt x="971" y="464"/>
                    </a:cubicBezTo>
                    <a:cubicBezTo>
                      <a:pt x="1001" y="464"/>
                      <a:pt x="1031" y="434"/>
                      <a:pt x="1031" y="404"/>
                    </a:cubicBezTo>
                    <a:lnTo>
                      <a:pt x="1031" y="120"/>
                    </a:lnTo>
                    <a:lnTo>
                      <a:pt x="1031" y="76"/>
                    </a:lnTo>
                    <a:cubicBezTo>
                      <a:pt x="1031" y="46"/>
                      <a:pt x="1001" y="16"/>
                      <a:pt x="971" y="16"/>
                    </a:cubicBezTo>
                    <a:close/>
                    <a:moveTo>
                      <a:pt x="1419" y="16"/>
                    </a:moveTo>
                    <a:cubicBezTo>
                      <a:pt x="1389" y="16"/>
                      <a:pt x="1359" y="46"/>
                      <a:pt x="1359" y="76"/>
                    </a:cubicBezTo>
                    <a:lnTo>
                      <a:pt x="1359" y="359"/>
                    </a:lnTo>
                    <a:lnTo>
                      <a:pt x="1359" y="404"/>
                    </a:lnTo>
                    <a:cubicBezTo>
                      <a:pt x="1359" y="434"/>
                      <a:pt x="1389" y="464"/>
                      <a:pt x="1419" y="464"/>
                    </a:cubicBezTo>
                    <a:cubicBezTo>
                      <a:pt x="1449" y="464"/>
                      <a:pt x="1494" y="434"/>
                      <a:pt x="1494" y="404"/>
                    </a:cubicBezTo>
                    <a:lnTo>
                      <a:pt x="1494" y="120"/>
                    </a:lnTo>
                    <a:lnTo>
                      <a:pt x="1494" y="76"/>
                    </a:lnTo>
                    <a:cubicBezTo>
                      <a:pt x="1494" y="46"/>
                      <a:pt x="1449" y="16"/>
                      <a:pt x="1419" y="16"/>
                    </a:cubicBezTo>
                    <a:close/>
                    <a:moveTo>
                      <a:pt x="1867" y="16"/>
                    </a:moveTo>
                    <a:cubicBezTo>
                      <a:pt x="1837" y="16"/>
                      <a:pt x="1807" y="46"/>
                      <a:pt x="1807" y="76"/>
                    </a:cubicBezTo>
                    <a:lnTo>
                      <a:pt x="1807" y="359"/>
                    </a:lnTo>
                    <a:lnTo>
                      <a:pt x="1807" y="404"/>
                    </a:lnTo>
                    <a:cubicBezTo>
                      <a:pt x="1807" y="434"/>
                      <a:pt x="1837" y="464"/>
                      <a:pt x="1867" y="464"/>
                    </a:cubicBezTo>
                    <a:cubicBezTo>
                      <a:pt x="1897" y="464"/>
                      <a:pt x="1942" y="434"/>
                      <a:pt x="1942" y="404"/>
                    </a:cubicBezTo>
                    <a:lnTo>
                      <a:pt x="1942" y="105"/>
                    </a:lnTo>
                    <a:lnTo>
                      <a:pt x="1942" y="76"/>
                    </a:lnTo>
                    <a:cubicBezTo>
                      <a:pt x="1942" y="46"/>
                      <a:pt x="1897" y="16"/>
                      <a:pt x="1867" y="16"/>
                    </a:cubicBezTo>
                    <a:close/>
                    <a:moveTo>
                      <a:pt x="2330" y="16"/>
                    </a:moveTo>
                    <a:cubicBezTo>
                      <a:pt x="2285" y="16"/>
                      <a:pt x="2270" y="31"/>
                      <a:pt x="2270" y="76"/>
                    </a:cubicBezTo>
                    <a:lnTo>
                      <a:pt x="2270" y="359"/>
                    </a:lnTo>
                    <a:lnTo>
                      <a:pt x="2270" y="404"/>
                    </a:lnTo>
                    <a:cubicBezTo>
                      <a:pt x="2270" y="434"/>
                      <a:pt x="2300" y="464"/>
                      <a:pt x="2330" y="464"/>
                    </a:cubicBezTo>
                    <a:cubicBezTo>
                      <a:pt x="2360" y="464"/>
                      <a:pt x="2390" y="434"/>
                      <a:pt x="2390" y="404"/>
                    </a:cubicBezTo>
                    <a:lnTo>
                      <a:pt x="2390" y="105"/>
                    </a:lnTo>
                    <a:lnTo>
                      <a:pt x="2390" y="76"/>
                    </a:lnTo>
                    <a:cubicBezTo>
                      <a:pt x="2390" y="46"/>
                      <a:pt x="2360" y="16"/>
                      <a:pt x="2330" y="16"/>
                    </a:cubicBezTo>
                    <a:close/>
                    <a:moveTo>
                      <a:pt x="6377" y="12"/>
                    </a:moveTo>
                    <a:cubicBezTo>
                      <a:pt x="6353" y="12"/>
                      <a:pt x="6333" y="39"/>
                      <a:pt x="6333" y="76"/>
                    </a:cubicBezTo>
                    <a:lnTo>
                      <a:pt x="6333" y="359"/>
                    </a:lnTo>
                    <a:lnTo>
                      <a:pt x="6333" y="404"/>
                    </a:lnTo>
                    <a:cubicBezTo>
                      <a:pt x="6333" y="434"/>
                      <a:pt x="6363" y="464"/>
                      <a:pt x="6393" y="464"/>
                    </a:cubicBezTo>
                    <a:cubicBezTo>
                      <a:pt x="6423" y="464"/>
                      <a:pt x="6452" y="434"/>
                      <a:pt x="6452" y="404"/>
                    </a:cubicBezTo>
                    <a:lnTo>
                      <a:pt x="6452" y="105"/>
                    </a:lnTo>
                    <a:lnTo>
                      <a:pt x="6452" y="76"/>
                    </a:lnTo>
                    <a:cubicBezTo>
                      <a:pt x="6452" y="46"/>
                      <a:pt x="6423" y="16"/>
                      <a:pt x="6393" y="16"/>
                    </a:cubicBezTo>
                    <a:cubicBezTo>
                      <a:pt x="6387" y="13"/>
                      <a:pt x="6382" y="12"/>
                      <a:pt x="6377" y="12"/>
                    </a:cubicBezTo>
                    <a:close/>
                    <a:moveTo>
                      <a:pt x="6841" y="16"/>
                    </a:moveTo>
                    <a:cubicBezTo>
                      <a:pt x="6811" y="16"/>
                      <a:pt x="6781" y="31"/>
                      <a:pt x="6781" y="76"/>
                    </a:cubicBezTo>
                    <a:lnTo>
                      <a:pt x="6781" y="359"/>
                    </a:lnTo>
                    <a:lnTo>
                      <a:pt x="6781" y="404"/>
                    </a:lnTo>
                    <a:cubicBezTo>
                      <a:pt x="6781" y="434"/>
                      <a:pt x="6811" y="464"/>
                      <a:pt x="6841" y="464"/>
                    </a:cubicBezTo>
                    <a:cubicBezTo>
                      <a:pt x="6871" y="464"/>
                      <a:pt x="6900" y="434"/>
                      <a:pt x="6900" y="404"/>
                    </a:cubicBezTo>
                    <a:lnTo>
                      <a:pt x="6900" y="105"/>
                    </a:lnTo>
                    <a:lnTo>
                      <a:pt x="6900" y="76"/>
                    </a:lnTo>
                    <a:cubicBezTo>
                      <a:pt x="6900" y="46"/>
                      <a:pt x="6871" y="16"/>
                      <a:pt x="6841" y="16"/>
                    </a:cubicBezTo>
                    <a:close/>
                    <a:moveTo>
                      <a:pt x="7304" y="16"/>
                    </a:moveTo>
                    <a:cubicBezTo>
                      <a:pt x="7274" y="16"/>
                      <a:pt x="7244" y="46"/>
                      <a:pt x="7244" y="76"/>
                    </a:cubicBezTo>
                    <a:lnTo>
                      <a:pt x="7244" y="359"/>
                    </a:lnTo>
                    <a:lnTo>
                      <a:pt x="7244" y="404"/>
                    </a:lnTo>
                    <a:cubicBezTo>
                      <a:pt x="7244" y="434"/>
                      <a:pt x="7274" y="464"/>
                      <a:pt x="7304" y="464"/>
                    </a:cubicBezTo>
                    <a:cubicBezTo>
                      <a:pt x="7334" y="464"/>
                      <a:pt x="7363" y="434"/>
                      <a:pt x="7363" y="404"/>
                    </a:cubicBezTo>
                    <a:lnTo>
                      <a:pt x="7363" y="105"/>
                    </a:lnTo>
                    <a:lnTo>
                      <a:pt x="7363" y="76"/>
                    </a:lnTo>
                    <a:cubicBezTo>
                      <a:pt x="7363" y="46"/>
                      <a:pt x="7334" y="16"/>
                      <a:pt x="7304" y="16"/>
                    </a:cubicBezTo>
                    <a:close/>
                    <a:moveTo>
                      <a:pt x="7752" y="16"/>
                    </a:moveTo>
                    <a:cubicBezTo>
                      <a:pt x="7722" y="16"/>
                      <a:pt x="7692" y="46"/>
                      <a:pt x="7692" y="76"/>
                    </a:cubicBezTo>
                    <a:lnTo>
                      <a:pt x="7692" y="359"/>
                    </a:lnTo>
                    <a:lnTo>
                      <a:pt x="7692" y="404"/>
                    </a:lnTo>
                    <a:cubicBezTo>
                      <a:pt x="7692" y="434"/>
                      <a:pt x="7722" y="464"/>
                      <a:pt x="7752" y="464"/>
                    </a:cubicBezTo>
                    <a:cubicBezTo>
                      <a:pt x="7782" y="464"/>
                      <a:pt x="7812" y="434"/>
                      <a:pt x="7812" y="404"/>
                    </a:cubicBezTo>
                    <a:lnTo>
                      <a:pt x="7812" y="105"/>
                    </a:lnTo>
                    <a:lnTo>
                      <a:pt x="7812" y="76"/>
                    </a:lnTo>
                    <a:cubicBezTo>
                      <a:pt x="7812" y="46"/>
                      <a:pt x="7782" y="16"/>
                      <a:pt x="7752" y="16"/>
                    </a:cubicBezTo>
                    <a:close/>
                    <a:moveTo>
                      <a:pt x="8200" y="16"/>
                    </a:moveTo>
                    <a:cubicBezTo>
                      <a:pt x="8170" y="16"/>
                      <a:pt x="8140" y="46"/>
                      <a:pt x="8140" y="76"/>
                    </a:cubicBezTo>
                    <a:lnTo>
                      <a:pt x="8140" y="359"/>
                    </a:lnTo>
                    <a:lnTo>
                      <a:pt x="8140" y="404"/>
                    </a:lnTo>
                    <a:cubicBezTo>
                      <a:pt x="8140" y="434"/>
                      <a:pt x="8170" y="464"/>
                      <a:pt x="8200" y="464"/>
                    </a:cubicBezTo>
                    <a:cubicBezTo>
                      <a:pt x="8230" y="464"/>
                      <a:pt x="8260" y="434"/>
                      <a:pt x="8260" y="404"/>
                    </a:cubicBezTo>
                    <a:lnTo>
                      <a:pt x="8260" y="120"/>
                    </a:lnTo>
                    <a:lnTo>
                      <a:pt x="8260" y="76"/>
                    </a:lnTo>
                    <a:cubicBezTo>
                      <a:pt x="8260" y="46"/>
                      <a:pt x="8230" y="16"/>
                      <a:pt x="8200" y="16"/>
                    </a:cubicBezTo>
                    <a:close/>
                    <a:moveTo>
                      <a:pt x="75" y="31"/>
                    </a:moveTo>
                    <a:cubicBezTo>
                      <a:pt x="30" y="31"/>
                      <a:pt x="0" y="61"/>
                      <a:pt x="0" y="90"/>
                    </a:cubicBezTo>
                    <a:lnTo>
                      <a:pt x="0" y="374"/>
                    </a:lnTo>
                    <a:lnTo>
                      <a:pt x="0" y="419"/>
                    </a:lnTo>
                    <a:cubicBezTo>
                      <a:pt x="0" y="449"/>
                      <a:pt x="30" y="479"/>
                      <a:pt x="75" y="479"/>
                    </a:cubicBezTo>
                    <a:cubicBezTo>
                      <a:pt x="105" y="479"/>
                      <a:pt x="135" y="449"/>
                      <a:pt x="135" y="419"/>
                    </a:cubicBezTo>
                    <a:lnTo>
                      <a:pt x="135" y="120"/>
                    </a:lnTo>
                    <a:lnTo>
                      <a:pt x="135" y="90"/>
                    </a:lnTo>
                    <a:cubicBezTo>
                      <a:pt x="135" y="61"/>
                      <a:pt x="105" y="31"/>
                      <a:pt x="75" y="31"/>
                    </a:cubicBezTo>
                    <a:close/>
                    <a:moveTo>
                      <a:pt x="523" y="31"/>
                    </a:moveTo>
                    <a:cubicBezTo>
                      <a:pt x="478" y="31"/>
                      <a:pt x="463" y="46"/>
                      <a:pt x="463" y="90"/>
                    </a:cubicBezTo>
                    <a:lnTo>
                      <a:pt x="463" y="374"/>
                    </a:lnTo>
                    <a:lnTo>
                      <a:pt x="463" y="419"/>
                    </a:lnTo>
                    <a:cubicBezTo>
                      <a:pt x="463" y="449"/>
                      <a:pt x="493" y="479"/>
                      <a:pt x="523" y="479"/>
                    </a:cubicBezTo>
                    <a:cubicBezTo>
                      <a:pt x="553" y="479"/>
                      <a:pt x="583" y="449"/>
                      <a:pt x="583" y="419"/>
                    </a:cubicBezTo>
                    <a:lnTo>
                      <a:pt x="583" y="120"/>
                    </a:lnTo>
                    <a:lnTo>
                      <a:pt x="583" y="90"/>
                    </a:lnTo>
                    <a:cubicBezTo>
                      <a:pt x="583" y="61"/>
                      <a:pt x="553" y="31"/>
                      <a:pt x="523" y="31"/>
                    </a:cubicBezTo>
                    <a:close/>
                    <a:moveTo>
                      <a:pt x="8409" y="479"/>
                    </a:moveTo>
                    <a:cubicBezTo>
                      <a:pt x="8379" y="479"/>
                      <a:pt x="8349" y="509"/>
                      <a:pt x="8349" y="539"/>
                    </a:cubicBezTo>
                    <a:cubicBezTo>
                      <a:pt x="8349" y="568"/>
                      <a:pt x="8379" y="598"/>
                      <a:pt x="8409" y="598"/>
                    </a:cubicBezTo>
                    <a:lnTo>
                      <a:pt x="8738" y="598"/>
                    </a:lnTo>
                    <a:cubicBezTo>
                      <a:pt x="8767" y="598"/>
                      <a:pt x="8797" y="568"/>
                      <a:pt x="8797" y="539"/>
                    </a:cubicBezTo>
                    <a:cubicBezTo>
                      <a:pt x="8797" y="494"/>
                      <a:pt x="8767" y="479"/>
                      <a:pt x="8738" y="479"/>
                    </a:cubicBezTo>
                    <a:close/>
                    <a:moveTo>
                      <a:pt x="8424" y="927"/>
                    </a:moveTo>
                    <a:cubicBezTo>
                      <a:pt x="8394" y="927"/>
                      <a:pt x="8349" y="957"/>
                      <a:pt x="8349" y="987"/>
                    </a:cubicBezTo>
                    <a:cubicBezTo>
                      <a:pt x="8349" y="1017"/>
                      <a:pt x="8394" y="1046"/>
                      <a:pt x="8424" y="1046"/>
                    </a:cubicBezTo>
                    <a:lnTo>
                      <a:pt x="8738" y="1046"/>
                    </a:lnTo>
                    <a:cubicBezTo>
                      <a:pt x="8767" y="1046"/>
                      <a:pt x="8797" y="1017"/>
                      <a:pt x="8797" y="987"/>
                    </a:cubicBezTo>
                    <a:cubicBezTo>
                      <a:pt x="8797" y="957"/>
                      <a:pt x="8767" y="927"/>
                      <a:pt x="8738" y="927"/>
                    </a:cubicBezTo>
                    <a:close/>
                    <a:moveTo>
                      <a:pt x="7602" y="1151"/>
                    </a:moveTo>
                    <a:cubicBezTo>
                      <a:pt x="7602" y="1151"/>
                      <a:pt x="7588" y="1166"/>
                      <a:pt x="7573" y="1166"/>
                    </a:cubicBezTo>
                    <a:cubicBezTo>
                      <a:pt x="7573" y="1166"/>
                      <a:pt x="7573" y="1166"/>
                      <a:pt x="7573" y="1181"/>
                    </a:cubicBezTo>
                    <a:cubicBezTo>
                      <a:pt x="7558" y="1181"/>
                      <a:pt x="7558" y="1181"/>
                      <a:pt x="7543" y="1196"/>
                    </a:cubicBezTo>
                    <a:cubicBezTo>
                      <a:pt x="7528" y="1211"/>
                      <a:pt x="7513" y="1241"/>
                      <a:pt x="7513" y="1270"/>
                    </a:cubicBezTo>
                    <a:cubicBezTo>
                      <a:pt x="7513" y="1285"/>
                      <a:pt x="7513" y="1285"/>
                      <a:pt x="7528" y="1300"/>
                    </a:cubicBezTo>
                    <a:cubicBezTo>
                      <a:pt x="7528" y="1315"/>
                      <a:pt x="7528" y="1330"/>
                      <a:pt x="7543" y="1330"/>
                    </a:cubicBezTo>
                    <a:cubicBezTo>
                      <a:pt x="7558" y="1360"/>
                      <a:pt x="7573" y="1375"/>
                      <a:pt x="7588" y="1390"/>
                    </a:cubicBezTo>
                    <a:cubicBezTo>
                      <a:pt x="7602" y="1390"/>
                      <a:pt x="7617" y="1390"/>
                      <a:pt x="7617" y="1405"/>
                    </a:cubicBezTo>
                    <a:lnTo>
                      <a:pt x="7677" y="1405"/>
                    </a:lnTo>
                    <a:cubicBezTo>
                      <a:pt x="7692" y="1405"/>
                      <a:pt x="7707" y="1390"/>
                      <a:pt x="7722" y="1390"/>
                    </a:cubicBezTo>
                    <a:cubicBezTo>
                      <a:pt x="7722" y="1375"/>
                      <a:pt x="7737" y="1375"/>
                      <a:pt x="7737" y="1375"/>
                    </a:cubicBezTo>
                    <a:lnTo>
                      <a:pt x="7752" y="1360"/>
                    </a:lnTo>
                    <a:cubicBezTo>
                      <a:pt x="7752" y="1360"/>
                      <a:pt x="7767" y="1345"/>
                      <a:pt x="7767" y="1330"/>
                    </a:cubicBezTo>
                    <a:cubicBezTo>
                      <a:pt x="7782" y="1315"/>
                      <a:pt x="7782" y="1300"/>
                      <a:pt x="7782" y="1270"/>
                    </a:cubicBezTo>
                    <a:cubicBezTo>
                      <a:pt x="7782" y="1255"/>
                      <a:pt x="7782" y="1255"/>
                      <a:pt x="7782" y="1241"/>
                    </a:cubicBezTo>
                    <a:lnTo>
                      <a:pt x="7767" y="1218"/>
                    </a:lnTo>
                    <a:lnTo>
                      <a:pt x="7767" y="1218"/>
                    </a:lnTo>
                    <a:cubicBezTo>
                      <a:pt x="7767" y="1216"/>
                      <a:pt x="7767" y="1214"/>
                      <a:pt x="7767" y="1211"/>
                    </a:cubicBezTo>
                    <a:cubicBezTo>
                      <a:pt x="7765" y="1211"/>
                      <a:pt x="7763" y="1210"/>
                      <a:pt x="7761" y="1210"/>
                    </a:cubicBezTo>
                    <a:lnTo>
                      <a:pt x="7761" y="1210"/>
                    </a:lnTo>
                    <a:lnTo>
                      <a:pt x="7752" y="1196"/>
                    </a:lnTo>
                    <a:cubicBezTo>
                      <a:pt x="7748" y="1192"/>
                      <a:pt x="7744" y="1188"/>
                      <a:pt x="7740" y="1184"/>
                    </a:cubicBezTo>
                    <a:lnTo>
                      <a:pt x="7740" y="1184"/>
                    </a:lnTo>
                    <a:cubicBezTo>
                      <a:pt x="7739" y="1183"/>
                      <a:pt x="7738" y="1182"/>
                      <a:pt x="7737" y="1181"/>
                    </a:cubicBezTo>
                    <a:cubicBezTo>
                      <a:pt x="7726" y="1170"/>
                      <a:pt x="7715" y="1158"/>
                      <a:pt x="7697" y="1154"/>
                    </a:cubicBezTo>
                    <a:lnTo>
                      <a:pt x="7697" y="1154"/>
                    </a:lnTo>
                    <a:cubicBezTo>
                      <a:pt x="7696" y="1153"/>
                      <a:pt x="7694" y="1152"/>
                      <a:pt x="7692" y="1151"/>
                    </a:cubicBezTo>
                    <a:close/>
                    <a:moveTo>
                      <a:pt x="8424" y="1375"/>
                    </a:moveTo>
                    <a:cubicBezTo>
                      <a:pt x="8394" y="1375"/>
                      <a:pt x="8349" y="1405"/>
                      <a:pt x="8349" y="1435"/>
                    </a:cubicBezTo>
                    <a:cubicBezTo>
                      <a:pt x="8349" y="1465"/>
                      <a:pt x="8394" y="1494"/>
                      <a:pt x="8424" y="1494"/>
                    </a:cubicBezTo>
                    <a:lnTo>
                      <a:pt x="8738" y="1494"/>
                    </a:lnTo>
                    <a:cubicBezTo>
                      <a:pt x="8767" y="1494"/>
                      <a:pt x="8797" y="1465"/>
                      <a:pt x="8797" y="1435"/>
                    </a:cubicBezTo>
                    <a:cubicBezTo>
                      <a:pt x="8797" y="1405"/>
                      <a:pt x="8782" y="1375"/>
                      <a:pt x="8738" y="1375"/>
                    </a:cubicBezTo>
                    <a:close/>
                    <a:moveTo>
                      <a:pt x="8424" y="1823"/>
                    </a:moveTo>
                    <a:cubicBezTo>
                      <a:pt x="8394" y="1823"/>
                      <a:pt x="8349" y="1853"/>
                      <a:pt x="8349" y="1883"/>
                    </a:cubicBezTo>
                    <a:cubicBezTo>
                      <a:pt x="8349" y="1913"/>
                      <a:pt x="8394" y="1943"/>
                      <a:pt x="8424" y="1943"/>
                    </a:cubicBezTo>
                    <a:lnTo>
                      <a:pt x="8738" y="1943"/>
                    </a:lnTo>
                    <a:cubicBezTo>
                      <a:pt x="8767" y="1943"/>
                      <a:pt x="8797" y="1913"/>
                      <a:pt x="8797" y="1883"/>
                    </a:cubicBezTo>
                    <a:cubicBezTo>
                      <a:pt x="8797" y="1853"/>
                      <a:pt x="8782" y="1823"/>
                      <a:pt x="8738" y="1823"/>
                    </a:cubicBezTo>
                    <a:close/>
                    <a:moveTo>
                      <a:pt x="8424" y="2286"/>
                    </a:moveTo>
                    <a:cubicBezTo>
                      <a:pt x="8394" y="2286"/>
                      <a:pt x="8364" y="2316"/>
                      <a:pt x="8364" y="2346"/>
                    </a:cubicBezTo>
                    <a:cubicBezTo>
                      <a:pt x="8364" y="2376"/>
                      <a:pt x="8394" y="2406"/>
                      <a:pt x="8424" y="2406"/>
                    </a:cubicBezTo>
                    <a:lnTo>
                      <a:pt x="8753" y="2406"/>
                    </a:lnTo>
                    <a:cubicBezTo>
                      <a:pt x="8782" y="2406"/>
                      <a:pt x="8812" y="2376"/>
                      <a:pt x="8812" y="2346"/>
                    </a:cubicBezTo>
                    <a:cubicBezTo>
                      <a:pt x="8812" y="2301"/>
                      <a:pt x="8782" y="2286"/>
                      <a:pt x="8753" y="2286"/>
                    </a:cubicBezTo>
                    <a:close/>
                    <a:moveTo>
                      <a:pt x="8424" y="2734"/>
                    </a:moveTo>
                    <a:cubicBezTo>
                      <a:pt x="8394" y="2734"/>
                      <a:pt x="8364" y="2764"/>
                      <a:pt x="8364" y="2794"/>
                    </a:cubicBezTo>
                    <a:cubicBezTo>
                      <a:pt x="8364" y="2824"/>
                      <a:pt x="8394" y="2854"/>
                      <a:pt x="8424" y="2854"/>
                    </a:cubicBezTo>
                    <a:lnTo>
                      <a:pt x="8753" y="2854"/>
                    </a:lnTo>
                    <a:cubicBezTo>
                      <a:pt x="8782" y="2854"/>
                      <a:pt x="8812" y="2824"/>
                      <a:pt x="8812" y="2794"/>
                    </a:cubicBezTo>
                    <a:cubicBezTo>
                      <a:pt x="8812" y="2764"/>
                      <a:pt x="8782" y="2734"/>
                      <a:pt x="8753" y="2734"/>
                    </a:cubicBezTo>
                    <a:close/>
                    <a:moveTo>
                      <a:pt x="8424" y="3182"/>
                    </a:moveTo>
                    <a:cubicBezTo>
                      <a:pt x="8394" y="3182"/>
                      <a:pt x="8364" y="3212"/>
                      <a:pt x="8364" y="3242"/>
                    </a:cubicBezTo>
                    <a:cubicBezTo>
                      <a:pt x="8364" y="3272"/>
                      <a:pt x="8394" y="3302"/>
                      <a:pt x="8424" y="3302"/>
                    </a:cubicBezTo>
                    <a:lnTo>
                      <a:pt x="8753" y="3302"/>
                    </a:lnTo>
                    <a:cubicBezTo>
                      <a:pt x="8782" y="3302"/>
                      <a:pt x="8812" y="3272"/>
                      <a:pt x="8812" y="3242"/>
                    </a:cubicBezTo>
                    <a:cubicBezTo>
                      <a:pt x="8812" y="3212"/>
                      <a:pt x="8782" y="3182"/>
                      <a:pt x="8753" y="3182"/>
                    </a:cubicBezTo>
                    <a:close/>
                    <a:moveTo>
                      <a:pt x="8439" y="3630"/>
                    </a:moveTo>
                    <a:cubicBezTo>
                      <a:pt x="8409" y="3630"/>
                      <a:pt x="8364" y="3660"/>
                      <a:pt x="8364" y="3690"/>
                    </a:cubicBezTo>
                    <a:cubicBezTo>
                      <a:pt x="8364" y="3720"/>
                      <a:pt x="8409" y="3750"/>
                      <a:pt x="8439" y="3750"/>
                    </a:cubicBezTo>
                    <a:lnTo>
                      <a:pt x="8753" y="3750"/>
                    </a:lnTo>
                    <a:cubicBezTo>
                      <a:pt x="8782" y="3750"/>
                      <a:pt x="8812" y="3720"/>
                      <a:pt x="8812" y="3690"/>
                    </a:cubicBezTo>
                    <a:cubicBezTo>
                      <a:pt x="8812" y="3660"/>
                      <a:pt x="8782" y="3630"/>
                      <a:pt x="8753" y="3630"/>
                    </a:cubicBezTo>
                    <a:close/>
                    <a:moveTo>
                      <a:pt x="8439" y="4093"/>
                    </a:moveTo>
                    <a:cubicBezTo>
                      <a:pt x="8409" y="4093"/>
                      <a:pt x="8364" y="4123"/>
                      <a:pt x="8364" y="4153"/>
                    </a:cubicBezTo>
                    <a:cubicBezTo>
                      <a:pt x="8364" y="4183"/>
                      <a:pt x="8409" y="4213"/>
                      <a:pt x="8439" y="4213"/>
                    </a:cubicBezTo>
                    <a:lnTo>
                      <a:pt x="8753" y="4213"/>
                    </a:lnTo>
                    <a:cubicBezTo>
                      <a:pt x="8782" y="4213"/>
                      <a:pt x="8812" y="4183"/>
                      <a:pt x="8812" y="4153"/>
                    </a:cubicBezTo>
                    <a:cubicBezTo>
                      <a:pt x="8812" y="4123"/>
                      <a:pt x="8797" y="4093"/>
                      <a:pt x="8753" y="4093"/>
                    </a:cubicBezTo>
                    <a:close/>
                    <a:moveTo>
                      <a:pt x="8439" y="4526"/>
                    </a:moveTo>
                    <a:cubicBezTo>
                      <a:pt x="8409" y="4526"/>
                      <a:pt x="8364" y="4571"/>
                      <a:pt x="8364" y="4601"/>
                    </a:cubicBezTo>
                    <a:cubicBezTo>
                      <a:pt x="8364" y="4631"/>
                      <a:pt x="8409" y="4661"/>
                      <a:pt x="8439" y="4661"/>
                    </a:cubicBezTo>
                    <a:lnTo>
                      <a:pt x="8753" y="4661"/>
                    </a:lnTo>
                    <a:cubicBezTo>
                      <a:pt x="8782" y="4661"/>
                      <a:pt x="8812" y="4631"/>
                      <a:pt x="8812" y="4601"/>
                    </a:cubicBezTo>
                    <a:cubicBezTo>
                      <a:pt x="8812" y="4571"/>
                      <a:pt x="8797" y="4526"/>
                      <a:pt x="8753" y="4526"/>
                    </a:cubicBezTo>
                    <a:close/>
                    <a:moveTo>
                      <a:pt x="8439" y="4989"/>
                    </a:moveTo>
                    <a:cubicBezTo>
                      <a:pt x="8409" y="4989"/>
                      <a:pt x="8379" y="5019"/>
                      <a:pt x="8379" y="5049"/>
                    </a:cubicBezTo>
                    <a:cubicBezTo>
                      <a:pt x="8379" y="5079"/>
                      <a:pt x="8409" y="5109"/>
                      <a:pt x="8439" y="5109"/>
                    </a:cubicBezTo>
                    <a:lnTo>
                      <a:pt x="8767" y="5109"/>
                    </a:lnTo>
                    <a:cubicBezTo>
                      <a:pt x="8797" y="5109"/>
                      <a:pt x="8827" y="5079"/>
                      <a:pt x="8827" y="5049"/>
                    </a:cubicBezTo>
                    <a:cubicBezTo>
                      <a:pt x="8827" y="5019"/>
                      <a:pt x="8797" y="4989"/>
                      <a:pt x="8767" y="4989"/>
                    </a:cubicBezTo>
                    <a:close/>
                    <a:moveTo>
                      <a:pt x="8439" y="5438"/>
                    </a:moveTo>
                    <a:cubicBezTo>
                      <a:pt x="8409" y="5438"/>
                      <a:pt x="8379" y="5467"/>
                      <a:pt x="8379" y="5497"/>
                    </a:cubicBezTo>
                    <a:cubicBezTo>
                      <a:pt x="8379" y="5527"/>
                      <a:pt x="8409" y="5557"/>
                      <a:pt x="8439" y="5557"/>
                    </a:cubicBezTo>
                    <a:lnTo>
                      <a:pt x="8767" y="5557"/>
                    </a:lnTo>
                    <a:cubicBezTo>
                      <a:pt x="8797" y="5557"/>
                      <a:pt x="8827" y="5527"/>
                      <a:pt x="8827" y="5497"/>
                    </a:cubicBezTo>
                    <a:cubicBezTo>
                      <a:pt x="8827" y="5467"/>
                      <a:pt x="8797" y="5438"/>
                      <a:pt x="8767" y="5438"/>
                    </a:cubicBezTo>
                    <a:close/>
                    <a:moveTo>
                      <a:pt x="8767" y="5886"/>
                    </a:moveTo>
                    <a:cubicBezTo>
                      <a:pt x="8678" y="5886"/>
                      <a:pt x="8573" y="5886"/>
                      <a:pt x="8484" y="5901"/>
                    </a:cubicBezTo>
                    <a:lnTo>
                      <a:pt x="8454" y="5901"/>
                    </a:lnTo>
                    <a:cubicBezTo>
                      <a:pt x="8424" y="5901"/>
                      <a:pt x="8394" y="5930"/>
                      <a:pt x="8394" y="5960"/>
                    </a:cubicBezTo>
                    <a:cubicBezTo>
                      <a:pt x="8394" y="5990"/>
                      <a:pt x="8424" y="6020"/>
                      <a:pt x="8454" y="6020"/>
                    </a:cubicBezTo>
                    <a:lnTo>
                      <a:pt x="8767" y="6020"/>
                    </a:lnTo>
                    <a:cubicBezTo>
                      <a:pt x="8797" y="6020"/>
                      <a:pt x="8827" y="5990"/>
                      <a:pt x="8827" y="5960"/>
                    </a:cubicBezTo>
                    <a:cubicBezTo>
                      <a:pt x="8827" y="5915"/>
                      <a:pt x="8797" y="5886"/>
                      <a:pt x="8767" y="5886"/>
                    </a:cubicBezTo>
                    <a:close/>
                    <a:moveTo>
                      <a:pt x="8782" y="6334"/>
                    </a:moveTo>
                    <a:cubicBezTo>
                      <a:pt x="8693" y="6334"/>
                      <a:pt x="8588" y="6334"/>
                      <a:pt x="8499" y="6349"/>
                    </a:cubicBezTo>
                    <a:lnTo>
                      <a:pt x="8454" y="6349"/>
                    </a:lnTo>
                    <a:cubicBezTo>
                      <a:pt x="8424" y="6349"/>
                      <a:pt x="8394" y="6378"/>
                      <a:pt x="8394" y="6408"/>
                    </a:cubicBezTo>
                    <a:cubicBezTo>
                      <a:pt x="8394" y="6438"/>
                      <a:pt x="8424" y="6468"/>
                      <a:pt x="8454" y="6468"/>
                    </a:cubicBezTo>
                    <a:lnTo>
                      <a:pt x="8782" y="6468"/>
                    </a:lnTo>
                    <a:cubicBezTo>
                      <a:pt x="8812" y="6468"/>
                      <a:pt x="8842" y="6438"/>
                      <a:pt x="8842" y="6408"/>
                    </a:cubicBezTo>
                    <a:cubicBezTo>
                      <a:pt x="8842" y="6364"/>
                      <a:pt x="8812" y="6334"/>
                      <a:pt x="8782" y="6334"/>
                    </a:cubicBezTo>
                    <a:close/>
                    <a:moveTo>
                      <a:pt x="8469" y="6797"/>
                    </a:moveTo>
                    <a:cubicBezTo>
                      <a:pt x="8439" y="6797"/>
                      <a:pt x="8409" y="6841"/>
                      <a:pt x="8409" y="6871"/>
                    </a:cubicBezTo>
                    <a:cubicBezTo>
                      <a:pt x="8409" y="6901"/>
                      <a:pt x="8439" y="6931"/>
                      <a:pt x="8469" y="6931"/>
                    </a:cubicBezTo>
                    <a:cubicBezTo>
                      <a:pt x="8558" y="6931"/>
                      <a:pt x="8663" y="6931"/>
                      <a:pt x="8753" y="6916"/>
                    </a:cubicBezTo>
                    <a:lnTo>
                      <a:pt x="8782" y="6916"/>
                    </a:lnTo>
                    <a:cubicBezTo>
                      <a:pt x="8812" y="6916"/>
                      <a:pt x="8857" y="6886"/>
                      <a:pt x="8857" y="6856"/>
                    </a:cubicBezTo>
                    <a:cubicBezTo>
                      <a:pt x="8857" y="6812"/>
                      <a:pt x="8812" y="6797"/>
                      <a:pt x="8782" y="6797"/>
                    </a:cubicBezTo>
                    <a:close/>
                    <a:moveTo>
                      <a:pt x="8469" y="7245"/>
                    </a:moveTo>
                    <a:cubicBezTo>
                      <a:pt x="8439" y="7245"/>
                      <a:pt x="8409" y="7275"/>
                      <a:pt x="8409" y="7319"/>
                    </a:cubicBezTo>
                    <a:cubicBezTo>
                      <a:pt x="8409" y="7349"/>
                      <a:pt x="8439" y="7379"/>
                      <a:pt x="8469" y="7379"/>
                    </a:cubicBezTo>
                    <a:cubicBezTo>
                      <a:pt x="8558" y="7379"/>
                      <a:pt x="8663" y="7379"/>
                      <a:pt x="8753" y="7364"/>
                    </a:cubicBezTo>
                    <a:lnTo>
                      <a:pt x="8797" y="7364"/>
                    </a:lnTo>
                    <a:cubicBezTo>
                      <a:pt x="8827" y="7364"/>
                      <a:pt x="8857" y="7334"/>
                      <a:pt x="8857" y="7305"/>
                    </a:cubicBezTo>
                    <a:cubicBezTo>
                      <a:pt x="8857" y="7275"/>
                      <a:pt x="8827" y="7245"/>
                      <a:pt x="8797" y="7245"/>
                    </a:cubicBezTo>
                    <a:close/>
                    <a:moveTo>
                      <a:pt x="8797" y="7693"/>
                    </a:moveTo>
                    <a:cubicBezTo>
                      <a:pt x="8708" y="7693"/>
                      <a:pt x="8603" y="7693"/>
                      <a:pt x="8514" y="7708"/>
                    </a:cubicBezTo>
                    <a:lnTo>
                      <a:pt x="8484" y="7708"/>
                    </a:lnTo>
                    <a:cubicBezTo>
                      <a:pt x="8454" y="7708"/>
                      <a:pt x="8424" y="7738"/>
                      <a:pt x="8424" y="7768"/>
                    </a:cubicBezTo>
                    <a:cubicBezTo>
                      <a:pt x="8424" y="7797"/>
                      <a:pt x="8454" y="7827"/>
                      <a:pt x="8484" y="7827"/>
                    </a:cubicBezTo>
                    <a:lnTo>
                      <a:pt x="8797" y="7827"/>
                    </a:lnTo>
                    <a:cubicBezTo>
                      <a:pt x="8827" y="7827"/>
                      <a:pt x="8872" y="7797"/>
                      <a:pt x="8872" y="7768"/>
                    </a:cubicBezTo>
                    <a:cubicBezTo>
                      <a:pt x="8872" y="7723"/>
                      <a:pt x="8827" y="7693"/>
                      <a:pt x="8797" y="7693"/>
                    </a:cubicBezTo>
                    <a:close/>
                    <a:moveTo>
                      <a:pt x="8812" y="8141"/>
                    </a:moveTo>
                    <a:cubicBezTo>
                      <a:pt x="8723" y="8141"/>
                      <a:pt x="8618" y="8141"/>
                      <a:pt x="8528" y="8156"/>
                    </a:cubicBezTo>
                    <a:lnTo>
                      <a:pt x="8484" y="8156"/>
                    </a:lnTo>
                    <a:cubicBezTo>
                      <a:pt x="8454" y="8156"/>
                      <a:pt x="8424" y="8186"/>
                      <a:pt x="8424" y="8216"/>
                    </a:cubicBezTo>
                    <a:cubicBezTo>
                      <a:pt x="8424" y="8245"/>
                      <a:pt x="8454" y="8275"/>
                      <a:pt x="8484" y="8275"/>
                    </a:cubicBezTo>
                    <a:lnTo>
                      <a:pt x="8812" y="8275"/>
                    </a:lnTo>
                    <a:cubicBezTo>
                      <a:pt x="8842" y="8275"/>
                      <a:pt x="8872" y="8245"/>
                      <a:pt x="8872" y="8201"/>
                    </a:cubicBezTo>
                    <a:cubicBezTo>
                      <a:pt x="8872" y="8171"/>
                      <a:pt x="8842" y="8141"/>
                      <a:pt x="8812" y="8141"/>
                    </a:cubicBezTo>
                    <a:close/>
                    <a:moveTo>
                      <a:pt x="8499" y="8604"/>
                    </a:moveTo>
                    <a:cubicBezTo>
                      <a:pt x="8469" y="8604"/>
                      <a:pt x="8439" y="8634"/>
                      <a:pt x="8439" y="8679"/>
                    </a:cubicBezTo>
                    <a:cubicBezTo>
                      <a:pt x="8439" y="8708"/>
                      <a:pt x="8469" y="8738"/>
                      <a:pt x="8499" y="8738"/>
                    </a:cubicBezTo>
                    <a:cubicBezTo>
                      <a:pt x="8588" y="8738"/>
                      <a:pt x="8693" y="8738"/>
                      <a:pt x="8782" y="8723"/>
                    </a:cubicBezTo>
                    <a:lnTo>
                      <a:pt x="8812" y="8723"/>
                    </a:lnTo>
                    <a:cubicBezTo>
                      <a:pt x="8857" y="8723"/>
                      <a:pt x="8887" y="8694"/>
                      <a:pt x="8887" y="8664"/>
                    </a:cubicBezTo>
                    <a:cubicBezTo>
                      <a:pt x="8887" y="8619"/>
                      <a:pt x="8857" y="8604"/>
                      <a:pt x="8812" y="8604"/>
                    </a:cubicBezTo>
                    <a:close/>
                    <a:moveTo>
                      <a:pt x="8499" y="9052"/>
                    </a:moveTo>
                    <a:cubicBezTo>
                      <a:pt x="8469" y="9052"/>
                      <a:pt x="8439" y="9082"/>
                      <a:pt x="8439" y="9112"/>
                    </a:cubicBezTo>
                    <a:cubicBezTo>
                      <a:pt x="8439" y="9157"/>
                      <a:pt x="8469" y="9186"/>
                      <a:pt x="8499" y="9186"/>
                    </a:cubicBezTo>
                    <a:cubicBezTo>
                      <a:pt x="8588" y="9186"/>
                      <a:pt x="8693" y="9186"/>
                      <a:pt x="8782" y="9171"/>
                    </a:cubicBezTo>
                    <a:lnTo>
                      <a:pt x="8827" y="9171"/>
                    </a:lnTo>
                    <a:cubicBezTo>
                      <a:pt x="8857" y="9171"/>
                      <a:pt x="8887" y="9142"/>
                      <a:pt x="8887" y="9112"/>
                    </a:cubicBezTo>
                    <a:cubicBezTo>
                      <a:pt x="8887" y="9082"/>
                      <a:pt x="8857" y="9052"/>
                      <a:pt x="8827" y="9052"/>
                    </a:cubicBezTo>
                    <a:close/>
                    <a:moveTo>
                      <a:pt x="6841" y="1666"/>
                    </a:moveTo>
                    <a:cubicBezTo>
                      <a:pt x="6811" y="1666"/>
                      <a:pt x="6781" y="1689"/>
                      <a:pt x="6781" y="1733"/>
                    </a:cubicBezTo>
                    <a:cubicBezTo>
                      <a:pt x="6751" y="3735"/>
                      <a:pt x="6751" y="5736"/>
                      <a:pt x="6781" y="7738"/>
                    </a:cubicBezTo>
                    <a:cubicBezTo>
                      <a:pt x="6796" y="8305"/>
                      <a:pt x="6796" y="8858"/>
                      <a:pt x="6811" y="9425"/>
                    </a:cubicBezTo>
                    <a:cubicBezTo>
                      <a:pt x="6811" y="9470"/>
                      <a:pt x="6844" y="9493"/>
                      <a:pt x="6876" y="9493"/>
                    </a:cubicBezTo>
                    <a:cubicBezTo>
                      <a:pt x="6908" y="9493"/>
                      <a:pt x="6938" y="9470"/>
                      <a:pt x="6930" y="9425"/>
                    </a:cubicBezTo>
                    <a:cubicBezTo>
                      <a:pt x="6886" y="7424"/>
                      <a:pt x="6871" y="5423"/>
                      <a:pt x="6886" y="3421"/>
                    </a:cubicBezTo>
                    <a:cubicBezTo>
                      <a:pt x="6886" y="2854"/>
                      <a:pt x="6886" y="2301"/>
                      <a:pt x="6900" y="1733"/>
                    </a:cubicBezTo>
                    <a:cubicBezTo>
                      <a:pt x="6900" y="1689"/>
                      <a:pt x="6871" y="1666"/>
                      <a:pt x="6841" y="1666"/>
                    </a:cubicBezTo>
                    <a:close/>
                    <a:moveTo>
                      <a:pt x="8827" y="9500"/>
                    </a:moveTo>
                    <a:cubicBezTo>
                      <a:pt x="8738" y="9500"/>
                      <a:pt x="8648" y="9500"/>
                      <a:pt x="8543" y="9515"/>
                    </a:cubicBezTo>
                    <a:lnTo>
                      <a:pt x="8514" y="9515"/>
                    </a:lnTo>
                    <a:cubicBezTo>
                      <a:pt x="8484" y="9515"/>
                      <a:pt x="8454" y="9545"/>
                      <a:pt x="8454" y="9575"/>
                    </a:cubicBezTo>
                    <a:cubicBezTo>
                      <a:pt x="8454" y="9605"/>
                      <a:pt x="8484" y="9635"/>
                      <a:pt x="8514" y="9635"/>
                    </a:cubicBezTo>
                    <a:lnTo>
                      <a:pt x="8827" y="9635"/>
                    </a:lnTo>
                    <a:cubicBezTo>
                      <a:pt x="8872" y="9635"/>
                      <a:pt x="8902" y="9605"/>
                      <a:pt x="8902" y="9560"/>
                    </a:cubicBezTo>
                    <a:cubicBezTo>
                      <a:pt x="8902" y="9530"/>
                      <a:pt x="8872" y="9500"/>
                      <a:pt x="8827" y="9500"/>
                    </a:cubicBezTo>
                    <a:close/>
                    <a:moveTo>
                      <a:pt x="8842" y="9948"/>
                    </a:moveTo>
                    <a:cubicBezTo>
                      <a:pt x="8753" y="9948"/>
                      <a:pt x="8648" y="9948"/>
                      <a:pt x="8558" y="9963"/>
                    </a:cubicBezTo>
                    <a:lnTo>
                      <a:pt x="8514" y="9963"/>
                    </a:lnTo>
                    <a:cubicBezTo>
                      <a:pt x="8484" y="9963"/>
                      <a:pt x="8454" y="9993"/>
                      <a:pt x="8454" y="10023"/>
                    </a:cubicBezTo>
                    <a:cubicBezTo>
                      <a:pt x="8454" y="10053"/>
                      <a:pt x="8484" y="10083"/>
                      <a:pt x="8514" y="10083"/>
                    </a:cubicBezTo>
                    <a:lnTo>
                      <a:pt x="8842" y="10083"/>
                    </a:lnTo>
                    <a:cubicBezTo>
                      <a:pt x="8872" y="10083"/>
                      <a:pt x="8902" y="10038"/>
                      <a:pt x="8902" y="10008"/>
                    </a:cubicBezTo>
                    <a:cubicBezTo>
                      <a:pt x="8902" y="9978"/>
                      <a:pt x="8872" y="9948"/>
                      <a:pt x="8842" y="9948"/>
                    </a:cubicBezTo>
                    <a:close/>
                    <a:moveTo>
                      <a:pt x="8528" y="10411"/>
                    </a:moveTo>
                    <a:cubicBezTo>
                      <a:pt x="8499" y="10411"/>
                      <a:pt x="8469" y="10441"/>
                      <a:pt x="8469" y="10471"/>
                    </a:cubicBezTo>
                    <a:cubicBezTo>
                      <a:pt x="8469" y="10501"/>
                      <a:pt x="8499" y="10531"/>
                      <a:pt x="8528" y="10531"/>
                    </a:cubicBezTo>
                    <a:lnTo>
                      <a:pt x="8857" y="10531"/>
                    </a:lnTo>
                    <a:cubicBezTo>
                      <a:pt x="8887" y="10531"/>
                      <a:pt x="8917" y="10501"/>
                      <a:pt x="8917" y="10471"/>
                    </a:cubicBezTo>
                    <a:cubicBezTo>
                      <a:pt x="8917" y="10441"/>
                      <a:pt x="8887" y="10411"/>
                      <a:pt x="8857" y="10411"/>
                    </a:cubicBezTo>
                    <a:close/>
                    <a:moveTo>
                      <a:pt x="8528" y="10859"/>
                    </a:moveTo>
                    <a:cubicBezTo>
                      <a:pt x="8499" y="10859"/>
                      <a:pt x="8469" y="10889"/>
                      <a:pt x="8469" y="10919"/>
                    </a:cubicBezTo>
                    <a:cubicBezTo>
                      <a:pt x="8469" y="10949"/>
                      <a:pt x="8499" y="10994"/>
                      <a:pt x="8528" y="10994"/>
                    </a:cubicBezTo>
                    <a:lnTo>
                      <a:pt x="8857" y="10994"/>
                    </a:lnTo>
                    <a:cubicBezTo>
                      <a:pt x="8887" y="10994"/>
                      <a:pt x="8917" y="10949"/>
                      <a:pt x="8917" y="10919"/>
                    </a:cubicBezTo>
                    <a:cubicBezTo>
                      <a:pt x="8917" y="10889"/>
                      <a:pt x="8887" y="10859"/>
                      <a:pt x="8857" y="10859"/>
                    </a:cubicBezTo>
                    <a:close/>
                    <a:moveTo>
                      <a:pt x="8528" y="11307"/>
                    </a:moveTo>
                    <a:cubicBezTo>
                      <a:pt x="8499" y="11307"/>
                      <a:pt x="8469" y="11337"/>
                      <a:pt x="8469" y="11367"/>
                    </a:cubicBezTo>
                    <a:cubicBezTo>
                      <a:pt x="8469" y="11397"/>
                      <a:pt x="8499" y="11427"/>
                      <a:pt x="8528" y="11427"/>
                    </a:cubicBezTo>
                    <a:lnTo>
                      <a:pt x="8857" y="11427"/>
                    </a:lnTo>
                    <a:cubicBezTo>
                      <a:pt x="8887" y="11427"/>
                      <a:pt x="8917" y="11397"/>
                      <a:pt x="8917" y="11367"/>
                    </a:cubicBezTo>
                    <a:cubicBezTo>
                      <a:pt x="8917" y="11337"/>
                      <a:pt x="8887" y="11307"/>
                      <a:pt x="8857" y="11307"/>
                    </a:cubicBezTo>
                    <a:close/>
                    <a:moveTo>
                      <a:pt x="8528" y="11770"/>
                    </a:moveTo>
                    <a:cubicBezTo>
                      <a:pt x="8499" y="11770"/>
                      <a:pt x="8469" y="11800"/>
                      <a:pt x="8469" y="11830"/>
                    </a:cubicBezTo>
                    <a:cubicBezTo>
                      <a:pt x="8469" y="11860"/>
                      <a:pt x="8499" y="11890"/>
                      <a:pt x="8528" y="11890"/>
                    </a:cubicBezTo>
                    <a:lnTo>
                      <a:pt x="8857" y="11890"/>
                    </a:lnTo>
                    <a:cubicBezTo>
                      <a:pt x="8887" y="11890"/>
                      <a:pt x="8917" y="11860"/>
                      <a:pt x="8917" y="11830"/>
                    </a:cubicBezTo>
                    <a:cubicBezTo>
                      <a:pt x="8917" y="11785"/>
                      <a:pt x="8887" y="11770"/>
                      <a:pt x="8857" y="11770"/>
                    </a:cubicBezTo>
                    <a:close/>
                    <a:moveTo>
                      <a:pt x="8528" y="12218"/>
                    </a:moveTo>
                    <a:cubicBezTo>
                      <a:pt x="8499" y="12218"/>
                      <a:pt x="8469" y="12248"/>
                      <a:pt x="8469" y="12278"/>
                    </a:cubicBezTo>
                    <a:cubicBezTo>
                      <a:pt x="8469" y="12308"/>
                      <a:pt x="8499" y="12338"/>
                      <a:pt x="8528" y="12338"/>
                    </a:cubicBezTo>
                    <a:lnTo>
                      <a:pt x="8857" y="12338"/>
                    </a:lnTo>
                    <a:cubicBezTo>
                      <a:pt x="8887" y="12338"/>
                      <a:pt x="8917" y="12308"/>
                      <a:pt x="8917" y="12278"/>
                    </a:cubicBezTo>
                    <a:cubicBezTo>
                      <a:pt x="8917" y="12248"/>
                      <a:pt x="8902" y="12218"/>
                      <a:pt x="8857" y="12218"/>
                    </a:cubicBezTo>
                    <a:close/>
                    <a:moveTo>
                      <a:pt x="8528" y="12666"/>
                    </a:moveTo>
                    <a:cubicBezTo>
                      <a:pt x="8499" y="12666"/>
                      <a:pt x="8469" y="12696"/>
                      <a:pt x="8469" y="12726"/>
                    </a:cubicBezTo>
                    <a:cubicBezTo>
                      <a:pt x="8469" y="12756"/>
                      <a:pt x="8499" y="12786"/>
                      <a:pt x="8528" y="12786"/>
                    </a:cubicBezTo>
                    <a:lnTo>
                      <a:pt x="8857" y="12786"/>
                    </a:lnTo>
                    <a:cubicBezTo>
                      <a:pt x="8887" y="12786"/>
                      <a:pt x="8917" y="12756"/>
                      <a:pt x="8917" y="12726"/>
                    </a:cubicBezTo>
                    <a:cubicBezTo>
                      <a:pt x="8917" y="12696"/>
                      <a:pt x="8902" y="12666"/>
                      <a:pt x="8857" y="12666"/>
                    </a:cubicBezTo>
                    <a:close/>
                    <a:moveTo>
                      <a:pt x="8543" y="13115"/>
                    </a:moveTo>
                    <a:cubicBezTo>
                      <a:pt x="8514" y="13115"/>
                      <a:pt x="8484" y="13144"/>
                      <a:pt x="8484" y="13174"/>
                    </a:cubicBezTo>
                    <a:cubicBezTo>
                      <a:pt x="8484" y="13204"/>
                      <a:pt x="8514" y="13234"/>
                      <a:pt x="8543" y="13234"/>
                    </a:cubicBezTo>
                    <a:lnTo>
                      <a:pt x="8872" y="13234"/>
                    </a:lnTo>
                    <a:cubicBezTo>
                      <a:pt x="8902" y="13234"/>
                      <a:pt x="8932" y="13204"/>
                      <a:pt x="8932" y="13174"/>
                    </a:cubicBezTo>
                    <a:cubicBezTo>
                      <a:pt x="8932" y="13144"/>
                      <a:pt x="8902" y="13115"/>
                      <a:pt x="8872" y="13115"/>
                    </a:cubicBezTo>
                    <a:close/>
                    <a:moveTo>
                      <a:pt x="8543" y="13578"/>
                    </a:moveTo>
                    <a:cubicBezTo>
                      <a:pt x="8514" y="13578"/>
                      <a:pt x="8484" y="13607"/>
                      <a:pt x="8484" y="13637"/>
                    </a:cubicBezTo>
                    <a:cubicBezTo>
                      <a:pt x="8484" y="13667"/>
                      <a:pt x="8514" y="13697"/>
                      <a:pt x="8543" y="13697"/>
                    </a:cubicBezTo>
                    <a:lnTo>
                      <a:pt x="8872" y="13697"/>
                    </a:lnTo>
                    <a:cubicBezTo>
                      <a:pt x="8902" y="13697"/>
                      <a:pt x="8932" y="13667"/>
                      <a:pt x="8932" y="13637"/>
                    </a:cubicBezTo>
                    <a:cubicBezTo>
                      <a:pt x="8932" y="13593"/>
                      <a:pt x="8902" y="13578"/>
                      <a:pt x="8872" y="13578"/>
                    </a:cubicBezTo>
                    <a:close/>
                    <a:moveTo>
                      <a:pt x="8543" y="14026"/>
                    </a:moveTo>
                    <a:cubicBezTo>
                      <a:pt x="8514" y="14026"/>
                      <a:pt x="8484" y="14056"/>
                      <a:pt x="8484" y="14085"/>
                    </a:cubicBezTo>
                    <a:cubicBezTo>
                      <a:pt x="8484" y="14115"/>
                      <a:pt x="8514" y="14145"/>
                      <a:pt x="8543" y="14145"/>
                    </a:cubicBezTo>
                    <a:lnTo>
                      <a:pt x="8872" y="14145"/>
                    </a:lnTo>
                    <a:cubicBezTo>
                      <a:pt x="8902" y="14145"/>
                      <a:pt x="8932" y="14115"/>
                      <a:pt x="8932" y="14085"/>
                    </a:cubicBezTo>
                    <a:cubicBezTo>
                      <a:pt x="8932" y="14056"/>
                      <a:pt x="8902" y="14026"/>
                      <a:pt x="8872" y="14026"/>
                    </a:cubicBezTo>
                    <a:close/>
                    <a:moveTo>
                      <a:pt x="8543" y="14474"/>
                    </a:moveTo>
                    <a:cubicBezTo>
                      <a:pt x="8514" y="14474"/>
                      <a:pt x="8484" y="14504"/>
                      <a:pt x="8484" y="14533"/>
                    </a:cubicBezTo>
                    <a:cubicBezTo>
                      <a:pt x="8484" y="14563"/>
                      <a:pt x="8514" y="14593"/>
                      <a:pt x="8543" y="14593"/>
                    </a:cubicBezTo>
                    <a:lnTo>
                      <a:pt x="8872" y="14593"/>
                    </a:lnTo>
                    <a:cubicBezTo>
                      <a:pt x="8902" y="14593"/>
                      <a:pt x="8932" y="14563"/>
                      <a:pt x="8932" y="14533"/>
                    </a:cubicBezTo>
                    <a:cubicBezTo>
                      <a:pt x="8932" y="14504"/>
                      <a:pt x="8902" y="14474"/>
                      <a:pt x="8872" y="14474"/>
                    </a:cubicBezTo>
                    <a:close/>
                    <a:moveTo>
                      <a:pt x="8543" y="14922"/>
                    </a:moveTo>
                    <a:cubicBezTo>
                      <a:pt x="8514" y="14922"/>
                      <a:pt x="8484" y="14952"/>
                      <a:pt x="8484" y="14982"/>
                    </a:cubicBezTo>
                    <a:cubicBezTo>
                      <a:pt x="8484" y="15011"/>
                      <a:pt x="8514" y="15041"/>
                      <a:pt x="8543" y="15041"/>
                    </a:cubicBezTo>
                    <a:lnTo>
                      <a:pt x="8872" y="15041"/>
                    </a:lnTo>
                    <a:cubicBezTo>
                      <a:pt x="8902" y="15041"/>
                      <a:pt x="8932" y="15011"/>
                      <a:pt x="8932" y="14982"/>
                    </a:cubicBezTo>
                    <a:cubicBezTo>
                      <a:pt x="8932" y="14952"/>
                      <a:pt x="8917" y="14922"/>
                      <a:pt x="8872" y="149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3"/>
              <p:cNvSpPr/>
              <p:nvPr/>
            </p:nvSpPr>
            <p:spPr>
              <a:xfrm>
                <a:off x="-2538525" y="686950"/>
                <a:ext cx="3750" cy="39800"/>
              </a:xfrm>
              <a:custGeom>
                <a:rect b="b" l="l" r="r" t="t"/>
                <a:pathLst>
                  <a:path extrusionOk="0" h="1592" w="150">
                    <a:moveTo>
                      <a:pt x="68" y="0"/>
                    </a:moveTo>
                    <a:cubicBezTo>
                      <a:pt x="34" y="0"/>
                      <a:pt x="1" y="19"/>
                      <a:pt x="1" y="56"/>
                    </a:cubicBezTo>
                    <a:cubicBezTo>
                      <a:pt x="1" y="549"/>
                      <a:pt x="1" y="1042"/>
                      <a:pt x="15" y="1535"/>
                    </a:cubicBezTo>
                    <a:cubicBezTo>
                      <a:pt x="15" y="1572"/>
                      <a:pt x="49" y="1591"/>
                      <a:pt x="83" y="1591"/>
                    </a:cubicBezTo>
                    <a:cubicBezTo>
                      <a:pt x="116" y="1591"/>
                      <a:pt x="150" y="1572"/>
                      <a:pt x="150" y="1535"/>
                    </a:cubicBezTo>
                    <a:cubicBezTo>
                      <a:pt x="150" y="1042"/>
                      <a:pt x="150" y="549"/>
                      <a:pt x="135" y="56"/>
                    </a:cubicBezTo>
                    <a:cubicBezTo>
                      <a:pt x="135" y="19"/>
                      <a:pt x="101" y="0"/>
                      <a:pt x="6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4" name="Google Shape;544;p43"/>
            <p:cNvGrpSpPr/>
            <p:nvPr/>
          </p:nvGrpSpPr>
          <p:grpSpPr>
            <a:xfrm rot="-1761654">
              <a:off x="4458764" y="3771051"/>
              <a:ext cx="1668172" cy="1946720"/>
              <a:chOff x="2342300" y="-1710275"/>
              <a:chExt cx="230400" cy="268875"/>
            </a:xfrm>
          </p:grpSpPr>
          <p:sp>
            <p:nvSpPr>
              <p:cNvPr id="545" name="Google Shape;545;p43"/>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3"/>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3"/>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3"/>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49" name="Shape 549"/>
        <p:cNvGrpSpPr/>
        <p:nvPr/>
      </p:nvGrpSpPr>
      <p:grpSpPr>
        <a:xfrm>
          <a:off x="0" y="0"/>
          <a:ext cx="0" cy="0"/>
          <a:chOff x="0" y="0"/>
          <a:chExt cx="0" cy="0"/>
        </a:xfrm>
      </p:grpSpPr>
      <p:grpSp>
        <p:nvGrpSpPr>
          <p:cNvPr id="550" name="Google Shape;550;p44"/>
          <p:cNvGrpSpPr/>
          <p:nvPr/>
        </p:nvGrpSpPr>
        <p:grpSpPr>
          <a:xfrm>
            <a:off x="-65" y="-15"/>
            <a:ext cx="9144128" cy="5143530"/>
            <a:chOff x="-2163850" y="-134475"/>
            <a:chExt cx="3075000" cy="5336719"/>
          </a:xfrm>
        </p:grpSpPr>
        <p:cxnSp>
          <p:nvCxnSpPr>
            <p:cNvPr id="551" name="Google Shape;551;p44"/>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2" name="Google Shape;552;p44"/>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3" name="Google Shape;553;p44"/>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4" name="Google Shape;554;p44"/>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5" name="Google Shape;555;p44"/>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6" name="Google Shape;556;p44"/>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7" name="Google Shape;557;p44"/>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8" name="Google Shape;558;p44"/>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59" name="Google Shape;559;p44"/>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60" name="Google Shape;560;p44"/>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61" name="Google Shape;561;p44"/>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62" name="Google Shape;562;p44"/>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63" name="Google Shape;563;p44"/>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64" name="Google Shape;564;p44"/>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65" name="Google Shape;565;p44"/>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66" name="Google Shape;566;p44"/>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567" name="Google Shape;567;p44"/>
          <p:cNvSpPr txBox="1"/>
          <p:nvPr>
            <p:ph type="title"/>
          </p:nvPr>
        </p:nvSpPr>
        <p:spPr>
          <a:xfrm>
            <a:off x="4710200" y="1808754"/>
            <a:ext cx="3593400" cy="6465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68" name="Google Shape;568;p44"/>
          <p:cNvSpPr txBox="1"/>
          <p:nvPr>
            <p:ph idx="1" type="subTitle"/>
          </p:nvPr>
        </p:nvSpPr>
        <p:spPr>
          <a:xfrm>
            <a:off x="4710371" y="2455254"/>
            <a:ext cx="3593400" cy="8958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69" name="Google Shape;569;p44"/>
          <p:cNvGrpSpPr/>
          <p:nvPr/>
        </p:nvGrpSpPr>
        <p:grpSpPr>
          <a:xfrm>
            <a:off x="0" y="-16500"/>
            <a:ext cx="455400" cy="5176500"/>
            <a:chOff x="0" y="-16500"/>
            <a:chExt cx="455400" cy="5176500"/>
          </a:xfrm>
        </p:grpSpPr>
        <p:sp>
          <p:nvSpPr>
            <p:cNvPr id="570" name="Google Shape;570;p44"/>
            <p:cNvSpPr/>
            <p:nvPr/>
          </p:nvSpPr>
          <p:spPr>
            <a:xfrm>
              <a:off x="0" y="-16500"/>
              <a:ext cx="455400" cy="5176500"/>
            </a:xfrm>
            <a:prstGeom prst="rect">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571" name="Google Shape;571;p44"/>
            <p:cNvSpPr/>
            <p:nvPr/>
          </p:nvSpPr>
          <p:spPr>
            <a:xfrm>
              <a:off x="0" y="-16500"/>
              <a:ext cx="321900" cy="5176500"/>
            </a:xfrm>
            <a:prstGeom prst="rect">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2" name="Shape 572"/>
        <p:cNvGrpSpPr/>
        <p:nvPr/>
      </p:nvGrpSpPr>
      <p:grpSpPr>
        <a:xfrm>
          <a:off x="0" y="0"/>
          <a:ext cx="0" cy="0"/>
          <a:chOff x="0" y="0"/>
          <a:chExt cx="0" cy="0"/>
        </a:xfrm>
      </p:grpSpPr>
      <p:grpSp>
        <p:nvGrpSpPr>
          <p:cNvPr id="573" name="Google Shape;573;p45"/>
          <p:cNvGrpSpPr/>
          <p:nvPr/>
        </p:nvGrpSpPr>
        <p:grpSpPr>
          <a:xfrm>
            <a:off x="-65" y="-15"/>
            <a:ext cx="9144128" cy="5143530"/>
            <a:chOff x="-2163850" y="-134475"/>
            <a:chExt cx="3075000" cy="5336719"/>
          </a:xfrm>
        </p:grpSpPr>
        <p:cxnSp>
          <p:nvCxnSpPr>
            <p:cNvPr id="574" name="Google Shape;574;p45"/>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75" name="Google Shape;575;p45"/>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76" name="Google Shape;576;p45"/>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77" name="Google Shape;577;p45"/>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78" name="Google Shape;578;p45"/>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79" name="Google Shape;579;p45"/>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0" name="Google Shape;580;p45"/>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1" name="Google Shape;581;p45"/>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2" name="Google Shape;582;p45"/>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3" name="Google Shape;583;p45"/>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4" name="Google Shape;584;p45"/>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5" name="Google Shape;585;p45"/>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6" name="Google Shape;586;p45"/>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7" name="Google Shape;587;p45"/>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8" name="Google Shape;588;p45"/>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589" name="Google Shape;589;p45"/>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590" name="Google Shape;590;p45"/>
          <p:cNvSpPr txBox="1"/>
          <p:nvPr>
            <p:ph type="title"/>
          </p:nvPr>
        </p:nvSpPr>
        <p:spPr>
          <a:xfrm>
            <a:off x="720000" y="445025"/>
            <a:ext cx="7704000" cy="64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91" name="Google Shape;591;p45"/>
          <p:cNvSpPr txBox="1"/>
          <p:nvPr>
            <p:ph idx="1" type="body"/>
          </p:nvPr>
        </p:nvSpPr>
        <p:spPr>
          <a:xfrm>
            <a:off x="720000" y="1215752"/>
            <a:ext cx="7704000" cy="400200"/>
          </a:xfrm>
          <a:prstGeom prst="rect">
            <a:avLst/>
          </a:prstGeom>
          <a:noFill/>
          <a:ln>
            <a:noFill/>
          </a:ln>
        </p:spPr>
        <p:txBody>
          <a:bodyPr anchorCtr="0" anchor="t" bIns="91425" lIns="91425" spcFirstLastPara="1" rIns="91425" wrap="square" tIns="91425">
            <a:noAutofit/>
          </a:bodyPr>
          <a:lstStyle>
            <a:lvl1pPr indent="-317500" lvl="0" marL="457200" algn="ctr">
              <a:lnSpc>
                <a:spcPct val="115000"/>
              </a:lnSpc>
              <a:spcBef>
                <a:spcPts val="0"/>
              </a:spcBef>
              <a:spcAft>
                <a:spcPts val="0"/>
              </a:spcAft>
              <a:buSzPts val="1400"/>
              <a:buFont typeface="Nunito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grpSp>
        <p:nvGrpSpPr>
          <p:cNvPr id="592" name="Google Shape;592;p45"/>
          <p:cNvGrpSpPr/>
          <p:nvPr/>
        </p:nvGrpSpPr>
        <p:grpSpPr>
          <a:xfrm>
            <a:off x="-302905" y="-253407"/>
            <a:ext cx="9446971" cy="6086855"/>
            <a:chOff x="-302905" y="-253407"/>
            <a:chExt cx="9446971" cy="6086855"/>
          </a:xfrm>
        </p:grpSpPr>
        <p:grpSp>
          <p:nvGrpSpPr>
            <p:cNvPr id="593" name="Google Shape;593;p45"/>
            <p:cNvGrpSpPr/>
            <p:nvPr/>
          </p:nvGrpSpPr>
          <p:grpSpPr>
            <a:xfrm rot="751919">
              <a:off x="6233" y="-237116"/>
              <a:ext cx="468677" cy="2900858"/>
              <a:chOff x="2359850" y="-1250950"/>
              <a:chExt cx="82525" cy="510775"/>
            </a:xfrm>
          </p:grpSpPr>
          <p:sp>
            <p:nvSpPr>
              <p:cNvPr id="594" name="Google Shape;594;p45"/>
              <p:cNvSpPr/>
              <p:nvPr/>
            </p:nvSpPr>
            <p:spPr>
              <a:xfrm>
                <a:off x="2359850" y="-1249125"/>
                <a:ext cx="79925" cy="508950"/>
              </a:xfrm>
              <a:custGeom>
                <a:rect b="b" l="l" r="r" t="t"/>
                <a:pathLst>
                  <a:path extrusionOk="0" h="20358" w="3197">
                    <a:moveTo>
                      <a:pt x="254" y="0"/>
                    </a:moveTo>
                    <a:lnTo>
                      <a:pt x="0" y="20313"/>
                    </a:lnTo>
                    <a:lnTo>
                      <a:pt x="2942" y="20358"/>
                    </a:lnTo>
                    <a:lnTo>
                      <a:pt x="3196" y="45"/>
                    </a:lnTo>
                    <a:lnTo>
                      <a:pt x="25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5"/>
              <p:cNvSpPr/>
              <p:nvPr/>
            </p:nvSpPr>
            <p:spPr>
              <a:xfrm>
                <a:off x="2424800" y="-1247275"/>
                <a:ext cx="17575" cy="420175"/>
              </a:xfrm>
              <a:custGeom>
                <a:rect b="b" l="l" r="r" t="t"/>
                <a:pathLst>
                  <a:path extrusionOk="0" h="16807" w="703">
                    <a:moveTo>
                      <a:pt x="300" y="1"/>
                    </a:moveTo>
                    <a:cubicBezTo>
                      <a:pt x="285" y="1"/>
                      <a:pt x="225" y="16"/>
                      <a:pt x="255" y="46"/>
                    </a:cubicBezTo>
                    <a:cubicBezTo>
                      <a:pt x="255" y="69"/>
                      <a:pt x="272" y="100"/>
                      <a:pt x="287" y="100"/>
                    </a:cubicBezTo>
                    <a:cubicBezTo>
                      <a:pt x="292" y="100"/>
                      <a:pt x="296" y="98"/>
                      <a:pt x="300" y="91"/>
                    </a:cubicBezTo>
                    <a:lnTo>
                      <a:pt x="628" y="91"/>
                    </a:lnTo>
                    <a:cubicBezTo>
                      <a:pt x="658" y="91"/>
                      <a:pt x="703" y="76"/>
                      <a:pt x="673" y="46"/>
                    </a:cubicBezTo>
                    <a:cubicBezTo>
                      <a:pt x="673" y="16"/>
                      <a:pt x="658" y="1"/>
                      <a:pt x="628" y="1"/>
                    </a:cubicBezTo>
                    <a:close/>
                    <a:moveTo>
                      <a:pt x="285" y="449"/>
                    </a:moveTo>
                    <a:cubicBezTo>
                      <a:pt x="255" y="449"/>
                      <a:pt x="210" y="464"/>
                      <a:pt x="225" y="494"/>
                    </a:cubicBezTo>
                    <a:cubicBezTo>
                      <a:pt x="225" y="517"/>
                      <a:pt x="243" y="549"/>
                      <a:pt x="264" y="549"/>
                    </a:cubicBezTo>
                    <a:cubicBezTo>
                      <a:pt x="271" y="549"/>
                      <a:pt x="278" y="546"/>
                      <a:pt x="285" y="539"/>
                    </a:cubicBezTo>
                    <a:lnTo>
                      <a:pt x="598" y="539"/>
                    </a:lnTo>
                    <a:cubicBezTo>
                      <a:pt x="628" y="539"/>
                      <a:pt x="673" y="524"/>
                      <a:pt x="658" y="494"/>
                    </a:cubicBezTo>
                    <a:cubicBezTo>
                      <a:pt x="673" y="464"/>
                      <a:pt x="658" y="449"/>
                      <a:pt x="598" y="449"/>
                    </a:cubicBezTo>
                    <a:close/>
                    <a:moveTo>
                      <a:pt x="285" y="897"/>
                    </a:moveTo>
                    <a:cubicBezTo>
                      <a:pt x="255" y="897"/>
                      <a:pt x="210" y="912"/>
                      <a:pt x="225" y="942"/>
                    </a:cubicBezTo>
                    <a:cubicBezTo>
                      <a:pt x="225" y="965"/>
                      <a:pt x="243" y="997"/>
                      <a:pt x="264" y="997"/>
                    </a:cubicBezTo>
                    <a:cubicBezTo>
                      <a:pt x="271" y="997"/>
                      <a:pt x="278" y="994"/>
                      <a:pt x="285" y="987"/>
                    </a:cubicBezTo>
                    <a:lnTo>
                      <a:pt x="598" y="987"/>
                    </a:lnTo>
                    <a:cubicBezTo>
                      <a:pt x="628" y="987"/>
                      <a:pt x="673" y="972"/>
                      <a:pt x="658" y="942"/>
                    </a:cubicBezTo>
                    <a:cubicBezTo>
                      <a:pt x="658" y="912"/>
                      <a:pt x="628" y="897"/>
                      <a:pt x="598" y="897"/>
                    </a:cubicBezTo>
                    <a:close/>
                    <a:moveTo>
                      <a:pt x="285" y="1345"/>
                    </a:moveTo>
                    <a:cubicBezTo>
                      <a:pt x="255" y="1345"/>
                      <a:pt x="210" y="1360"/>
                      <a:pt x="225" y="1390"/>
                    </a:cubicBezTo>
                    <a:cubicBezTo>
                      <a:pt x="225" y="1413"/>
                      <a:pt x="243" y="1445"/>
                      <a:pt x="264" y="1445"/>
                    </a:cubicBezTo>
                    <a:cubicBezTo>
                      <a:pt x="271" y="1445"/>
                      <a:pt x="278" y="1442"/>
                      <a:pt x="285" y="1435"/>
                    </a:cubicBezTo>
                    <a:lnTo>
                      <a:pt x="598" y="1435"/>
                    </a:lnTo>
                    <a:cubicBezTo>
                      <a:pt x="628" y="1435"/>
                      <a:pt x="673" y="1420"/>
                      <a:pt x="658" y="1390"/>
                    </a:cubicBezTo>
                    <a:cubicBezTo>
                      <a:pt x="658" y="1360"/>
                      <a:pt x="628" y="1345"/>
                      <a:pt x="598" y="1345"/>
                    </a:cubicBezTo>
                    <a:close/>
                    <a:moveTo>
                      <a:pt x="285" y="1793"/>
                    </a:moveTo>
                    <a:cubicBezTo>
                      <a:pt x="255" y="1793"/>
                      <a:pt x="210" y="1808"/>
                      <a:pt x="225" y="1838"/>
                    </a:cubicBezTo>
                    <a:cubicBezTo>
                      <a:pt x="225" y="1861"/>
                      <a:pt x="243" y="1893"/>
                      <a:pt x="264" y="1893"/>
                    </a:cubicBezTo>
                    <a:cubicBezTo>
                      <a:pt x="271" y="1893"/>
                      <a:pt x="278" y="1890"/>
                      <a:pt x="285" y="1883"/>
                    </a:cubicBezTo>
                    <a:lnTo>
                      <a:pt x="598" y="1883"/>
                    </a:lnTo>
                    <a:cubicBezTo>
                      <a:pt x="628" y="1883"/>
                      <a:pt x="673" y="1868"/>
                      <a:pt x="658" y="1838"/>
                    </a:cubicBezTo>
                    <a:cubicBezTo>
                      <a:pt x="658" y="1808"/>
                      <a:pt x="628" y="1793"/>
                      <a:pt x="598" y="1793"/>
                    </a:cubicBezTo>
                    <a:close/>
                    <a:moveTo>
                      <a:pt x="255" y="2241"/>
                    </a:moveTo>
                    <a:cubicBezTo>
                      <a:pt x="225" y="2241"/>
                      <a:pt x="180" y="2256"/>
                      <a:pt x="210" y="2286"/>
                    </a:cubicBezTo>
                    <a:cubicBezTo>
                      <a:pt x="210" y="2309"/>
                      <a:pt x="219" y="2341"/>
                      <a:pt x="236" y="2341"/>
                    </a:cubicBezTo>
                    <a:cubicBezTo>
                      <a:pt x="242" y="2341"/>
                      <a:pt x="248" y="2338"/>
                      <a:pt x="255" y="2331"/>
                    </a:cubicBezTo>
                    <a:lnTo>
                      <a:pt x="583" y="2331"/>
                    </a:lnTo>
                    <a:cubicBezTo>
                      <a:pt x="598" y="2331"/>
                      <a:pt x="658" y="2316"/>
                      <a:pt x="658" y="2286"/>
                    </a:cubicBezTo>
                    <a:cubicBezTo>
                      <a:pt x="658" y="2286"/>
                      <a:pt x="628" y="2256"/>
                      <a:pt x="583" y="2241"/>
                    </a:cubicBezTo>
                    <a:close/>
                    <a:moveTo>
                      <a:pt x="255" y="2704"/>
                    </a:moveTo>
                    <a:cubicBezTo>
                      <a:pt x="225" y="2704"/>
                      <a:pt x="180" y="2734"/>
                      <a:pt x="210" y="2764"/>
                    </a:cubicBezTo>
                    <a:cubicBezTo>
                      <a:pt x="210" y="2776"/>
                      <a:pt x="220" y="2817"/>
                      <a:pt x="239" y="2817"/>
                    </a:cubicBezTo>
                    <a:cubicBezTo>
                      <a:pt x="244" y="2817"/>
                      <a:pt x="249" y="2815"/>
                      <a:pt x="255" y="2809"/>
                    </a:cubicBezTo>
                    <a:lnTo>
                      <a:pt x="583" y="2809"/>
                    </a:lnTo>
                    <a:cubicBezTo>
                      <a:pt x="598" y="2809"/>
                      <a:pt x="658" y="2779"/>
                      <a:pt x="628" y="2764"/>
                    </a:cubicBezTo>
                    <a:cubicBezTo>
                      <a:pt x="628" y="2734"/>
                      <a:pt x="628" y="2704"/>
                      <a:pt x="583" y="2704"/>
                    </a:cubicBezTo>
                    <a:close/>
                    <a:moveTo>
                      <a:pt x="255" y="3152"/>
                    </a:moveTo>
                    <a:cubicBezTo>
                      <a:pt x="225" y="3152"/>
                      <a:pt x="180" y="3182"/>
                      <a:pt x="210" y="3212"/>
                    </a:cubicBezTo>
                    <a:cubicBezTo>
                      <a:pt x="210" y="3224"/>
                      <a:pt x="220" y="3265"/>
                      <a:pt x="239" y="3265"/>
                    </a:cubicBezTo>
                    <a:cubicBezTo>
                      <a:pt x="244" y="3265"/>
                      <a:pt x="249" y="3263"/>
                      <a:pt x="255" y="3257"/>
                    </a:cubicBezTo>
                    <a:lnTo>
                      <a:pt x="583" y="3257"/>
                    </a:lnTo>
                    <a:cubicBezTo>
                      <a:pt x="598" y="3257"/>
                      <a:pt x="658" y="3227"/>
                      <a:pt x="628" y="3212"/>
                    </a:cubicBezTo>
                    <a:cubicBezTo>
                      <a:pt x="628" y="3182"/>
                      <a:pt x="598" y="3152"/>
                      <a:pt x="583" y="3152"/>
                    </a:cubicBezTo>
                    <a:close/>
                    <a:moveTo>
                      <a:pt x="255" y="3601"/>
                    </a:moveTo>
                    <a:cubicBezTo>
                      <a:pt x="225" y="3601"/>
                      <a:pt x="180" y="3630"/>
                      <a:pt x="210" y="3660"/>
                    </a:cubicBezTo>
                    <a:cubicBezTo>
                      <a:pt x="210" y="3672"/>
                      <a:pt x="220" y="3713"/>
                      <a:pt x="239" y="3713"/>
                    </a:cubicBezTo>
                    <a:cubicBezTo>
                      <a:pt x="244" y="3713"/>
                      <a:pt x="249" y="3711"/>
                      <a:pt x="255" y="3705"/>
                    </a:cubicBezTo>
                    <a:lnTo>
                      <a:pt x="583" y="3705"/>
                    </a:lnTo>
                    <a:cubicBezTo>
                      <a:pt x="598" y="3705"/>
                      <a:pt x="658" y="3675"/>
                      <a:pt x="628" y="3660"/>
                    </a:cubicBezTo>
                    <a:cubicBezTo>
                      <a:pt x="628" y="3630"/>
                      <a:pt x="598" y="3601"/>
                      <a:pt x="583" y="3601"/>
                    </a:cubicBezTo>
                    <a:close/>
                    <a:moveTo>
                      <a:pt x="225" y="4049"/>
                    </a:moveTo>
                    <a:cubicBezTo>
                      <a:pt x="210" y="4049"/>
                      <a:pt x="150" y="4078"/>
                      <a:pt x="180" y="4108"/>
                    </a:cubicBezTo>
                    <a:cubicBezTo>
                      <a:pt x="180" y="4120"/>
                      <a:pt x="199" y="4161"/>
                      <a:pt x="215" y="4161"/>
                    </a:cubicBezTo>
                    <a:cubicBezTo>
                      <a:pt x="219" y="4161"/>
                      <a:pt x="222" y="4159"/>
                      <a:pt x="225" y="4153"/>
                    </a:cubicBezTo>
                    <a:lnTo>
                      <a:pt x="554" y="4153"/>
                    </a:lnTo>
                    <a:cubicBezTo>
                      <a:pt x="583" y="4153"/>
                      <a:pt x="628" y="4123"/>
                      <a:pt x="598" y="4108"/>
                    </a:cubicBezTo>
                    <a:cubicBezTo>
                      <a:pt x="628" y="4078"/>
                      <a:pt x="598" y="4049"/>
                      <a:pt x="554" y="4049"/>
                    </a:cubicBezTo>
                    <a:close/>
                    <a:moveTo>
                      <a:pt x="225" y="4497"/>
                    </a:moveTo>
                    <a:cubicBezTo>
                      <a:pt x="210" y="4497"/>
                      <a:pt x="150" y="4527"/>
                      <a:pt x="180" y="4556"/>
                    </a:cubicBezTo>
                    <a:cubicBezTo>
                      <a:pt x="180" y="4568"/>
                      <a:pt x="199" y="4609"/>
                      <a:pt x="215" y="4609"/>
                    </a:cubicBezTo>
                    <a:cubicBezTo>
                      <a:pt x="219" y="4609"/>
                      <a:pt x="222" y="4607"/>
                      <a:pt x="225" y="4601"/>
                    </a:cubicBezTo>
                    <a:lnTo>
                      <a:pt x="554" y="4601"/>
                    </a:lnTo>
                    <a:cubicBezTo>
                      <a:pt x="583" y="4601"/>
                      <a:pt x="628" y="4571"/>
                      <a:pt x="598" y="4556"/>
                    </a:cubicBezTo>
                    <a:cubicBezTo>
                      <a:pt x="628" y="4527"/>
                      <a:pt x="598" y="4497"/>
                      <a:pt x="554" y="4497"/>
                    </a:cubicBezTo>
                    <a:close/>
                    <a:moveTo>
                      <a:pt x="225" y="4945"/>
                    </a:moveTo>
                    <a:cubicBezTo>
                      <a:pt x="210" y="4945"/>
                      <a:pt x="150" y="4975"/>
                      <a:pt x="180" y="5004"/>
                    </a:cubicBezTo>
                    <a:cubicBezTo>
                      <a:pt x="180" y="5016"/>
                      <a:pt x="199" y="5058"/>
                      <a:pt x="215" y="5058"/>
                    </a:cubicBezTo>
                    <a:cubicBezTo>
                      <a:pt x="219" y="5058"/>
                      <a:pt x="222" y="5055"/>
                      <a:pt x="225" y="5049"/>
                    </a:cubicBezTo>
                    <a:lnTo>
                      <a:pt x="554" y="5049"/>
                    </a:lnTo>
                    <a:cubicBezTo>
                      <a:pt x="583" y="5049"/>
                      <a:pt x="628" y="5019"/>
                      <a:pt x="598" y="5004"/>
                    </a:cubicBezTo>
                    <a:cubicBezTo>
                      <a:pt x="628" y="4975"/>
                      <a:pt x="583" y="4945"/>
                      <a:pt x="554" y="4945"/>
                    </a:cubicBezTo>
                    <a:close/>
                    <a:moveTo>
                      <a:pt x="225" y="5393"/>
                    </a:moveTo>
                    <a:cubicBezTo>
                      <a:pt x="210" y="5393"/>
                      <a:pt x="150" y="5423"/>
                      <a:pt x="180" y="5453"/>
                    </a:cubicBezTo>
                    <a:cubicBezTo>
                      <a:pt x="180" y="5465"/>
                      <a:pt x="199" y="5506"/>
                      <a:pt x="215" y="5506"/>
                    </a:cubicBezTo>
                    <a:cubicBezTo>
                      <a:pt x="219" y="5506"/>
                      <a:pt x="222" y="5503"/>
                      <a:pt x="225" y="5497"/>
                    </a:cubicBezTo>
                    <a:lnTo>
                      <a:pt x="554" y="5497"/>
                    </a:lnTo>
                    <a:cubicBezTo>
                      <a:pt x="583" y="5497"/>
                      <a:pt x="628" y="5467"/>
                      <a:pt x="598" y="5453"/>
                    </a:cubicBezTo>
                    <a:lnTo>
                      <a:pt x="554" y="5393"/>
                    </a:lnTo>
                    <a:close/>
                    <a:moveTo>
                      <a:pt x="210" y="5871"/>
                    </a:moveTo>
                    <a:cubicBezTo>
                      <a:pt x="180" y="5871"/>
                      <a:pt x="135" y="5901"/>
                      <a:pt x="150" y="5916"/>
                    </a:cubicBezTo>
                    <a:cubicBezTo>
                      <a:pt x="150" y="5945"/>
                      <a:pt x="180" y="5990"/>
                      <a:pt x="210" y="5990"/>
                    </a:cubicBezTo>
                    <a:lnTo>
                      <a:pt x="524" y="5990"/>
                    </a:lnTo>
                    <a:cubicBezTo>
                      <a:pt x="554" y="5990"/>
                      <a:pt x="598" y="5975"/>
                      <a:pt x="583" y="5945"/>
                    </a:cubicBezTo>
                    <a:cubicBezTo>
                      <a:pt x="598" y="5901"/>
                      <a:pt x="583" y="5871"/>
                      <a:pt x="524" y="5871"/>
                    </a:cubicBezTo>
                    <a:close/>
                    <a:moveTo>
                      <a:pt x="210" y="6319"/>
                    </a:moveTo>
                    <a:cubicBezTo>
                      <a:pt x="180" y="6319"/>
                      <a:pt x="135" y="6349"/>
                      <a:pt x="150" y="6364"/>
                    </a:cubicBezTo>
                    <a:cubicBezTo>
                      <a:pt x="150" y="6389"/>
                      <a:pt x="173" y="6426"/>
                      <a:pt x="198" y="6426"/>
                    </a:cubicBezTo>
                    <a:cubicBezTo>
                      <a:pt x="202" y="6426"/>
                      <a:pt x="206" y="6425"/>
                      <a:pt x="210" y="6423"/>
                    </a:cubicBezTo>
                    <a:lnTo>
                      <a:pt x="524" y="6423"/>
                    </a:lnTo>
                    <a:cubicBezTo>
                      <a:pt x="554" y="6423"/>
                      <a:pt x="598" y="6394"/>
                      <a:pt x="583" y="6364"/>
                    </a:cubicBezTo>
                    <a:cubicBezTo>
                      <a:pt x="598" y="6349"/>
                      <a:pt x="583" y="6319"/>
                      <a:pt x="524" y="6319"/>
                    </a:cubicBezTo>
                    <a:close/>
                    <a:moveTo>
                      <a:pt x="210" y="6767"/>
                    </a:moveTo>
                    <a:cubicBezTo>
                      <a:pt x="180" y="6767"/>
                      <a:pt x="135" y="6797"/>
                      <a:pt x="135" y="6812"/>
                    </a:cubicBezTo>
                    <a:cubicBezTo>
                      <a:pt x="135" y="6838"/>
                      <a:pt x="146" y="6874"/>
                      <a:pt x="169" y="6874"/>
                    </a:cubicBezTo>
                    <a:cubicBezTo>
                      <a:pt x="172" y="6874"/>
                      <a:pt x="176" y="6874"/>
                      <a:pt x="180" y="6871"/>
                    </a:cubicBezTo>
                    <a:lnTo>
                      <a:pt x="509" y="6871"/>
                    </a:lnTo>
                    <a:cubicBezTo>
                      <a:pt x="524" y="6871"/>
                      <a:pt x="583" y="6842"/>
                      <a:pt x="554" y="6812"/>
                    </a:cubicBezTo>
                    <a:cubicBezTo>
                      <a:pt x="598" y="6797"/>
                      <a:pt x="583" y="6767"/>
                      <a:pt x="524" y="6767"/>
                    </a:cubicBezTo>
                    <a:close/>
                    <a:moveTo>
                      <a:pt x="210" y="7215"/>
                    </a:moveTo>
                    <a:cubicBezTo>
                      <a:pt x="180" y="7215"/>
                      <a:pt x="135" y="7245"/>
                      <a:pt x="150" y="7260"/>
                    </a:cubicBezTo>
                    <a:cubicBezTo>
                      <a:pt x="150" y="7286"/>
                      <a:pt x="173" y="7323"/>
                      <a:pt x="198" y="7323"/>
                    </a:cubicBezTo>
                    <a:cubicBezTo>
                      <a:pt x="202" y="7323"/>
                      <a:pt x="206" y="7322"/>
                      <a:pt x="210" y="7320"/>
                    </a:cubicBezTo>
                    <a:lnTo>
                      <a:pt x="524" y="7320"/>
                    </a:lnTo>
                    <a:cubicBezTo>
                      <a:pt x="554" y="7320"/>
                      <a:pt x="598" y="7290"/>
                      <a:pt x="583" y="7260"/>
                    </a:cubicBezTo>
                    <a:cubicBezTo>
                      <a:pt x="583" y="7245"/>
                      <a:pt x="554" y="7215"/>
                      <a:pt x="524" y="7215"/>
                    </a:cubicBezTo>
                    <a:close/>
                    <a:moveTo>
                      <a:pt x="180" y="7663"/>
                    </a:moveTo>
                    <a:cubicBezTo>
                      <a:pt x="150" y="7663"/>
                      <a:pt x="105" y="7693"/>
                      <a:pt x="135" y="7708"/>
                    </a:cubicBezTo>
                    <a:cubicBezTo>
                      <a:pt x="135" y="7734"/>
                      <a:pt x="146" y="7771"/>
                      <a:pt x="169" y="7771"/>
                    </a:cubicBezTo>
                    <a:cubicBezTo>
                      <a:pt x="172" y="7771"/>
                      <a:pt x="176" y="7770"/>
                      <a:pt x="180" y="7768"/>
                    </a:cubicBezTo>
                    <a:lnTo>
                      <a:pt x="509" y="7768"/>
                    </a:lnTo>
                    <a:cubicBezTo>
                      <a:pt x="524" y="7768"/>
                      <a:pt x="583" y="7738"/>
                      <a:pt x="554" y="7708"/>
                    </a:cubicBezTo>
                    <a:cubicBezTo>
                      <a:pt x="583" y="7693"/>
                      <a:pt x="554" y="7663"/>
                      <a:pt x="509" y="7663"/>
                    </a:cubicBezTo>
                    <a:close/>
                    <a:moveTo>
                      <a:pt x="180" y="8111"/>
                    </a:moveTo>
                    <a:cubicBezTo>
                      <a:pt x="150" y="8111"/>
                      <a:pt x="105" y="8141"/>
                      <a:pt x="135" y="8156"/>
                    </a:cubicBezTo>
                    <a:cubicBezTo>
                      <a:pt x="135" y="8182"/>
                      <a:pt x="146" y="8219"/>
                      <a:pt x="169" y="8219"/>
                    </a:cubicBezTo>
                    <a:cubicBezTo>
                      <a:pt x="172" y="8219"/>
                      <a:pt x="176" y="8218"/>
                      <a:pt x="180" y="8216"/>
                    </a:cubicBezTo>
                    <a:lnTo>
                      <a:pt x="509" y="8216"/>
                    </a:lnTo>
                    <a:cubicBezTo>
                      <a:pt x="524" y="8216"/>
                      <a:pt x="583" y="8186"/>
                      <a:pt x="554" y="8156"/>
                    </a:cubicBezTo>
                    <a:cubicBezTo>
                      <a:pt x="583" y="8156"/>
                      <a:pt x="554" y="8111"/>
                      <a:pt x="509" y="8111"/>
                    </a:cubicBezTo>
                    <a:close/>
                    <a:moveTo>
                      <a:pt x="180" y="8559"/>
                    </a:moveTo>
                    <a:cubicBezTo>
                      <a:pt x="150" y="8559"/>
                      <a:pt x="105" y="8589"/>
                      <a:pt x="135" y="8604"/>
                    </a:cubicBezTo>
                    <a:cubicBezTo>
                      <a:pt x="135" y="8630"/>
                      <a:pt x="146" y="8667"/>
                      <a:pt x="169" y="8667"/>
                    </a:cubicBezTo>
                    <a:cubicBezTo>
                      <a:pt x="172" y="8667"/>
                      <a:pt x="176" y="8666"/>
                      <a:pt x="180" y="8664"/>
                    </a:cubicBezTo>
                    <a:lnTo>
                      <a:pt x="509" y="8664"/>
                    </a:lnTo>
                    <a:cubicBezTo>
                      <a:pt x="524" y="8664"/>
                      <a:pt x="583" y="8634"/>
                      <a:pt x="554" y="8604"/>
                    </a:cubicBezTo>
                    <a:cubicBezTo>
                      <a:pt x="583" y="8604"/>
                      <a:pt x="554" y="8559"/>
                      <a:pt x="509" y="8559"/>
                    </a:cubicBezTo>
                    <a:close/>
                    <a:moveTo>
                      <a:pt x="521" y="9027"/>
                    </a:moveTo>
                    <a:cubicBezTo>
                      <a:pt x="516" y="9027"/>
                      <a:pt x="512" y="9030"/>
                      <a:pt x="509" y="9037"/>
                    </a:cubicBezTo>
                    <a:lnTo>
                      <a:pt x="180" y="9037"/>
                    </a:lnTo>
                    <a:cubicBezTo>
                      <a:pt x="150" y="9037"/>
                      <a:pt x="105" y="9052"/>
                      <a:pt x="135" y="9082"/>
                    </a:cubicBezTo>
                    <a:cubicBezTo>
                      <a:pt x="135" y="9105"/>
                      <a:pt x="144" y="9137"/>
                      <a:pt x="162" y="9137"/>
                    </a:cubicBezTo>
                    <a:cubicBezTo>
                      <a:pt x="167" y="9137"/>
                      <a:pt x="173" y="9134"/>
                      <a:pt x="180" y="9127"/>
                    </a:cubicBezTo>
                    <a:lnTo>
                      <a:pt x="509" y="9127"/>
                    </a:lnTo>
                    <a:cubicBezTo>
                      <a:pt x="524" y="9127"/>
                      <a:pt x="583" y="9112"/>
                      <a:pt x="554" y="9082"/>
                    </a:cubicBezTo>
                    <a:cubicBezTo>
                      <a:pt x="554" y="9059"/>
                      <a:pt x="536" y="9027"/>
                      <a:pt x="521" y="9027"/>
                    </a:cubicBezTo>
                    <a:close/>
                    <a:moveTo>
                      <a:pt x="180" y="9485"/>
                    </a:moveTo>
                    <a:cubicBezTo>
                      <a:pt x="150" y="9485"/>
                      <a:pt x="105" y="9500"/>
                      <a:pt x="135" y="9530"/>
                    </a:cubicBezTo>
                    <a:cubicBezTo>
                      <a:pt x="135" y="9553"/>
                      <a:pt x="144" y="9585"/>
                      <a:pt x="162" y="9585"/>
                    </a:cubicBezTo>
                    <a:cubicBezTo>
                      <a:pt x="167" y="9585"/>
                      <a:pt x="173" y="9582"/>
                      <a:pt x="180" y="9575"/>
                    </a:cubicBezTo>
                    <a:lnTo>
                      <a:pt x="509" y="9575"/>
                    </a:lnTo>
                    <a:cubicBezTo>
                      <a:pt x="524" y="9575"/>
                      <a:pt x="583" y="9560"/>
                      <a:pt x="554" y="9530"/>
                    </a:cubicBezTo>
                    <a:cubicBezTo>
                      <a:pt x="554" y="9500"/>
                      <a:pt x="524" y="9485"/>
                      <a:pt x="509" y="9485"/>
                    </a:cubicBezTo>
                    <a:close/>
                    <a:moveTo>
                      <a:pt x="180" y="9933"/>
                    </a:moveTo>
                    <a:cubicBezTo>
                      <a:pt x="150" y="9933"/>
                      <a:pt x="105" y="9948"/>
                      <a:pt x="135" y="9978"/>
                    </a:cubicBezTo>
                    <a:cubicBezTo>
                      <a:pt x="135" y="10001"/>
                      <a:pt x="144" y="10033"/>
                      <a:pt x="162" y="10033"/>
                    </a:cubicBezTo>
                    <a:cubicBezTo>
                      <a:pt x="167" y="10033"/>
                      <a:pt x="173" y="10030"/>
                      <a:pt x="180" y="10023"/>
                    </a:cubicBezTo>
                    <a:lnTo>
                      <a:pt x="509" y="10023"/>
                    </a:lnTo>
                    <a:cubicBezTo>
                      <a:pt x="524" y="10023"/>
                      <a:pt x="583" y="10008"/>
                      <a:pt x="554" y="9978"/>
                    </a:cubicBezTo>
                    <a:cubicBezTo>
                      <a:pt x="554" y="9948"/>
                      <a:pt x="524" y="9933"/>
                      <a:pt x="509" y="9933"/>
                    </a:cubicBezTo>
                    <a:close/>
                    <a:moveTo>
                      <a:pt x="150" y="10381"/>
                    </a:moveTo>
                    <a:cubicBezTo>
                      <a:pt x="135" y="10381"/>
                      <a:pt x="76" y="10396"/>
                      <a:pt x="105" y="10426"/>
                    </a:cubicBezTo>
                    <a:cubicBezTo>
                      <a:pt x="105" y="10449"/>
                      <a:pt x="123" y="10481"/>
                      <a:pt x="138" y="10481"/>
                    </a:cubicBezTo>
                    <a:cubicBezTo>
                      <a:pt x="143" y="10481"/>
                      <a:pt x="147" y="10478"/>
                      <a:pt x="150" y="10471"/>
                    </a:cubicBezTo>
                    <a:lnTo>
                      <a:pt x="479" y="10471"/>
                    </a:lnTo>
                    <a:cubicBezTo>
                      <a:pt x="509" y="10471"/>
                      <a:pt x="554" y="10456"/>
                      <a:pt x="524" y="10426"/>
                    </a:cubicBezTo>
                    <a:cubicBezTo>
                      <a:pt x="554" y="10396"/>
                      <a:pt x="524" y="10381"/>
                      <a:pt x="479" y="10381"/>
                    </a:cubicBezTo>
                    <a:close/>
                    <a:moveTo>
                      <a:pt x="150" y="10829"/>
                    </a:moveTo>
                    <a:cubicBezTo>
                      <a:pt x="135" y="10829"/>
                      <a:pt x="76" y="10844"/>
                      <a:pt x="105" y="10874"/>
                    </a:cubicBezTo>
                    <a:cubicBezTo>
                      <a:pt x="105" y="10897"/>
                      <a:pt x="123" y="10929"/>
                      <a:pt x="138" y="10929"/>
                    </a:cubicBezTo>
                    <a:cubicBezTo>
                      <a:pt x="143" y="10929"/>
                      <a:pt x="147" y="10926"/>
                      <a:pt x="150" y="10919"/>
                    </a:cubicBezTo>
                    <a:lnTo>
                      <a:pt x="479" y="10919"/>
                    </a:lnTo>
                    <a:cubicBezTo>
                      <a:pt x="509" y="10919"/>
                      <a:pt x="554" y="10904"/>
                      <a:pt x="524" y="10874"/>
                    </a:cubicBezTo>
                    <a:cubicBezTo>
                      <a:pt x="524" y="10844"/>
                      <a:pt x="509" y="10829"/>
                      <a:pt x="479" y="10829"/>
                    </a:cubicBezTo>
                    <a:close/>
                    <a:moveTo>
                      <a:pt x="150" y="11278"/>
                    </a:moveTo>
                    <a:cubicBezTo>
                      <a:pt x="135" y="11278"/>
                      <a:pt x="76" y="11292"/>
                      <a:pt x="105" y="11322"/>
                    </a:cubicBezTo>
                    <a:cubicBezTo>
                      <a:pt x="105" y="11345"/>
                      <a:pt x="123" y="11377"/>
                      <a:pt x="138" y="11377"/>
                    </a:cubicBezTo>
                    <a:cubicBezTo>
                      <a:pt x="143" y="11377"/>
                      <a:pt x="147" y="11374"/>
                      <a:pt x="150" y="11367"/>
                    </a:cubicBezTo>
                    <a:lnTo>
                      <a:pt x="479" y="11367"/>
                    </a:lnTo>
                    <a:cubicBezTo>
                      <a:pt x="509" y="11367"/>
                      <a:pt x="554" y="11352"/>
                      <a:pt x="524" y="11322"/>
                    </a:cubicBezTo>
                    <a:cubicBezTo>
                      <a:pt x="524" y="11292"/>
                      <a:pt x="509" y="11278"/>
                      <a:pt x="479" y="11278"/>
                    </a:cubicBezTo>
                    <a:close/>
                    <a:moveTo>
                      <a:pt x="150" y="11726"/>
                    </a:moveTo>
                    <a:cubicBezTo>
                      <a:pt x="135" y="11726"/>
                      <a:pt x="76" y="11741"/>
                      <a:pt x="105" y="11770"/>
                    </a:cubicBezTo>
                    <a:cubicBezTo>
                      <a:pt x="105" y="11793"/>
                      <a:pt x="123" y="11825"/>
                      <a:pt x="138" y="11825"/>
                    </a:cubicBezTo>
                    <a:cubicBezTo>
                      <a:pt x="143" y="11825"/>
                      <a:pt x="147" y="11822"/>
                      <a:pt x="150" y="11815"/>
                    </a:cubicBezTo>
                    <a:lnTo>
                      <a:pt x="479" y="11815"/>
                    </a:lnTo>
                    <a:cubicBezTo>
                      <a:pt x="509" y="11815"/>
                      <a:pt x="554" y="11800"/>
                      <a:pt x="524" y="11770"/>
                    </a:cubicBezTo>
                    <a:cubicBezTo>
                      <a:pt x="524" y="11741"/>
                      <a:pt x="509" y="11726"/>
                      <a:pt x="479" y="11726"/>
                    </a:cubicBezTo>
                    <a:close/>
                    <a:moveTo>
                      <a:pt x="471" y="12186"/>
                    </a:moveTo>
                    <a:cubicBezTo>
                      <a:pt x="464" y="12186"/>
                      <a:pt x="457" y="12187"/>
                      <a:pt x="449" y="12189"/>
                    </a:cubicBezTo>
                    <a:lnTo>
                      <a:pt x="135" y="12189"/>
                    </a:lnTo>
                    <a:cubicBezTo>
                      <a:pt x="105" y="12189"/>
                      <a:pt x="61" y="12218"/>
                      <a:pt x="76" y="12248"/>
                    </a:cubicBezTo>
                    <a:cubicBezTo>
                      <a:pt x="76" y="12260"/>
                      <a:pt x="95" y="12301"/>
                      <a:pt x="118" y="12301"/>
                    </a:cubicBezTo>
                    <a:cubicBezTo>
                      <a:pt x="124" y="12301"/>
                      <a:pt x="130" y="12299"/>
                      <a:pt x="135" y="12293"/>
                    </a:cubicBezTo>
                    <a:lnTo>
                      <a:pt x="449" y="12293"/>
                    </a:lnTo>
                    <a:cubicBezTo>
                      <a:pt x="479" y="12293"/>
                      <a:pt x="524" y="12263"/>
                      <a:pt x="509" y="12248"/>
                    </a:cubicBezTo>
                    <a:cubicBezTo>
                      <a:pt x="522" y="12223"/>
                      <a:pt x="512" y="12186"/>
                      <a:pt x="471" y="12186"/>
                    </a:cubicBezTo>
                    <a:close/>
                    <a:moveTo>
                      <a:pt x="135" y="12637"/>
                    </a:moveTo>
                    <a:cubicBezTo>
                      <a:pt x="105" y="12637"/>
                      <a:pt x="61" y="12667"/>
                      <a:pt x="76" y="12696"/>
                    </a:cubicBezTo>
                    <a:cubicBezTo>
                      <a:pt x="76" y="12708"/>
                      <a:pt x="95" y="12749"/>
                      <a:pt x="118" y="12749"/>
                    </a:cubicBezTo>
                    <a:cubicBezTo>
                      <a:pt x="124" y="12749"/>
                      <a:pt x="130" y="12747"/>
                      <a:pt x="135" y="12741"/>
                    </a:cubicBezTo>
                    <a:lnTo>
                      <a:pt x="449" y="12741"/>
                    </a:lnTo>
                    <a:cubicBezTo>
                      <a:pt x="479" y="12741"/>
                      <a:pt x="524" y="12711"/>
                      <a:pt x="509" y="12696"/>
                    </a:cubicBezTo>
                    <a:cubicBezTo>
                      <a:pt x="509" y="12667"/>
                      <a:pt x="479" y="12637"/>
                      <a:pt x="449" y="12637"/>
                    </a:cubicBezTo>
                    <a:close/>
                    <a:moveTo>
                      <a:pt x="135" y="13085"/>
                    </a:moveTo>
                    <a:cubicBezTo>
                      <a:pt x="105" y="13085"/>
                      <a:pt x="61" y="13115"/>
                      <a:pt x="76" y="13145"/>
                    </a:cubicBezTo>
                    <a:cubicBezTo>
                      <a:pt x="76" y="13157"/>
                      <a:pt x="95" y="13198"/>
                      <a:pt x="118" y="13198"/>
                    </a:cubicBezTo>
                    <a:cubicBezTo>
                      <a:pt x="124" y="13198"/>
                      <a:pt x="130" y="13195"/>
                      <a:pt x="135" y="13189"/>
                    </a:cubicBezTo>
                    <a:lnTo>
                      <a:pt x="449" y="13189"/>
                    </a:lnTo>
                    <a:cubicBezTo>
                      <a:pt x="479" y="13189"/>
                      <a:pt x="524" y="13159"/>
                      <a:pt x="509" y="13145"/>
                    </a:cubicBezTo>
                    <a:cubicBezTo>
                      <a:pt x="509" y="13115"/>
                      <a:pt x="479" y="13085"/>
                      <a:pt x="449" y="13085"/>
                    </a:cubicBezTo>
                    <a:close/>
                    <a:moveTo>
                      <a:pt x="135" y="13533"/>
                    </a:moveTo>
                    <a:cubicBezTo>
                      <a:pt x="105" y="13533"/>
                      <a:pt x="61" y="13563"/>
                      <a:pt x="76" y="13593"/>
                    </a:cubicBezTo>
                    <a:cubicBezTo>
                      <a:pt x="76" y="13605"/>
                      <a:pt x="95" y="13646"/>
                      <a:pt x="118" y="13646"/>
                    </a:cubicBezTo>
                    <a:cubicBezTo>
                      <a:pt x="124" y="13646"/>
                      <a:pt x="130" y="13643"/>
                      <a:pt x="135" y="13637"/>
                    </a:cubicBezTo>
                    <a:lnTo>
                      <a:pt x="449" y="13637"/>
                    </a:lnTo>
                    <a:cubicBezTo>
                      <a:pt x="479" y="13637"/>
                      <a:pt x="524" y="13608"/>
                      <a:pt x="509" y="13593"/>
                    </a:cubicBezTo>
                    <a:cubicBezTo>
                      <a:pt x="509" y="13563"/>
                      <a:pt x="479" y="13533"/>
                      <a:pt x="449" y="13533"/>
                    </a:cubicBezTo>
                    <a:close/>
                    <a:moveTo>
                      <a:pt x="105" y="13981"/>
                    </a:moveTo>
                    <a:cubicBezTo>
                      <a:pt x="76" y="13981"/>
                      <a:pt x="31" y="14011"/>
                      <a:pt x="31" y="14041"/>
                    </a:cubicBezTo>
                    <a:cubicBezTo>
                      <a:pt x="31" y="14053"/>
                      <a:pt x="50" y="14094"/>
                      <a:pt x="65" y="14094"/>
                    </a:cubicBezTo>
                    <a:cubicBezTo>
                      <a:pt x="69" y="14094"/>
                      <a:pt x="73" y="14091"/>
                      <a:pt x="76" y="14085"/>
                    </a:cubicBezTo>
                    <a:lnTo>
                      <a:pt x="404" y="14085"/>
                    </a:lnTo>
                    <a:cubicBezTo>
                      <a:pt x="434" y="14085"/>
                      <a:pt x="479" y="14056"/>
                      <a:pt x="449" y="14041"/>
                    </a:cubicBezTo>
                    <a:cubicBezTo>
                      <a:pt x="509" y="14011"/>
                      <a:pt x="479" y="13981"/>
                      <a:pt x="434" y="13981"/>
                    </a:cubicBezTo>
                    <a:close/>
                    <a:moveTo>
                      <a:pt x="105" y="14429"/>
                    </a:moveTo>
                    <a:cubicBezTo>
                      <a:pt x="76" y="14429"/>
                      <a:pt x="31" y="14459"/>
                      <a:pt x="61" y="14489"/>
                    </a:cubicBezTo>
                    <a:cubicBezTo>
                      <a:pt x="61" y="14501"/>
                      <a:pt x="70" y="14542"/>
                      <a:pt x="90" y="14542"/>
                    </a:cubicBezTo>
                    <a:cubicBezTo>
                      <a:pt x="94" y="14542"/>
                      <a:pt x="100" y="14539"/>
                      <a:pt x="105" y="14534"/>
                    </a:cubicBezTo>
                    <a:lnTo>
                      <a:pt x="434" y="14534"/>
                    </a:lnTo>
                    <a:cubicBezTo>
                      <a:pt x="449" y="14534"/>
                      <a:pt x="509" y="14504"/>
                      <a:pt x="479" y="14489"/>
                    </a:cubicBezTo>
                    <a:cubicBezTo>
                      <a:pt x="479" y="14459"/>
                      <a:pt x="479" y="14429"/>
                      <a:pt x="434" y="14429"/>
                    </a:cubicBezTo>
                    <a:close/>
                    <a:moveTo>
                      <a:pt x="105" y="14877"/>
                    </a:moveTo>
                    <a:cubicBezTo>
                      <a:pt x="76" y="14877"/>
                      <a:pt x="31" y="14907"/>
                      <a:pt x="61" y="14937"/>
                    </a:cubicBezTo>
                    <a:cubicBezTo>
                      <a:pt x="61" y="14952"/>
                      <a:pt x="76" y="15011"/>
                      <a:pt x="105" y="15011"/>
                    </a:cubicBezTo>
                    <a:lnTo>
                      <a:pt x="434" y="15011"/>
                    </a:lnTo>
                    <a:cubicBezTo>
                      <a:pt x="449" y="15011"/>
                      <a:pt x="509" y="14982"/>
                      <a:pt x="479" y="14952"/>
                    </a:cubicBezTo>
                    <a:cubicBezTo>
                      <a:pt x="479" y="14907"/>
                      <a:pt x="449" y="14877"/>
                      <a:pt x="434" y="14877"/>
                    </a:cubicBezTo>
                    <a:close/>
                    <a:moveTo>
                      <a:pt x="105" y="15325"/>
                    </a:moveTo>
                    <a:cubicBezTo>
                      <a:pt x="76" y="15325"/>
                      <a:pt x="31" y="15355"/>
                      <a:pt x="61" y="15385"/>
                    </a:cubicBezTo>
                    <a:cubicBezTo>
                      <a:pt x="61" y="15397"/>
                      <a:pt x="70" y="15438"/>
                      <a:pt x="90" y="15438"/>
                    </a:cubicBezTo>
                    <a:cubicBezTo>
                      <a:pt x="94" y="15438"/>
                      <a:pt x="100" y="15436"/>
                      <a:pt x="105" y="15430"/>
                    </a:cubicBezTo>
                    <a:lnTo>
                      <a:pt x="434" y="15430"/>
                    </a:lnTo>
                    <a:cubicBezTo>
                      <a:pt x="449" y="15430"/>
                      <a:pt x="509" y="15400"/>
                      <a:pt x="479" y="15385"/>
                    </a:cubicBezTo>
                    <a:cubicBezTo>
                      <a:pt x="479" y="15385"/>
                      <a:pt x="449" y="15325"/>
                      <a:pt x="434" y="15325"/>
                    </a:cubicBezTo>
                    <a:close/>
                    <a:moveTo>
                      <a:pt x="76" y="15803"/>
                    </a:moveTo>
                    <a:cubicBezTo>
                      <a:pt x="61" y="15803"/>
                      <a:pt x="1" y="15833"/>
                      <a:pt x="31" y="15848"/>
                    </a:cubicBezTo>
                    <a:cubicBezTo>
                      <a:pt x="31" y="15874"/>
                      <a:pt x="53" y="15911"/>
                      <a:pt x="69" y="15911"/>
                    </a:cubicBezTo>
                    <a:cubicBezTo>
                      <a:pt x="71" y="15911"/>
                      <a:pt x="74" y="15910"/>
                      <a:pt x="76" y="15908"/>
                    </a:cubicBezTo>
                    <a:lnTo>
                      <a:pt x="404" y="15908"/>
                    </a:lnTo>
                    <a:cubicBezTo>
                      <a:pt x="434" y="15908"/>
                      <a:pt x="479" y="15878"/>
                      <a:pt x="449" y="15848"/>
                    </a:cubicBezTo>
                    <a:cubicBezTo>
                      <a:pt x="479" y="15833"/>
                      <a:pt x="449" y="15803"/>
                      <a:pt x="404" y="15803"/>
                    </a:cubicBezTo>
                    <a:close/>
                    <a:moveTo>
                      <a:pt x="76" y="16251"/>
                    </a:moveTo>
                    <a:cubicBezTo>
                      <a:pt x="61" y="16251"/>
                      <a:pt x="1" y="16281"/>
                      <a:pt x="31" y="16296"/>
                    </a:cubicBezTo>
                    <a:cubicBezTo>
                      <a:pt x="31" y="16322"/>
                      <a:pt x="53" y="16359"/>
                      <a:pt x="69" y="16359"/>
                    </a:cubicBezTo>
                    <a:cubicBezTo>
                      <a:pt x="71" y="16359"/>
                      <a:pt x="74" y="16358"/>
                      <a:pt x="76" y="16356"/>
                    </a:cubicBezTo>
                    <a:lnTo>
                      <a:pt x="404" y="16356"/>
                    </a:lnTo>
                    <a:cubicBezTo>
                      <a:pt x="434" y="16356"/>
                      <a:pt x="479" y="16326"/>
                      <a:pt x="449" y="16296"/>
                    </a:cubicBezTo>
                    <a:cubicBezTo>
                      <a:pt x="479" y="16281"/>
                      <a:pt x="449" y="16251"/>
                      <a:pt x="404" y="16251"/>
                    </a:cubicBezTo>
                    <a:close/>
                    <a:moveTo>
                      <a:pt x="76" y="16699"/>
                    </a:moveTo>
                    <a:cubicBezTo>
                      <a:pt x="61" y="16699"/>
                      <a:pt x="1" y="16729"/>
                      <a:pt x="31" y="16744"/>
                    </a:cubicBezTo>
                    <a:cubicBezTo>
                      <a:pt x="31" y="16770"/>
                      <a:pt x="53" y="16807"/>
                      <a:pt x="69" y="16807"/>
                    </a:cubicBezTo>
                    <a:cubicBezTo>
                      <a:pt x="71" y="16807"/>
                      <a:pt x="74" y="16806"/>
                      <a:pt x="76" y="16804"/>
                    </a:cubicBezTo>
                    <a:lnTo>
                      <a:pt x="404" y="16804"/>
                    </a:lnTo>
                    <a:cubicBezTo>
                      <a:pt x="434" y="16804"/>
                      <a:pt x="479" y="16774"/>
                      <a:pt x="449" y="16744"/>
                    </a:cubicBezTo>
                    <a:cubicBezTo>
                      <a:pt x="449" y="16729"/>
                      <a:pt x="434" y="16699"/>
                      <a:pt x="404" y="1669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5"/>
              <p:cNvSpPr/>
              <p:nvPr/>
            </p:nvSpPr>
            <p:spPr>
              <a:xfrm>
                <a:off x="2388975" y="-1250950"/>
                <a:ext cx="19800" cy="489725"/>
              </a:xfrm>
              <a:custGeom>
                <a:rect b="b" l="l" r="r" t="t"/>
                <a:pathLst>
                  <a:path extrusionOk="0" h="19589" w="792">
                    <a:moveTo>
                      <a:pt x="400" y="0"/>
                    </a:moveTo>
                    <a:cubicBezTo>
                      <a:pt x="362" y="0"/>
                      <a:pt x="314" y="29"/>
                      <a:pt x="314" y="73"/>
                    </a:cubicBezTo>
                    <a:cubicBezTo>
                      <a:pt x="314" y="1388"/>
                      <a:pt x="299" y="2687"/>
                      <a:pt x="269" y="4001"/>
                    </a:cubicBezTo>
                    <a:cubicBezTo>
                      <a:pt x="239" y="5465"/>
                      <a:pt x="224" y="6914"/>
                      <a:pt x="194" y="8378"/>
                    </a:cubicBezTo>
                    <a:cubicBezTo>
                      <a:pt x="164" y="9752"/>
                      <a:pt x="149" y="11141"/>
                      <a:pt x="120" y="12515"/>
                    </a:cubicBezTo>
                    <a:cubicBezTo>
                      <a:pt x="90" y="13560"/>
                      <a:pt x="75" y="14636"/>
                      <a:pt x="45" y="15681"/>
                    </a:cubicBezTo>
                    <a:cubicBezTo>
                      <a:pt x="45" y="16144"/>
                      <a:pt x="15" y="16622"/>
                      <a:pt x="15" y="17100"/>
                    </a:cubicBezTo>
                    <a:lnTo>
                      <a:pt x="15" y="17115"/>
                    </a:lnTo>
                    <a:cubicBezTo>
                      <a:pt x="15" y="17160"/>
                      <a:pt x="63" y="17188"/>
                      <a:pt x="101" y="17188"/>
                    </a:cubicBezTo>
                    <a:cubicBezTo>
                      <a:pt x="128" y="17188"/>
                      <a:pt x="149" y="17175"/>
                      <a:pt x="149" y="17145"/>
                    </a:cubicBezTo>
                    <a:cubicBezTo>
                      <a:pt x="149" y="16742"/>
                      <a:pt x="164" y="16368"/>
                      <a:pt x="164" y="15980"/>
                    </a:cubicBezTo>
                    <a:cubicBezTo>
                      <a:pt x="194" y="14979"/>
                      <a:pt x="224" y="13979"/>
                      <a:pt x="239" y="12963"/>
                    </a:cubicBezTo>
                    <a:cubicBezTo>
                      <a:pt x="269" y="11619"/>
                      <a:pt x="299" y="10245"/>
                      <a:pt x="314" y="8885"/>
                    </a:cubicBezTo>
                    <a:lnTo>
                      <a:pt x="388" y="4479"/>
                    </a:lnTo>
                    <a:cubicBezTo>
                      <a:pt x="418" y="3135"/>
                      <a:pt x="448" y="1806"/>
                      <a:pt x="448" y="462"/>
                    </a:cubicBezTo>
                    <a:lnTo>
                      <a:pt x="448" y="43"/>
                    </a:lnTo>
                    <a:cubicBezTo>
                      <a:pt x="448" y="13"/>
                      <a:pt x="426" y="0"/>
                      <a:pt x="400" y="0"/>
                    </a:cubicBezTo>
                    <a:close/>
                    <a:moveTo>
                      <a:pt x="736" y="94"/>
                    </a:moveTo>
                    <a:cubicBezTo>
                      <a:pt x="705" y="94"/>
                      <a:pt x="672" y="116"/>
                      <a:pt x="672" y="163"/>
                    </a:cubicBezTo>
                    <a:cubicBezTo>
                      <a:pt x="672" y="1492"/>
                      <a:pt x="642" y="2777"/>
                      <a:pt x="612" y="4106"/>
                    </a:cubicBezTo>
                    <a:cubicBezTo>
                      <a:pt x="598" y="5570"/>
                      <a:pt x="568" y="7018"/>
                      <a:pt x="538" y="8482"/>
                    </a:cubicBezTo>
                    <a:cubicBezTo>
                      <a:pt x="523" y="9856"/>
                      <a:pt x="493" y="11245"/>
                      <a:pt x="463" y="12619"/>
                    </a:cubicBezTo>
                    <a:cubicBezTo>
                      <a:pt x="448" y="13665"/>
                      <a:pt x="418" y="14725"/>
                      <a:pt x="388" y="15771"/>
                    </a:cubicBezTo>
                    <a:cubicBezTo>
                      <a:pt x="388" y="16249"/>
                      <a:pt x="373" y="16727"/>
                      <a:pt x="373" y="17190"/>
                    </a:cubicBezTo>
                    <a:lnTo>
                      <a:pt x="373" y="17220"/>
                    </a:lnTo>
                    <a:cubicBezTo>
                      <a:pt x="373" y="17264"/>
                      <a:pt x="416" y="17293"/>
                      <a:pt x="450" y="17293"/>
                    </a:cubicBezTo>
                    <a:cubicBezTo>
                      <a:pt x="473" y="17293"/>
                      <a:pt x="493" y="17280"/>
                      <a:pt x="493" y="17250"/>
                    </a:cubicBezTo>
                    <a:cubicBezTo>
                      <a:pt x="493" y="16846"/>
                      <a:pt x="523" y="16473"/>
                      <a:pt x="523" y="16070"/>
                    </a:cubicBezTo>
                    <a:cubicBezTo>
                      <a:pt x="538" y="15084"/>
                      <a:pt x="568" y="14083"/>
                      <a:pt x="598" y="13067"/>
                    </a:cubicBezTo>
                    <a:cubicBezTo>
                      <a:pt x="612" y="11723"/>
                      <a:pt x="642" y="10349"/>
                      <a:pt x="672" y="8975"/>
                    </a:cubicBezTo>
                    <a:lnTo>
                      <a:pt x="747" y="4569"/>
                    </a:lnTo>
                    <a:cubicBezTo>
                      <a:pt x="762" y="3225"/>
                      <a:pt x="792" y="1910"/>
                      <a:pt x="792" y="566"/>
                    </a:cubicBezTo>
                    <a:lnTo>
                      <a:pt x="792" y="148"/>
                    </a:lnTo>
                    <a:cubicBezTo>
                      <a:pt x="792" y="112"/>
                      <a:pt x="764" y="94"/>
                      <a:pt x="736" y="94"/>
                    </a:cubicBezTo>
                    <a:close/>
                    <a:moveTo>
                      <a:pt x="314" y="19161"/>
                    </a:moveTo>
                    <a:lnTo>
                      <a:pt x="314" y="19161"/>
                    </a:lnTo>
                    <a:cubicBezTo>
                      <a:pt x="314" y="19163"/>
                      <a:pt x="313" y="19165"/>
                      <a:pt x="313" y="19166"/>
                    </a:cubicBezTo>
                    <a:lnTo>
                      <a:pt x="313" y="19166"/>
                    </a:lnTo>
                    <a:cubicBezTo>
                      <a:pt x="314" y="19165"/>
                      <a:pt x="314" y="19163"/>
                      <a:pt x="314" y="19161"/>
                    </a:cubicBezTo>
                    <a:close/>
                    <a:moveTo>
                      <a:pt x="313" y="19166"/>
                    </a:moveTo>
                    <a:cubicBezTo>
                      <a:pt x="312" y="19176"/>
                      <a:pt x="305" y="19184"/>
                      <a:pt x="296" y="19190"/>
                    </a:cubicBezTo>
                    <a:lnTo>
                      <a:pt x="296" y="19190"/>
                    </a:lnTo>
                    <a:cubicBezTo>
                      <a:pt x="270" y="19177"/>
                      <a:pt x="241" y="19170"/>
                      <a:pt x="213" y="19170"/>
                    </a:cubicBezTo>
                    <a:cubicBezTo>
                      <a:pt x="183" y="19170"/>
                      <a:pt x="154" y="19178"/>
                      <a:pt x="131" y="19196"/>
                    </a:cubicBezTo>
                    <a:lnTo>
                      <a:pt x="131" y="19196"/>
                    </a:lnTo>
                    <a:cubicBezTo>
                      <a:pt x="81" y="19205"/>
                      <a:pt x="36" y="19227"/>
                      <a:pt x="15" y="19281"/>
                    </a:cubicBezTo>
                    <a:cubicBezTo>
                      <a:pt x="12" y="19297"/>
                      <a:pt x="9" y="19313"/>
                      <a:pt x="8" y="19329"/>
                    </a:cubicBezTo>
                    <a:lnTo>
                      <a:pt x="8" y="19329"/>
                    </a:lnTo>
                    <a:cubicBezTo>
                      <a:pt x="5" y="19337"/>
                      <a:pt x="2" y="19346"/>
                      <a:pt x="0" y="19355"/>
                    </a:cubicBezTo>
                    <a:cubicBezTo>
                      <a:pt x="0" y="19430"/>
                      <a:pt x="15" y="19490"/>
                      <a:pt x="75" y="19535"/>
                    </a:cubicBezTo>
                    <a:cubicBezTo>
                      <a:pt x="107" y="19572"/>
                      <a:pt x="151" y="19589"/>
                      <a:pt x="197" y="19589"/>
                    </a:cubicBezTo>
                    <a:cubicBezTo>
                      <a:pt x="280" y="19589"/>
                      <a:pt x="370" y="19537"/>
                      <a:pt x="418" y="19460"/>
                    </a:cubicBezTo>
                    <a:cubicBezTo>
                      <a:pt x="448" y="19430"/>
                      <a:pt x="448" y="19385"/>
                      <a:pt x="418" y="19355"/>
                    </a:cubicBezTo>
                    <a:cubicBezTo>
                      <a:pt x="418" y="19317"/>
                      <a:pt x="396" y="19290"/>
                      <a:pt x="381" y="19273"/>
                    </a:cubicBezTo>
                    <a:lnTo>
                      <a:pt x="381" y="19273"/>
                    </a:lnTo>
                    <a:cubicBezTo>
                      <a:pt x="368" y="19238"/>
                      <a:pt x="340" y="19201"/>
                      <a:pt x="311" y="19193"/>
                    </a:cubicBezTo>
                    <a:lnTo>
                      <a:pt x="311" y="19193"/>
                    </a:lnTo>
                    <a:cubicBezTo>
                      <a:pt x="310" y="19201"/>
                      <a:pt x="309" y="19208"/>
                      <a:pt x="308" y="19215"/>
                    </a:cubicBezTo>
                    <a:lnTo>
                      <a:pt x="308" y="19215"/>
                    </a:lnTo>
                    <a:cubicBezTo>
                      <a:pt x="297" y="19209"/>
                      <a:pt x="285" y="19204"/>
                      <a:pt x="273" y="19201"/>
                    </a:cubicBezTo>
                    <a:lnTo>
                      <a:pt x="273" y="19201"/>
                    </a:lnTo>
                    <a:cubicBezTo>
                      <a:pt x="282" y="19198"/>
                      <a:pt x="290" y="19194"/>
                      <a:pt x="296" y="19190"/>
                    </a:cubicBezTo>
                    <a:lnTo>
                      <a:pt x="296" y="19190"/>
                    </a:lnTo>
                    <a:cubicBezTo>
                      <a:pt x="297" y="19190"/>
                      <a:pt x="298" y="19191"/>
                      <a:pt x="299" y="19191"/>
                    </a:cubicBezTo>
                    <a:cubicBezTo>
                      <a:pt x="303" y="19191"/>
                      <a:pt x="307" y="19192"/>
                      <a:pt x="311" y="19193"/>
                    </a:cubicBezTo>
                    <a:lnTo>
                      <a:pt x="311" y="19193"/>
                    </a:lnTo>
                    <a:cubicBezTo>
                      <a:pt x="312" y="19185"/>
                      <a:pt x="312" y="19176"/>
                      <a:pt x="313" y="1916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5"/>
              <p:cNvSpPr/>
              <p:nvPr/>
            </p:nvSpPr>
            <p:spPr>
              <a:xfrm>
                <a:off x="2378875" y="-871950"/>
                <a:ext cx="25425" cy="107350"/>
              </a:xfrm>
              <a:custGeom>
                <a:rect b="b" l="l" r="r" t="t"/>
                <a:pathLst>
                  <a:path extrusionOk="0" h="4294" w="1017">
                    <a:moveTo>
                      <a:pt x="168" y="0"/>
                    </a:moveTo>
                    <a:cubicBezTo>
                      <a:pt x="142" y="0"/>
                      <a:pt x="120" y="13"/>
                      <a:pt x="120" y="43"/>
                    </a:cubicBezTo>
                    <a:cubicBezTo>
                      <a:pt x="105" y="686"/>
                      <a:pt x="105" y="1343"/>
                      <a:pt x="75" y="1985"/>
                    </a:cubicBezTo>
                    <a:cubicBezTo>
                      <a:pt x="75" y="2043"/>
                      <a:pt x="113" y="2074"/>
                      <a:pt x="145" y="2074"/>
                    </a:cubicBezTo>
                    <a:cubicBezTo>
                      <a:pt x="172" y="2074"/>
                      <a:pt x="195" y="2054"/>
                      <a:pt x="195" y="2015"/>
                    </a:cubicBezTo>
                    <a:cubicBezTo>
                      <a:pt x="225" y="1358"/>
                      <a:pt x="225" y="715"/>
                      <a:pt x="255" y="73"/>
                    </a:cubicBezTo>
                    <a:cubicBezTo>
                      <a:pt x="255" y="29"/>
                      <a:pt x="207" y="0"/>
                      <a:pt x="168" y="0"/>
                    </a:cubicBezTo>
                    <a:close/>
                    <a:moveTo>
                      <a:pt x="651" y="3613"/>
                    </a:moveTo>
                    <a:cubicBezTo>
                      <a:pt x="539" y="3613"/>
                      <a:pt x="426" y="3643"/>
                      <a:pt x="329" y="3703"/>
                    </a:cubicBezTo>
                    <a:cubicBezTo>
                      <a:pt x="150" y="3807"/>
                      <a:pt x="31" y="4001"/>
                      <a:pt x="1" y="4225"/>
                    </a:cubicBezTo>
                    <a:cubicBezTo>
                      <a:pt x="17" y="4266"/>
                      <a:pt x="59" y="4293"/>
                      <a:pt x="95" y="4293"/>
                    </a:cubicBezTo>
                    <a:cubicBezTo>
                      <a:pt x="125" y="4293"/>
                      <a:pt x="150" y="4273"/>
                      <a:pt x="150" y="4225"/>
                    </a:cubicBezTo>
                    <a:cubicBezTo>
                      <a:pt x="150" y="4046"/>
                      <a:pt x="255" y="3882"/>
                      <a:pt x="404" y="3807"/>
                    </a:cubicBezTo>
                    <a:cubicBezTo>
                      <a:pt x="480" y="3759"/>
                      <a:pt x="564" y="3739"/>
                      <a:pt x="649" y="3739"/>
                    </a:cubicBezTo>
                    <a:cubicBezTo>
                      <a:pt x="748" y="3739"/>
                      <a:pt x="846" y="3767"/>
                      <a:pt x="927" y="3807"/>
                    </a:cubicBezTo>
                    <a:cubicBezTo>
                      <a:pt x="931" y="3811"/>
                      <a:pt x="938" y="3813"/>
                      <a:pt x="946" y="3813"/>
                    </a:cubicBezTo>
                    <a:cubicBezTo>
                      <a:pt x="970" y="3813"/>
                      <a:pt x="1002" y="3799"/>
                      <a:pt x="1002" y="3777"/>
                    </a:cubicBezTo>
                    <a:cubicBezTo>
                      <a:pt x="1016" y="3747"/>
                      <a:pt x="1002" y="3703"/>
                      <a:pt x="972" y="3703"/>
                    </a:cubicBezTo>
                    <a:cubicBezTo>
                      <a:pt x="875" y="3643"/>
                      <a:pt x="763" y="3613"/>
                      <a:pt x="651" y="3613"/>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5"/>
              <p:cNvSpPr/>
              <p:nvPr/>
            </p:nvSpPr>
            <p:spPr>
              <a:xfrm>
                <a:off x="2386350" y="-1249100"/>
                <a:ext cx="3750" cy="33325"/>
              </a:xfrm>
              <a:custGeom>
                <a:rect b="b" l="l" r="r" t="t"/>
                <a:pathLst>
                  <a:path extrusionOk="0" h="1333" w="150">
                    <a:moveTo>
                      <a:pt x="77" y="1"/>
                    </a:moveTo>
                    <a:cubicBezTo>
                      <a:pt x="43" y="1"/>
                      <a:pt x="1" y="29"/>
                      <a:pt x="1" y="74"/>
                    </a:cubicBezTo>
                    <a:cubicBezTo>
                      <a:pt x="30" y="462"/>
                      <a:pt x="30" y="866"/>
                      <a:pt x="1" y="1269"/>
                    </a:cubicBezTo>
                    <a:cubicBezTo>
                      <a:pt x="1" y="1310"/>
                      <a:pt x="37" y="1333"/>
                      <a:pt x="69" y="1333"/>
                    </a:cubicBezTo>
                    <a:cubicBezTo>
                      <a:pt x="96" y="1333"/>
                      <a:pt x="120" y="1317"/>
                      <a:pt x="120" y="1284"/>
                    </a:cubicBezTo>
                    <a:cubicBezTo>
                      <a:pt x="150" y="866"/>
                      <a:pt x="150" y="462"/>
                      <a:pt x="120" y="44"/>
                    </a:cubicBezTo>
                    <a:cubicBezTo>
                      <a:pt x="120" y="14"/>
                      <a:pt x="101"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9" name="Google Shape;599;p45"/>
            <p:cNvSpPr/>
            <p:nvPr/>
          </p:nvSpPr>
          <p:spPr>
            <a:xfrm>
              <a:off x="7568604" y="4902100"/>
              <a:ext cx="225499" cy="369300"/>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5"/>
            <p:cNvSpPr/>
            <p:nvPr/>
          </p:nvSpPr>
          <p:spPr>
            <a:xfrm flipH="1" rot="1155806">
              <a:off x="8615284" y="3294600"/>
              <a:ext cx="225496" cy="369294"/>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1" name="Google Shape;601;p45"/>
            <p:cNvGrpSpPr/>
            <p:nvPr/>
          </p:nvGrpSpPr>
          <p:grpSpPr>
            <a:xfrm rot="-4389914">
              <a:off x="7571363" y="4563278"/>
              <a:ext cx="2175285" cy="355361"/>
              <a:chOff x="-2497825" y="2229500"/>
              <a:chExt cx="368200" cy="60150"/>
            </a:xfrm>
          </p:grpSpPr>
          <p:sp>
            <p:nvSpPr>
              <p:cNvPr id="602" name="Google Shape;602;p45"/>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5"/>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5"/>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5"/>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5"/>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5"/>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45"/>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45"/>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45"/>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45"/>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45"/>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45"/>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45"/>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45"/>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45"/>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45"/>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45"/>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45"/>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45"/>
              <p:cNvSpPr/>
              <p:nvPr/>
            </p:nvSpPr>
            <p:spPr>
              <a:xfrm rot="-428">
                <a:off x="-2467949" y="2230498"/>
                <a:ext cx="18922"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45"/>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2" name="Shape 622"/>
        <p:cNvGrpSpPr/>
        <p:nvPr/>
      </p:nvGrpSpPr>
      <p:grpSpPr>
        <a:xfrm>
          <a:off x="0" y="0"/>
          <a:ext cx="0" cy="0"/>
          <a:chOff x="0" y="0"/>
          <a:chExt cx="0" cy="0"/>
        </a:xfrm>
      </p:grpSpPr>
      <p:grpSp>
        <p:nvGrpSpPr>
          <p:cNvPr id="623" name="Google Shape;623;p46"/>
          <p:cNvGrpSpPr/>
          <p:nvPr/>
        </p:nvGrpSpPr>
        <p:grpSpPr>
          <a:xfrm>
            <a:off x="-65" y="-15"/>
            <a:ext cx="9144128" cy="5143530"/>
            <a:chOff x="-2163850" y="-134475"/>
            <a:chExt cx="3075000" cy="5336719"/>
          </a:xfrm>
        </p:grpSpPr>
        <p:cxnSp>
          <p:nvCxnSpPr>
            <p:cNvPr id="624" name="Google Shape;624;p46"/>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25" name="Google Shape;625;p46"/>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26" name="Google Shape;626;p46"/>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27" name="Google Shape;627;p46"/>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28" name="Google Shape;628;p46"/>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29" name="Google Shape;629;p46"/>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0" name="Google Shape;630;p46"/>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1" name="Google Shape;631;p46"/>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2" name="Google Shape;632;p46"/>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3" name="Google Shape;633;p46"/>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4" name="Google Shape;634;p46"/>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5" name="Google Shape;635;p46"/>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6" name="Google Shape;636;p46"/>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7" name="Google Shape;637;p46"/>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8" name="Google Shape;638;p46"/>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39" name="Google Shape;639;p46"/>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640" name="Google Shape;640;p46"/>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1" name="Google Shape;641;p46"/>
          <p:cNvSpPr txBox="1"/>
          <p:nvPr>
            <p:ph idx="1" type="subTitle"/>
          </p:nvPr>
        </p:nvSpPr>
        <p:spPr>
          <a:xfrm>
            <a:off x="5055280" y="3801974"/>
            <a:ext cx="2505600" cy="6480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42" name="Google Shape;642;p46"/>
          <p:cNvSpPr txBox="1"/>
          <p:nvPr>
            <p:ph idx="2" type="subTitle"/>
          </p:nvPr>
        </p:nvSpPr>
        <p:spPr>
          <a:xfrm>
            <a:off x="1583188" y="3801974"/>
            <a:ext cx="2505600" cy="6480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43" name="Google Shape;643;p46"/>
          <p:cNvSpPr txBox="1"/>
          <p:nvPr>
            <p:ph idx="3" type="subTitle"/>
          </p:nvPr>
        </p:nvSpPr>
        <p:spPr>
          <a:xfrm>
            <a:off x="5055280" y="3229275"/>
            <a:ext cx="25056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644" name="Google Shape;644;p46"/>
          <p:cNvSpPr txBox="1"/>
          <p:nvPr>
            <p:ph idx="4" type="subTitle"/>
          </p:nvPr>
        </p:nvSpPr>
        <p:spPr>
          <a:xfrm>
            <a:off x="1583188" y="3229275"/>
            <a:ext cx="25056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grpSp>
        <p:nvGrpSpPr>
          <p:cNvPr id="645" name="Google Shape;645;p46"/>
          <p:cNvGrpSpPr/>
          <p:nvPr/>
        </p:nvGrpSpPr>
        <p:grpSpPr>
          <a:xfrm>
            <a:off x="-748793" y="-1184576"/>
            <a:ext cx="10641573" cy="6242367"/>
            <a:chOff x="-764456" y="-1184576"/>
            <a:chExt cx="10641573" cy="6242367"/>
          </a:xfrm>
        </p:grpSpPr>
        <p:grpSp>
          <p:nvGrpSpPr>
            <p:cNvPr id="646" name="Google Shape;646;p46"/>
            <p:cNvGrpSpPr/>
            <p:nvPr/>
          </p:nvGrpSpPr>
          <p:grpSpPr>
            <a:xfrm>
              <a:off x="-764456" y="567070"/>
              <a:ext cx="1677862" cy="2829640"/>
              <a:chOff x="-764456" y="567070"/>
              <a:chExt cx="1677862" cy="2829640"/>
            </a:xfrm>
          </p:grpSpPr>
          <p:grpSp>
            <p:nvGrpSpPr>
              <p:cNvPr id="647" name="Google Shape;647;p46"/>
              <p:cNvGrpSpPr/>
              <p:nvPr/>
            </p:nvGrpSpPr>
            <p:grpSpPr>
              <a:xfrm flipH="1" rot="-9252106">
                <a:off x="-433469" y="1509325"/>
                <a:ext cx="1015888" cy="1753721"/>
                <a:chOff x="1763900" y="-464625"/>
                <a:chExt cx="185600" cy="320400"/>
              </a:xfrm>
            </p:grpSpPr>
            <p:sp>
              <p:nvSpPr>
                <p:cNvPr id="648" name="Google Shape;648;p46"/>
                <p:cNvSpPr/>
                <p:nvPr/>
              </p:nvSpPr>
              <p:spPr>
                <a:xfrm>
                  <a:off x="1763900" y="-464625"/>
                  <a:ext cx="184475" cy="320100"/>
                </a:xfrm>
                <a:custGeom>
                  <a:rect b="b" l="l" r="r" t="t"/>
                  <a:pathLst>
                    <a:path extrusionOk="0" h="12804" w="7379">
                      <a:moveTo>
                        <a:pt x="5333" y="2584"/>
                      </a:moveTo>
                      <a:cubicBezTo>
                        <a:pt x="5407" y="5049"/>
                        <a:pt x="5407" y="7513"/>
                        <a:pt x="5363" y="9933"/>
                      </a:cubicBezTo>
                      <a:lnTo>
                        <a:pt x="5363" y="10336"/>
                      </a:lnTo>
                      <a:cubicBezTo>
                        <a:pt x="3914" y="9978"/>
                        <a:pt x="2898" y="8768"/>
                        <a:pt x="2525" y="7588"/>
                      </a:cubicBezTo>
                      <a:cubicBezTo>
                        <a:pt x="2390" y="7244"/>
                        <a:pt x="2345" y="6871"/>
                        <a:pt x="2345" y="6468"/>
                      </a:cubicBezTo>
                      <a:cubicBezTo>
                        <a:pt x="2375" y="5109"/>
                        <a:pt x="3242" y="3630"/>
                        <a:pt x="4586" y="2868"/>
                      </a:cubicBezTo>
                      <a:cubicBezTo>
                        <a:pt x="4810" y="2749"/>
                        <a:pt x="5079" y="2614"/>
                        <a:pt x="5333" y="2584"/>
                      </a:cubicBezTo>
                      <a:close/>
                      <a:moveTo>
                        <a:pt x="7244" y="1"/>
                      </a:moveTo>
                      <a:lnTo>
                        <a:pt x="7244" y="1"/>
                      </a:lnTo>
                      <a:cubicBezTo>
                        <a:pt x="5960" y="105"/>
                        <a:pt x="4705" y="508"/>
                        <a:pt x="3645" y="1195"/>
                      </a:cubicBezTo>
                      <a:cubicBezTo>
                        <a:pt x="1330" y="2659"/>
                        <a:pt x="1" y="5527"/>
                        <a:pt x="822" y="8215"/>
                      </a:cubicBezTo>
                      <a:cubicBezTo>
                        <a:pt x="1582" y="10774"/>
                        <a:pt x="4361" y="12803"/>
                        <a:pt x="7056" y="12803"/>
                      </a:cubicBezTo>
                      <a:cubicBezTo>
                        <a:pt x="7114" y="12803"/>
                        <a:pt x="7172" y="12802"/>
                        <a:pt x="7229" y="12801"/>
                      </a:cubicBezTo>
                      <a:cubicBezTo>
                        <a:pt x="7379" y="8544"/>
                        <a:pt x="7379" y="4257"/>
                        <a:pt x="72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46"/>
                <p:cNvSpPr/>
                <p:nvPr/>
              </p:nvSpPr>
              <p:spPr>
                <a:xfrm>
                  <a:off x="1895325" y="-463875"/>
                  <a:ext cx="54175" cy="319650"/>
                </a:xfrm>
                <a:custGeom>
                  <a:rect b="b" l="l" r="r" t="t"/>
                  <a:pathLst>
                    <a:path extrusionOk="0" h="12786" w="2167">
                      <a:moveTo>
                        <a:pt x="1674" y="0"/>
                      </a:moveTo>
                      <a:cubicBezTo>
                        <a:pt x="1644" y="0"/>
                        <a:pt x="1599" y="30"/>
                        <a:pt x="1599" y="45"/>
                      </a:cubicBezTo>
                      <a:cubicBezTo>
                        <a:pt x="1569" y="105"/>
                        <a:pt x="1599" y="120"/>
                        <a:pt x="1644" y="120"/>
                      </a:cubicBezTo>
                      <a:lnTo>
                        <a:pt x="1972" y="120"/>
                      </a:lnTo>
                      <a:cubicBezTo>
                        <a:pt x="1987" y="120"/>
                        <a:pt x="2047" y="105"/>
                        <a:pt x="2047" y="75"/>
                      </a:cubicBezTo>
                      <a:cubicBezTo>
                        <a:pt x="2047" y="45"/>
                        <a:pt x="2017" y="0"/>
                        <a:pt x="1987" y="0"/>
                      </a:cubicBezTo>
                      <a:close/>
                      <a:moveTo>
                        <a:pt x="1674" y="478"/>
                      </a:moveTo>
                      <a:cubicBezTo>
                        <a:pt x="1644" y="478"/>
                        <a:pt x="1599" y="493"/>
                        <a:pt x="1599" y="523"/>
                      </a:cubicBezTo>
                      <a:cubicBezTo>
                        <a:pt x="1569" y="568"/>
                        <a:pt x="1599" y="598"/>
                        <a:pt x="1644" y="598"/>
                      </a:cubicBezTo>
                      <a:lnTo>
                        <a:pt x="1972" y="598"/>
                      </a:lnTo>
                      <a:cubicBezTo>
                        <a:pt x="1987" y="598"/>
                        <a:pt x="2047" y="568"/>
                        <a:pt x="2047" y="553"/>
                      </a:cubicBezTo>
                      <a:cubicBezTo>
                        <a:pt x="2047" y="523"/>
                        <a:pt x="2017" y="478"/>
                        <a:pt x="1987" y="478"/>
                      </a:cubicBezTo>
                      <a:close/>
                      <a:moveTo>
                        <a:pt x="1674" y="926"/>
                      </a:moveTo>
                      <a:cubicBezTo>
                        <a:pt x="1644" y="926"/>
                        <a:pt x="1599" y="941"/>
                        <a:pt x="1599" y="971"/>
                      </a:cubicBezTo>
                      <a:cubicBezTo>
                        <a:pt x="1599" y="1016"/>
                        <a:pt x="1614" y="1046"/>
                        <a:pt x="1644" y="1046"/>
                      </a:cubicBezTo>
                      <a:lnTo>
                        <a:pt x="1972" y="1046"/>
                      </a:lnTo>
                      <a:cubicBezTo>
                        <a:pt x="1987" y="1046"/>
                        <a:pt x="2047" y="1016"/>
                        <a:pt x="2047" y="1001"/>
                      </a:cubicBezTo>
                      <a:cubicBezTo>
                        <a:pt x="2047" y="971"/>
                        <a:pt x="2017" y="926"/>
                        <a:pt x="1987" y="926"/>
                      </a:cubicBezTo>
                      <a:close/>
                      <a:moveTo>
                        <a:pt x="1674" y="1374"/>
                      </a:moveTo>
                      <a:cubicBezTo>
                        <a:pt x="1644" y="1374"/>
                        <a:pt x="1599" y="1389"/>
                        <a:pt x="1599" y="1419"/>
                      </a:cubicBezTo>
                      <a:cubicBezTo>
                        <a:pt x="1599" y="1464"/>
                        <a:pt x="1614" y="1494"/>
                        <a:pt x="1644" y="1494"/>
                      </a:cubicBezTo>
                      <a:lnTo>
                        <a:pt x="1972" y="1494"/>
                      </a:lnTo>
                      <a:cubicBezTo>
                        <a:pt x="1987" y="1494"/>
                        <a:pt x="2047" y="1464"/>
                        <a:pt x="2047" y="1449"/>
                      </a:cubicBezTo>
                      <a:cubicBezTo>
                        <a:pt x="2047" y="1419"/>
                        <a:pt x="2017" y="1374"/>
                        <a:pt x="1987" y="1374"/>
                      </a:cubicBezTo>
                      <a:close/>
                      <a:moveTo>
                        <a:pt x="1226" y="1823"/>
                      </a:moveTo>
                      <a:cubicBezTo>
                        <a:pt x="1196" y="1823"/>
                        <a:pt x="1166" y="1867"/>
                        <a:pt x="1166" y="1897"/>
                      </a:cubicBezTo>
                      <a:cubicBezTo>
                        <a:pt x="1166" y="1942"/>
                        <a:pt x="1196" y="1942"/>
                        <a:pt x="1241" y="1942"/>
                      </a:cubicBezTo>
                      <a:lnTo>
                        <a:pt x="1614" y="1942"/>
                      </a:lnTo>
                      <a:lnTo>
                        <a:pt x="1644" y="1972"/>
                      </a:lnTo>
                      <a:lnTo>
                        <a:pt x="1972" y="1972"/>
                      </a:lnTo>
                      <a:cubicBezTo>
                        <a:pt x="1987" y="1972"/>
                        <a:pt x="2047" y="1942"/>
                        <a:pt x="2047" y="1912"/>
                      </a:cubicBezTo>
                      <a:cubicBezTo>
                        <a:pt x="2047" y="1897"/>
                        <a:pt x="2017" y="1837"/>
                        <a:pt x="1987" y="1837"/>
                      </a:cubicBezTo>
                      <a:lnTo>
                        <a:pt x="1719" y="1837"/>
                      </a:lnTo>
                      <a:cubicBezTo>
                        <a:pt x="1689" y="1823"/>
                        <a:pt x="1689" y="1823"/>
                        <a:pt x="1674" y="1823"/>
                      </a:cubicBezTo>
                      <a:close/>
                      <a:moveTo>
                        <a:pt x="1689" y="2256"/>
                      </a:moveTo>
                      <a:cubicBezTo>
                        <a:pt x="1674" y="2256"/>
                        <a:pt x="1614" y="2286"/>
                        <a:pt x="1614" y="2315"/>
                      </a:cubicBezTo>
                      <a:cubicBezTo>
                        <a:pt x="1599" y="2360"/>
                        <a:pt x="1644" y="2390"/>
                        <a:pt x="1674" y="2390"/>
                      </a:cubicBezTo>
                      <a:lnTo>
                        <a:pt x="1987" y="2390"/>
                      </a:lnTo>
                      <a:cubicBezTo>
                        <a:pt x="2017" y="2390"/>
                        <a:pt x="2062" y="2360"/>
                        <a:pt x="2062" y="2330"/>
                      </a:cubicBezTo>
                      <a:cubicBezTo>
                        <a:pt x="2062" y="2315"/>
                        <a:pt x="2047" y="2256"/>
                        <a:pt x="2017" y="2256"/>
                      </a:cubicBezTo>
                      <a:close/>
                      <a:moveTo>
                        <a:pt x="1689" y="2704"/>
                      </a:moveTo>
                      <a:cubicBezTo>
                        <a:pt x="1674" y="2704"/>
                        <a:pt x="1614" y="2734"/>
                        <a:pt x="1614" y="2764"/>
                      </a:cubicBezTo>
                      <a:cubicBezTo>
                        <a:pt x="1614" y="2808"/>
                        <a:pt x="1644" y="2838"/>
                        <a:pt x="1674" y="2838"/>
                      </a:cubicBezTo>
                      <a:lnTo>
                        <a:pt x="1987" y="2838"/>
                      </a:lnTo>
                      <a:cubicBezTo>
                        <a:pt x="2017" y="2838"/>
                        <a:pt x="2062" y="2808"/>
                        <a:pt x="2062" y="2778"/>
                      </a:cubicBezTo>
                      <a:cubicBezTo>
                        <a:pt x="2062" y="2764"/>
                        <a:pt x="2047" y="2704"/>
                        <a:pt x="2017" y="2704"/>
                      </a:cubicBezTo>
                      <a:close/>
                      <a:moveTo>
                        <a:pt x="1719" y="3152"/>
                      </a:moveTo>
                      <a:cubicBezTo>
                        <a:pt x="1689" y="3152"/>
                        <a:pt x="1644" y="3182"/>
                        <a:pt x="1644" y="3212"/>
                      </a:cubicBezTo>
                      <a:cubicBezTo>
                        <a:pt x="1618" y="3250"/>
                        <a:pt x="1637" y="3289"/>
                        <a:pt x="1672" y="3289"/>
                      </a:cubicBezTo>
                      <a:cubicBezTo>
                        <a:pt x="1677" y="3289"/>
                        <a:pt x="1683" y="3288"/>
                        <a:pt x="1689" y="3286"/>
                      </a:cubicBezTo>
                      <a:lnTo>
                        <a:pt x="2017" y="3286"/>
                      </a:lnTo>
                      <a:cubicBezTo>
                        <a:pt x="2047" y="3286"/>
                        <a:pt x="2092" y="3256"/>
                        <a:pt x="2092" y="3227"/>
                      </a:cubicBezTo>
                      <a:cubicBezTo>
                        <a:pt x="2092" y="3212"/>
                        <a:pt x="2062" y="3152"/>
                        <a:pt x="2047" y="3152"/>
                      </a:cubicBezTo>
                      <a:close/>
                      <a:moveTo>
                        <a:pt x="1739" y="3617"/>
                      </a:moveTo>
                      <a:cubicBezTo>
                        <a:pt x="1714" y="3617"/>
                        <a:pt x="1704" y="3630"/>
                        <a:pt x="1674" y="3630"/>
                      </a:cubicBezTo>
                      <a:lnTo>
                        <a:pt x="1300" y="3630"/>
                      </a:lnTo>
                      <a:cubicBezTo>
                        <a:pt x="1271" y="3630"/>
                        <a:pt x="1241" y="3675"/>
                        <a:pt x="1241" y="3704"/>
                      </a:cubicBezTo>
                      <a:cubicBezTo>
                        <a:pt x="1241" y="3749"/>
                        <a:pt x="1271" y="3749"/>
                        <a:pt x="1315" y="3749"/>
                      </a:cubicBezTo>
                      <a:lnTo>
                        <a:pt x="2047" y="3749"/>
                      </a:lnTo>
                      <a:cubicBezTo>
                        <a:pt x="2062" y="3749"/>
                        <a:pt x="2122" y="3734"/>
                        <a:pt x="2122" y="3704"/>
                      </a:cubicBezTo>
                      <a:cubicBezTo>
                        <a:pt x="2122" y="3675"/>
                        <a:pt x="2092" y="3630"/>
                        <a:pt x="2062" y="3630"/>
                      </a:cubicBezTo>
                      <a:lnTo>
                        <a:pt x="1793" y="3630"/>
                      </a:lnTo>
                      <a:cubicBezTo>
                        <a:pt x="1768" y="3620"/>
                        <a:pt x="1752" y="3617"/>
                        <a:pt x="1739" y="3617"/>
                      </a:cubicBezTo>
                      <a:close/>
                      <a:moveTo>
                        <a:pt x="1719" y="4078"/>
                      </a:moveTo>
                      <a:cubicBezTo>
                        <a:pt x="1689" y="4078"/>
                        <a:pt x="1644" y="4108"/>
                        <a:pt x="1644" y="4123"/>
                      </a:cubicBezTo>
                      <a:cubicBezTo>
                        <a:pt x="1644" y="4182"/>
                        <a:pt x="1674" y="4197"/>
                        <a:pt x="1689" y="4197"/>
                      </a:cubicBezTo>
                      <a:lnTo>
                        <a:pt x="2017" y="4197"/>
                      </a:lnTo>
                      <a:cubicBezTo>
                        <a:pt x="2047" y="4197"/>
                        <a:pt x="2092" y="4182"/>
                        <a:pt x="2092" y="4153"/>
                      </a:cubicBezTo>
                      <a:cubicBezTo>
                        <a:pt x="2092" y="4123"/>
                        <a:pt x="2062" y="4078"/>
                        <a:pt x="2047" y="4078"/>
                      </a:cubicBezTo>
                      <a:close/>
                      <a:moveTo>
                        <a:pt x="1719" y="4526"/>
                      </a:moveTo>
                      <a:cubicBezTo>
                        <a:pt x="1689" y="4526"/>
                        <a:pt x="1644" y="4556"/>
                        <a:pt x="1644" y="4571"/>
                      </a:cubicBezTo>
                      <a:cubicBezTo>
                        <a:pt x="1644" y="4631"/>
                        <a:pt x="1674" y="4645"/>
                        <a:pt x="1689" y="4645"/>
                      </a:cubicBezTo>
                      <a:lnTo>
                        <a:pt x="2017" y="4645"/>
                      </a:lnTo>
                      <a:cubicBezTo>
                        <a:pt x="2047" y="4645"/>
                        <a:pt x="2092" y="4631"/>
                        <a:pt x="2092" y="4601"/>
                      </a:cubicBezTo>
                      <a:cubicBezTo>
                        <a:pt x="2092" y="4571"/>
                        <a:pt x="2062" y="4526"/>
                        <a:pt x="2047" y="4526"/>
                      </a:cubicBezTo>
                      <a:close/>
                      <a:moveTo>
                        <a:pt x="1719" y="4974"/>
                      </a:moveTo>
                      <a:cubicBezTo>
                        <a:pt x="1689" y="4974"/>
                        <a:pt x="1644" y="5004"/>
                        <a:pt x="1644" y="5019"/>
                      </a:cubicBezTo>
                      <a:cubicBezTo>
                        <a:pt x="1644" y="5079"/>
                        <a:pt x="1674" y="5094"/>
                        <a:pt x="1689" y="5094"/>
                      </a:cubicBezTo>
                      <a:lnTo>
                        <a:pt x="2017" y="5094"/>
                      </a:lnTo>
                      <a:cubicBezTo>
                        <a:pt x="2047" y="5094"/>
                        <a:pt x="2092" y="5079"/>
                        <a:pt x="2092" y="5049"/>
                      </a:cubicBezTo>
                      <a:cubicBezTo>
                        <a:pt x="2092" y="5019"/>
                        <a:pt x="2062" y="4974"/>
                        <a:pt x="2047" y="4974"/>
                      </a:cubicBezTo>
                      <a:close/>
                      <a:moveTo>
                        <a:pt x="1315" y="5422"/>
                      </a:moveTo>
                      <a:cubicBezTo>
                        <a:pt x="1300" y="5422"/>
                        <a:pt x="1271" y="5467"/>
                        <a:pt x="1271" y="5497"/>
                      </a:cubicBezTo>
                      <a:cubicBezTo>
                        <a:pt x="1271" y="5542"/>
                        <a:pt x="1300" y="5542"/>
                        <a:pt x="1345" y="5542"/>
                      </a:cubicBezTo>
                      <a:lnTo>
                        <a:pt x="2092" y="5542"/>
                      </a:lnTo>
                      <a:cubicBezTo>
                        <a:pt x="2122" y="5542"/>
                        <a:pt x="2167" y="5527"/>
                        <a:pt x="2167" y="5497"/>
                      </a:cubicBezTo>
                      <a:cubicBezTo>
                        <a:pt x="2167" y="5467"/>
                        <a:pt x="2137" y="5422"/>
                        <a:pt x="2122" y="5422"/>
                      </a:cubicBezTo>
                      <a:close/>
                      <a:moveTo>
                        <a:pt x="1748" y="5870"/>
                      </a:moveTo>
                      <a:cubicBezTo>
                        <a:pt x="1719" y="5870"/>
                        <a:pt x="1674" y="5900"/>
                        <a:pt x="1674" y="5915"/>
                      </a:cubicBezTo>
                      <a:cubicBezTo>
                        <a:pt x="1674" y="5975"/>
                        <a:pt x="1689" y="5990"/>
                        <a:pt x="1719" y="5990"/>
                      </a:cubicBezTo>
                      <a:lnTo>
                        <a:pt x="2047" y="5990"/>
                      </a:lnTo>
                      <a:cubicBezTo>
                        <a:pt x="2062" y="5990"/>
                        <a:pt x="2122" y="5975"/>
                        <a:pt x="2122" y="5945"/>
                      </a:cubicBezTo>
                      <a:cubicBezTo>
                        <a:pt x="2122" y="5915"/>
                        <a:pt x="2092" y="5870"/>
                        <a:pt x="2062" y="5870"/>
                      </a:cubicBezTo>
                      <a:close/>
                      <a:moveTo>
                        <a:pt x="1763" y="6318"/>
                      </a:moveTo>
                      <a:cubicBezTo>
                        <a:pt x="1748" y="6318"/>
                        <a:pt x="1689" y="6348"/>
                        <a:pt x="1689" y="6363"/>
                      </a:cubicBezTo>
                      <a:cubicBezTo>
                        <a:pt x="1677" y="6410"/>
                        <a:pt x="1684" y="6447"/>
                        <a:pt x="1715" y="6447"/>
                      </a:cubicBezTo>
                      <a:cubicBezTo>
                        <a:pt x="1724" y="6447"/>
                        <a:pt x="1735" y="6444"/>
                        <a:pt x="1748" y="6438"/>
                      </a:cubicBezTo>
                      <a:lnTo>
                        <a:pt x="2062" y="6438"/>
                      </a:lnTo>
                      <a:cubicBezTo>
                        <a:pt x="2092" y="6438"/>
                        <a:pt x="2137" y="6423"/>
                        <a:pt x="2137" y="6393"/>
                      </a:cubicBezTo>
                      <a:cubicBezTo>
                        <a:pt x="2137" y="6363"/>
                        <a:pt x="2122" y="6318"/>
                        <a:pt x="2092" y="6318"/>
                      </a:cubicBezTo>
                      <a:close/>
                      <a:moveTo>
                        <a:pt x="1748" y="6796"/>
                      </a:moveTo>
                      <a:cubicBezTo>
                        <a:pt x="1719" y="6796"/>
                        <a:pt x="1674" y="6811"/>
                        <a:pt x="1674" y="6841"/>
                      </a:cubicBezTo>
                      <a:cubicBezTo>
                        <a:pt x="1674" y="6871"/>
                        <a:pt x="1689" y="6886"/>
                        <a:pt x="1719" y="6916"/>
                      </a:cubicBezTo>
                      <a:lnTo>
                        <a:pt x="2062" y="6916"/>
                      </a:lnTo>
                      <a:cubicBezTo>
                        <a:pt x="2092" y="6916"/>
                        <a:pt x="2137" y="6886"/>
                        <a:pt x="2137" y="6871"/>
                      </a:cubicBezTo>
                      <a:cubicBezTo>
                        <a:pt x="2137" y="6841"/>
                        <a:pt x="2122" y="6796"/>
                        <a:pt x="2092" y="6796"/>
                      </a:cubicBezTo>
                      <a:close/>
                      <a:moveTo>
                        <a:pt x="1300" y="7214"/>
                      </a:moveTo>
                      <a:cubicBezTo>
                        <a:pt x="1271" y="7214"/>
                        <a:pt x="1241" y="7259"/>
                        <a:pt x="1241" y="7289"/>
                      </a:cubicBezTo>
                      <a:cubicBezTo>
                        <a:pt x="1241" y="7334"/>
                        <a:pt x="1271" y="7334"/>
                        <a:pt x="1315" y="7334"/>
                      </a:cubicBezTo>
                      <a:lnTo>
                        <a:pt x="2092" y="7334"/>
                      </a:lnTo>
                      <a:cubicBezTo>
                        <a:pt x="2122" y="7334"/>
                        <a:pt x="2167" y="7319"/>
                        <a:pt x="2167" y="7289"/>
                      </a:cubicBezTo>
                      <a:cubicBezTo>
                        <a:pt x="2167" y="7259"/>
                        <a:pt x="2137" y="7214"/>
                        <a:pt x="2122" y="7214"/>
                      </a:cubicBezTo>
                      <a:lnTo>
                        <a:pt x="1823" y="7214"/>
                      </a:lnTo>
                      <a:cubicBezTo>
                        <a:pt x="1793" y="7229"/>
                        <a:pt x="1778" y="7237"/>
                        <a:pt x="1769" y="7237"/>
                      </a:cubicBezTo>
                      <a:cubicBezTo>
                        <a:pt x="1760" y="7237"/>
                        <a:pt x="1756" y="7229"/>
                        <a:pt x="1748" y="7214"/>
                      </a:cubicBezTo>
                      <a:close/>
                      <a:moveTo>
                        <a:pt x="1748" y="7692"/>
                      </a:moveTo>
                      <a:cubicBezTo>
                        <a:pt x="1719" y="7692"/>
                        <a:pt x="1674" y="7707"/>
                        <a:pt x="1674" y="7737"/>
                      </a:cubicBezTo>
                      <a:cubicBezTo>
                        <a:pt x="1674" y="7782"/>
                        <a:pt x="1689" y="7812"/>
                        <a:pt x="1719" y="7812"/>
                      </a:cubicBezTo>
                      <a:lnTo>
                        <a:pt x="2062" y="7812"/>
                      </a:lnTo>
                      <a:cubicBezTo>
                        <a:pt x="2092" y="7812"/>
                        <a:pt x="2137" y="7782"/>
                        <a:pt x="2137" y="7767"/>
                      </a:cubicBezTo>
                      <a:cubicBezTo>
                        <a:pt x="2137" y="7737"/>
                        <a:pt x="2122" y="7692"/>
                        <a:pt x="2092" y="7692"/>
                      </a:cubicBezTo>
                      <a:close/>
                      <a:moveTo>
                        <a:pt x="1748" y="8140"/>
                      </a:moveTo>
                      <a:cubicBezTo>
                        <a:pt x="1719" y="8140"/>
                        <a:pt x="1674" y="8155"/>
                        <a:pt x="1674" y="8185"/>
                      </a:cubicBezTo>
                      <a:cubicBezTo>
                        <a:pt x="1674" y="8230"/>
                        <a:pt x="1689" y="8260"/>
                        <a:pt x="1719" y="8260"/>
                      </a:cubicBezTo>
                      <a:lnTo>
                        <a:pt x="2062" y="8260"/>
                      </a:lnTo>
                      <a:cubicBezTo>
                        <a:pt x="2092" y="8260"/>
                        <a:pt x="2137" y="8230"/>
                        <a:pt x="2137" y="8215"/>
                      </a:cubicBezTo>
                      <a:cubicBezTo>
                        <a:pt x="2137" y="8185"/>
                        <a:pt x="2122" y="8140"/>
                        <a:pt x="2092" y="8140"/>
                      </a:cubicBezTo>
                      <a:close/>
                      <a:moveTo>
                        <a:pt x="1748" y="8589"/>
                      </a:moveTo>
                      <a:cubicBezTo>
                        <a:pt x="1719" y="8589"/>
                        <a:pt x="1674" y="8603"/>
                        <a:pt x="1674" y="8633"/>
                      </a:cubicBezTo>
                      <a:cubicBezTo>
                        <a:pt x="1674" y="8678"/>
                        <a:pt x="1689" y="8708"/>
                        <a:pt x="1719" y="8708"/>
                      </a:cubicBezTo>
                      <a:lnTo>
                        <a:pt x="2062" y="8708"/>
                      </a:lnTo>
                      <a:cubicBezTo>
                        <a:pt x="2092" y="8708"/>
                        <a:pt x="2137" y="8678"/>
                        <a:pt x="2137" y="8663"/>
                      </a:cubicBezTo>
                      <a:cubicBezTo>
                        <a:pt x="2137" y="8633"/>
                        <a:pt x="2122" y="8589"/>
                        <a:pt x="2092" y="8589"/>
                      </a:cubicBezTo>
                      <a:close/>
                      <a:moveTo>
                        <a:pt x="1196" y="9007"/>
                      </a:moveTo>
                      <a:cubicBezTo>
                        <a:pt x="1166" y="9007"/>
                        <a:pt x="1121" y="9037"/>
                        <a:pt x="1121" y="9052"/>
                      </a:cubicBezTo>
                      <a:cubicBezTo>
                        <a:pt x="1121" y="9081"/>
                        <a:pt x="1151" y="9126"/>
                        <a:pt x="1166" y="9126"/>
                      </a:cubicBezTo>
                      <a:cubicBezTo>
                        <a:pt x="1345" y="9126"/>
                        <a:pt x="1524" y="9126"/>
                        <a:pt x="1689" y="9156"/>
                      </a:cubicBezTo>
                      <a:lnTo>
                        <a:pt x="2062" y="9156"/>
                      </a:lnTo>
                      <a:cubicBezTo>
                        <a:pt x="2092" y="9156"/>
                        <a:pt x="2137" y="9126"/>
                        <a:pt x="2137" y="9111"/>
                      </a:cubicBezTo>
                      <a:cubicBezTo>
                        <a:pt x="2137" y="9081"/>
                        <a:pt x="2122" y="9037"/>
                        <a:pt x="2092" y="9037"/>
                      </a:cubicBezTo>
                      <a:lnTo>
                        <a:pt x="1719" y="9037"/>
                      </a:lnTo>
                      <a:cubicBezTo>
                        <a:pt x="1539" y="9037"/>
                        <a:pt x="1375" y="9037"/>
                        <a:pt x="1196" y="9007"/>
                      </a:cubicBezTo>
                      <a:close/>
                      <a:moveTo>
                        <a:pt x="1748" y="9485"/>
                      </a:moveTo>
                      <a:cubicBezTo>
                        <a:pt x="1719" y="9485"/>
                        <a:pt x="1674" y="9500"/>
                        <a:pt x="1674" y="9529"/>
                      </a:cubicBezTo>
                      <a:cubicBezTo>
                        <a:pt x="1674" y="9574"/>
                        <a:pt x="1689" y="9604"/>
                        <a:pt x="1719" y="9604"/>
                      </a:cubicBezTo>
                      <a:cubicBezTo>
                        <a:pt x="1823" y="9604"/>
                        <a:pt x="1913" y="9604"/>
                        <a:pt x="1987" y="9634"/>
                      </a:cubicBezTo>
                      <a:lnTo>
                        <a:pt x="2047" y="9634"/>
                      </a:lnTo>
                      <a:cubicBezTo>
                        <a:pt x="2062" y="9634"/>
                        <a:pt x="2122" y="9604"/>
                        <a:pt x="2122" y="9574"/>
                      </a:cubicBezTo>
                      <a:cubicBezTo>
                        <a:pt x="2122" y="9559"/>
                        <a:pt x="2092" y="9500"/>
                        <a:pt x="2062" y="9500"/>
                      </a:cubicBezTo>
                      <a:cubicBezTo>
                        <a:pt x="1972" y="9500"/>
                        <a:pt x="1868" y="9500"/>
                        <a:pt x="1793" y="9485"/>
                      </a:cubicBezTo>
                      <a:close/>
                      <a:moveTo>
                        <a:pt x="1719" y="9933"/>
                      </a:moveTo>
                      <a:cubicBezTo>
                        <a:pt x="1689" y="9933"/>
                        <a:pt x="1644" y="9948"/>
                        <a:pt x="1644" y="9978"/>
                      </a:cubicBezTo>
                      <a:cubicBezTo>
                        <a:pt x="1644" y="10022"/>
                        <a:pt x="1674" y="10052"/>
                        <a:pt x="1689" y="10052"/>
                      </a:cubicBezTo>
                      <a:cubicBezTo>
                        <a:pt x="1793" y="10052"/>
                        <a:pt x="1898" y="10052"/>
                        <a:pt x="1972" y="10082"/>
                      </a:cubicBezTo>
                      <a:lnTo>
                        <a:pt x="2017" y="10082"/>
                      </a:lnTo>
                      <a:cubicBezTo>
                        <a:pt x="2047" y="10082"/>
                        <a:pt x="2092" y="10052"/>
                        <a:pt x="2092" y="10022"/>
                      </a:cubicBezTo>
                      <a:cubicBezTo>
                        <a:pt x="2092" y="10007"/>
                        <a:pt x="2062" y="9948"/>
                        <a:pt x="2047" y="9948"/>
                      </a:cubicBezTo>
                      <a:cubicBezTo>
                        <a:pt x="1943" y="9948"/>
                        <a:pt x="1838" y="9948"/>
                        <a:pt x="1763" y="9933"/>
                      </a:cubicBezTo>
                      <a:close/>
                      <a:moveTo>
                        <a:pt x="1719" y="10381"/>
                      </a:moveTo>
                      <a:cubicBezTo>
                        <a:pt x="1689" y="10381"/>
                        <a:pt x="1644" y="10396"/>
                        <a:pt x="1644" y="10426"/>
                      </a:cubicBezTo>
                      <a:cubicBezTo>
                        <a:pt x="1614" y="10470"/>
                        <a:pt x="1644" y="10500"/>
                        <a:pt x="1689" y="10500"/>
                      </a:cubicBezTo>
                      <a:cubicBezTo>
                        <a:pt x="1793" y="10500"/>
                        <a:pt x="1898" y="10500"/>
                        <a:pt x="1972" y="10530"/>
                      </a:cubicBezTo>
                      <a:lnTo>
                        <a:pt x="2017" y="10530"/>
                      </a:lnTo>
                      <a:cubicBezTo>
                        <a:pt x="2047" y="10530"/>
                        <a:pt x="2092" y="10500"/>
                        <a:pt x="2092" y="10470"/>
                      </a:cubicBezTo>
                      <a:cubicBezTo>
                        <a:pt x="2092" y="10455"/>
                        <a:pt x="2062" y="10396"/>
                        <a:pt x="2047" y="10396"/>
                      </a:cubicBezTo>
                      <a:cubicBezTo>
                        <a:pt x="1943" y="10396"/>
                        <a:pt x="1838" y="10396"/>
                        <a:pt x="1763" y="10381"/>
                      </a:cubicBezTo>
                      <a:close/>
                      <a:moveTo>
                        <a:pt x="68" y="1785"/>
                      </a:moveTo>
                      <a:cubicBezTo>
                        <a:pt x="36" y="1785"/>
                        <a:pt x="1" y="1811"/>
                        <a:pt x="1" y="1867"/>
                      </a:cubicBezTo>
                      <a:cubicBezTo>
                        <a:pt x="46" y="4227"/>
                        <a:pt x="76" y="6587"/>
                        <a:pt x="46" y="8962"/>
                      </a:cubicBezTo>
                      <a:cubicBezTo>
                        <a:pt x="46" y="9604"/>
                        <a:pt x="31" y="10276"/>
                        <a:pt x="31" y="10918"/>
                      </a:cubicBezTo>
                      <a:cubicBezTo>
                        <a:pt x="31" y="10950"/>
                        <a:pt x="64" y="10969"/>
                        <a:pt x="100" y="10969"/>
                      </a:cubicBezTo>
                      <a:cubicBezTo>
                        <a:pt x="132" y="10969"/>
                        <a:pt x="166" y="10954"/>
                        <a:pt x="180" y="10918"/>
                      </a:cubicBezTo>
                      <a:cubicBezTo>
                        <a:pt x="225" y="8559"/>
                        <a:pt x="225" y="6214"/>
                        <a:pt x="180" y="3854"/>
                      </a:cubicBezTo>
                      <a:cubicBezTo>
                        <a:pt x="180" y="3182"/>
                        <a:pt x="150" y="2510"/>
                        <a:pt x="120" y="1837"/>
                      </a:cubicBezTo>
                      <a:cubicBezTo>
                        <a:pt x="120" y="1803"/>
                        <a:pt x="95" y="1785"/>
                        <a:pt x="68" y="1785"/>
                      </a:cubicBezTo>
                      <a:close/>
                      <a:moveTo>
                        <a:pt x="1241" y="10829"/>
                      </a:moveTo>
                      <a:cubicBezTo>
                        <a:pt x="1226" y="10829"/>
                        <a:pt x="1166" y="10844"/>
                        <a:pt x="1166" y="10874"/>
                      </a:cubicBezTo>
                      <a:cubicBezTo>
                        <a:pt x="1166" y="10904"/>
                        <a:pt x="1196" y="10948"/>
                        <a:pt x="1226" y="10948"/>
                      </a:cubicBezTo>
                      <a:cubicBezTo>
                        <a:pt x="1390" y="10948"/>
                        <a:pt x="1599" y="10978"/>
                        <a:pt x="1793" y="10978"/>
                      </a:cubicBezTo>
                      <a:lnTo>
                        <a:pt x="2017" y="10978"/>
                      </a:lnTo>
                      <a:cubicBezTo>
                        <a:pt x="2047" y="10978"/>
                        <a:pt x="2092" y="10948"/>
                        <a:pt x="2092" y="10918"/>
                      </a:cubicBezTo>
                      <a:cubicBezTo>
                        <a:pt x="2092" y="10904"/>
                        <a:pt x="2062" y="10844"/>
                        <a:pt x="2047" y="10844"/>
                      </a:cubicBezTo>
                      <a:cubicBezTo>
                        <a:pt x="1943" y="10844"/>
                        <a:pt x="1838" y="10844"/>
                        <a:pt x="1763" y="10829"/>
                      </a:cubicBezTo>
                      <a:lnTo>
                        <a:pt x="1719" y="10829"/>
                      </a:lnTo>
                      <a:cubicBezTo>
                        <a:pt x="1644" y="10829"/>
                        <a:pt x="1644" y="10829"/>
                        <a:pt x="1644" y="10844"/>
                      </a:cubicBezTo>
                      <a:cubicBezTo>
                        <a:pt x="1524" y="10844"/>
                        <a:pt x="1375" y="10844"/>
                        <a:pt x="1241" y="10829"/>
                      </a:cubicBezTo>
                      <a:close/>
                      <a:moveTo>
                        <a:pt x="1674" y="11292"/>
                      </a:moveTo>
                      <a:cubicBezTo>
                        <a:pt x="1644" y="11292"/>
                        <a:pt x="1599" y="11322"/>
                        <a:pt x="1599" y="11352"/>
                      </a:cubicBezTo>
                      <a:cubicBezTo>
                        <a:pt x="1569" y="11367"/>
                        <a:pt x="1614" y="11426"/>
                        <a:pt x="1644" y="11426"/>
                      </a:cubicBezTo>
                      <a:cubicBezTo>
                        <a:pt x="1748" y="11426"/>
                        <a:pt x="1838" y="11426"/>
                        <a:pt x="1913" y="11441"/>
                      </a:cubicBezTo>
                      <a:lnTo>
                        <a:pt x="1972" y="11441"/>
                      </a:lnTo>
                      <a:cubicBezTo>
                        <a:pt x="1987" y="11441"/>
                        <a:pt x="2047" y="11426"/>
                        <a:pt x="2047" y="11396"/>
                      </a:cubicBezTo>
                      <a:cubicBezTo>
                        <a:pt x="2047" y="11367"/>
                        <a:pt x="2017" y="11322"/>
                        <a:pt x="1987" y="11322"/>
                      </a:cubicBezTo>
                      <a:cubicBezTo>
                        <a:pt x="1898" y="11322"/>
                        <a:pt x="1793" y="11322"/>
                        <a:pt x="1719" y="11292"/>
                      </a:cubicBezTo>
                      <a:close/>
                      <a:moveTo>
                        <a:pt x="1644" y="11740"/>
                      </a:moveTo>
                      <a:cubicBezTo>
                        <a:pt x="1614" y="11740"/>
                        <a:pt x="1569" y="11770"/>
                        <a:pt x="1569" y="11800"/>
                      </a:cubicBezTo>
                      <a:cubicBezTo>
                        <a:pt x="1539" y="11815"/>
                        <a:pt x="1569" y="11874"/>
                        <a:pt x="1614" y="11874"/>
                      </a:cubicBezTo>
                      <a:cubicBezTo>
                        <a:pt x="1719" y="11874"/>
                        <a:pt x="1823" y="11874"/>
                        <a:pt x="1898" y="11889"/>
                      </a:cubicBezTo>
                      <a:lnTo>
                        <a:pt x="1943" y="11889"/>
                      </a:lnTo>
                      <a:cubicBezTo>
                        <a:pt x="1972" y="11889"/>
                        <a:pt x="2017" y="11874"/>
                        <a:pt x="2017" y="11845"/>
                      </a:cubicBezTo>
                      <a:cubicBezTo>
                        <a:pt x="2017" y="11815"/>
                        <a:pt x="1987" y="11770"/>
                        <a:pt x="1972" y="11770"/>
                      </a:cubicBezTo>
                      <a:cubicBezTo>
                        <a:pt x="1868" y="11770"/>
                        <a:pt x="1763" y="11770"/>
                        <a:pt x="1689" y="11740"/>
                      </a:cubicBezTo>
                      <a:close/>
                      <a:moveTo>
                        <a:pt x="1614" y="12188"/>
                      </a:moveTo>
                      <a:cubicBezTo>
                        <a:pt x="1599" y="12188"/>
                        <a:pt x="1539" y="12218"/>
                        <a:pt x="1539" y="12248"/>
                      </a:cubicBezTo>
                      <a:cubicBezTo>
                        <a:pt x="1539" y="12263"/>
                        <a:pt x="1569" y="12322"/>
                        <a:pt x="1599" y="12322"/>
                      </a:cubicBezTo>
                      <a:cubicBezTo>
                        <a:pt x="1689" y="12322"/>
                        <a:pt x="1793" y="12322"/>
                        <a:pt x="1868" y="12337"/>
                      </a:cubicBezTo>
                      <a:lnTo>
                        <a:pt x="1913" y="12337"/>
                      </a:lnTo>
                      <a:cubicBezTo>
                        <a:pt x="1943" y="12337"/>
                        <a:pt x="1987" y="12322"/>
                        <a:pt x="1987" y="12293"/>
                      </a:cubicBezTo>
                      <a:cubicBezTo>
                        <a:pt x="1987" y="12263"/>
                        <a:pt x="1972" y="12218"/>
                        <a:pt x="1943" y="12218"/>
                      </a:cubicBezTo>
                      <a:cubicBezTo>
                        <a:pt x="1838" y="12218"/>
                        <a:pt x="1748" y="12218"/>
                        <a:pt x="1674" y="12188"/>
                      </a:cubicBezTo>
                      <a:close/>
                      <a:moveTo>
                        <a:pt x="1599" y="12636"/>
                      </a:moveTo>
                      <a:cubicBezTo>
                        <a:pt x="1569" y="12636"/>
                        <a:pt x="1524" y="12666"/>
                        <a:pt x="1524" y="12696"/>
                      </a:cubicBezTo>
                      <a:cubicBezTo>
                        <a:pt x="1524" y="12741"/>
                        <a:pt x="1539" y="12771"/>
                        <a:pt x="1569" y="12771"/>
                      </a:cubicBezTo>
                      <a:cubicBezTo>
                        <a:pt x="1674" y="12771"/>
                        <a:pt x="1763" y="12771"/>
                        <a:pt x="1838" y="12785"/>
                      </a:cubicBezTo>
                      <a:lnTo>
                        <a:pt x="1898" y="12785"/>
                      </a:lnTo>
                      <a:cubicBezTo>
                        <a:pt x="1913" y="12785"/>
                        <a:pt x="1972" y="12771"/>
                        <a:pt x="1972" y="12741"/>
                      </a:cubicBezTo>
                      <a:cubicBezTo>
                        <a:pt x="1972" y="12711"/>
                        <a:pt x="1943" y="12666"/>
                        <a:pt x="1913" y="12666"/>
                      </a:cubicBezTo>
                      <a:cubicBezTo>
                        <a:pt x="1823" y="12666"/>
                        <a:pt x="1719" y="12666"/>
                        <a:pt x="1644" y="126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0" name="Google Shape;650;p46"/>
              <p:cNvGrpSpPr/>
              <p:nvPr/>
            </p:nvGrpSpPr>
            <p:grpSpPr>
              <a:xfrm>
                <a:off x="-104239" y="567070"/>
                <a:ext cx="657299" cy="803813"/>
                <a:chOff x="-6" y="0"/>
                <a:chExt cx="971904" cy="1188545"/>
              </a:xfrm>
            </p:grpSpPr>
            <p:sp>
              <p:nvSpPr>
                <p:cNvPr id="651" name="Google Shape;651;p46"/>
                <p:cNvSpPr/>
                <p:nvPr/>
              </p:nvSpPr>
              <p:spPr>
                <a:xfrm rot="-687241">
                  <a:off x="61450" y="472566"/>
                  <a:ext cx="519660" cy="671064"/>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46"/>
                <p:cNvSpPr/>
                <p:nvPr/>
              </p:nvSpPr>
              <p:spPr>
                <a:xfrm>
                  <a:off x="545818" y="0"/>
                  <a:ext cx="426080" cy="697826"/>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53" name="Google Shape;653;p46"/>
            <p:cNvGrpSpPr/>
            <p:nvPr/>
          </p:nvGrpSpPr>
          <p:grpSpPr>
            <a:xfrm flipH="1" rot="5528887">
              <a:off x="6652252" y="-1284235"/>
              <a:ext cx="1608009" cy="1876534"/>
              <a:chOff x="2342300" y="-1710275"/>
              <a:chExt cx="230400" cy="268875"/>
            </a:xfrm>
          </p:grpSpPr>
          <p:sp>
            <p:nvSpPr>
              <p:cNvPr id="654" name="Google Shape;654;p46"/>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46"/>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46"/>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46"/>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8" name="Google Shape;658;p46"/>
            <p:cNvGrpSpPr/>
            <p:nvPr/>
          </p:nvGrpSpPr>
          <p:grpSpPr>
            <a:xfrm rot="7548230">
              <a:off x="8091986" y="3945697"/>
              <a:ext cx="2078746" cy="339602"/>
              <a:chOff x="-2497825" y="2229500"/>
              <a:chExt cx="368200" cy="60150"/>
            </a:xfrm>
          </p:grpSpPr>
          <p:sp>
            <p:nvSpPr>
              <p:cNvPr id="659" name="Google Shape;659;p46"/>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46"/>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46"/>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46"/>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46"/>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46"/>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46"/>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46"/>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46"/>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46"/>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46"/>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46"/>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46"/>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46"/>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46"/>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46"/>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46"/>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46"/>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46"/>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46"/>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9" name="Shape 679"/>
        <p:cNvGrpSpPr/>
        <p:nvPr/>
      </p:nvGrpSpPr>
      <p:grpSpPr>
        <a:xfrm>
          <a:off x="0" y="0"/>
          <a:ext cx="0" cy="0"/>
          <a:chOff x="0" y="0"/>
          <a:chExt cx="0" cy="0"/>
        </a:xfrm>
      </p:grpSpPr>
      <p:grpSp>
        <p:nvGrpSpPr>
          <p:cNvPr id="680" name="Google Shape;680;p47"/>
          <p:cNvGrpSpPr/>
          <p:nvPr/>
        </p:nvGrpSpPr>
        <p:grpSpPr>
          <a:xfrm>
            <a:off x="-65" y="-15"/>
            <a:ext cx="9144128" cy="5143530"/>
            <a:chOff x="-2163850" y="-134475"/>
            <a:chExt cx="3075000" cy="5336719"/>
          </a:xfrm>
        </p:grpSpPr>
        <p:cxnSp>
          <p:nvCxnSpPr>
            <p:cNvPr id="681" name="Google Shape;681;p47"/>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2" name="Google Shape;682;p47"/>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3" name="Google Shape;683;p47"/>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4" name="Google Shape;684;p47"/>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5" name="Google Shape;685;p47"/>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6" name="Google Shape;686;p47"/>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7" name="Google Shape;687;p47"/>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8" name="Google Shape;688;p47"/>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89" name="Google Shape;689;p47"/>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90" name="Google Shape;690;p47"/>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91" name="Google Shape;691;p47"/>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92" name="Google Shape;692;p47"/>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93" name="Google Shape;693;p47"/>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94" name="Google Shape;694;p47"/>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95" name="Google Shape;695;p47"/>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696" name="Google Shape;696;p47"/>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697" name="Google Shape;697;p47"/>
          <p:cNvSpPr/>
          <p:nvPr/>
        </p:nvSpPr>
        <p:spPr>
          <a:xfrm>
            <a:off x="1313850" y="734600"/>
            <a:ext cx="6592500" cy="3674400"/>
          </a:xfrm>
          <a:prstGeom prst="roundRect">
            <a:avLst>
              <a:gd fmla="val 13193"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chivo"/>
                <a:ea typeface="Archivo"/>
                <a:cs typeface="Archivo"/>
                <a:sym typeface="Archivo"/>
              </a:rPr>
              <a:t> </a:t>
            </a:r>
            <a:endParaRPr b="0" i="0" sz="1400" u="none" cap="none" strike="noStrike">
              <a:solidFill>
                <a:srgbClr val="000000"/>
              </a:solidFill>
              <a:latin typeface="Archivo"/>
              <a:ea typeface="Archivo"/>
              <a:cs typeface="Archivo"/>
              <a:sym typeface="Archivo"/>
            </a:endParaRPr>
          </a:p>
        </p:txBody>
      </p:sp>
      <p:sp>
        <p:nvSpPr>
          <p:cNvPr id="698" name="Google Shape;698;p47"/>
          <p:cNvSpPr txBox="1"/>
          <p:nvPr>
            <p:ph type="title"/>
          </p:nvPr>
        </p:nvSpPr>
        <p:spPr>
          <a:xfrm>
            <a:off x="1768550" y="1307100"/>
            <a:ext cx="56070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699" name="Google Shape;699;p47"/>
          <p:cNvGrpSpPr/>
          <p:nvPr/>
        </p:nvGrpSpPr>
        <p:grpSpPr>
          <a:xfrm>
            <a:off x="-42450" y="-42900"/>
            <a:ext cx="453600" cy="5229300"/>
            <a:chOff x="-42450" y="-42900"/>
            <a:chExt cx="453600" cy="5229300"/>
          </a:xfrm>
        </p:grpSpPr>
        <p:sp>
          <p:nvSpPr>
            <p:cNvPr id="700" name="Google Shape;700;p47"/>
            <p:cNvSpPr/>
            <p:nvPr/>
          </p:nvSpPr>
          <p:spPr>
            <a:xfrm>
              <a:off x="-42450" y="-42900"/>
              <a:ext cx="453600" cy="522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701" name="Google Shape;701;p47"/>
            <p:cNvSpPr/>
            <p:nvPr/>
          </p:nvSpPr>
          <p:spPr>
            <a:xfrm>
              <a:off x="83575" y="274600"/>
              <a:ext cx="224400" cy="224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2" name="Shape 702"/>
        <p:cNvGrpSpPr/>
        <p:nvPr/>
      </p:nvGrpSpPr>
      <p:grpSpPr>
        <a:xfrm>
          <a:off x="0" y="0"/>
          <a:ext cx="0" cy="0"/>
          <a:chOff x="0" y="0"/>
          <a:chExt cx="0" cy="0"/>
        </a:xfrm>
      </p:grpSpPr>
      <p:grpSp>
        <p:nvGrpSpPr>
          <p:cNvPr id="703" name="Google Shape;703;p48"/>
          <p:cNvGrpSpPr/>
          <p:nvPr/>
        </p:nvGrpSpPr>
        <p:grpSpPr>
          <a:xfrm>
            <a:off x="-65" y="-15"/>
            <a:ext cx="9144128" cy="5143530"/>
            <a:chOff x="-2163850" y="-134475"/>
            <a:chExt cx="3075000" cy="5336719"/>
          </a:xfrm>
        </p:grpSpPr>
        <p:cxnSp>
          <p:nvCxnSpPr>
            <p:cNvPr id="704" name="Google Shape;704;p48"/>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05" name="Google Shape;705;p48"/>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06" name="Google Shape;706;p48"/>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07" name="Google Shape;707;p48"/>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08" name="Google Shape;708;p48"/>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09" name="Google Shape;709;p48"/>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0" name="Google Shape;710;p48"/>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1" name="Google Shape;711;p48"/>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2" name="Google Shape;712;p48"/>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3" name="Google Shape;713;p48"/>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4" name="Google Shape;714;p48"/>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5" name="Google Shape;715;p48"/>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6" name="Google Shape;716;p48"/>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7" name="Google Shape;717;p48"/>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8" name="Google Shape;718;p48"/>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19" name="Google Shape;719;p48"/>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720" name="Google Shape;720;p48"/>
          <p:cNvSpPr txBox="1"/>
          <p:nvPr>
            <p:ph type="title"/>
          </p:nvPr>
        </p:nvSpPr>
        <p:spPr>
          <a:xfrm>
            <a:off x="4148025" y="1461675"/>
            <a:ext cx="3904500" cy="1222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721" name="Google Shape;721;p48"/>
          <p:cNvSpPr txBox="1"/>
          <p:nvPr>
            <p:ph idx="1" type="subTitle"/>
          </p:nvPr>
        </p:nvSpPr>
        <p:spPr>
          <a:xfrm>
            <a:off x="4145625" y="2684325"/>
            <a:ext cx="3906900" cy="997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722" name="Google Shape;722;p48"/>
          <p:cNvGrpSpPr/>
          <p:nvPr/>
        </p:nvGrpSpPr>
        <p:grpSpPr>
          <a:xfrm>
            <a:off x="0" y="-16500"/>
            <a:ext cx="455400" cy="5176500"/>
            <a:chOff x="0" y="-16500"/>
            <a:chExt cx="455400" cy="5176500"/>
          </a:xfrm>
        </p:grpSpPr>
        <p:sp>
          <p:nvSpPr>
            <p:cNvPr id="723" name="Google Shape;723;p48"/>
            <p:cNvSpPr/>
            <p:nvPr/>
          </p:nvSpPr>
          <p:spPr>
            <a:xfrm>
              <a:off x="0" y="-16500"/>
              <a:ext cx="455400" cy="5176500"/>
            </a:xfrm>
            <a:prstGeom prst="rect">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724" name="Google Shape;724;p48"/>
            <p:cNvSpPr/>
            <p:nvPr/>
          </p:nvSpPr>
          <p:spPr>
            <a:xfrm>
              <a:off x="0" y="-16500"/>
              <a:ext cx="321900" cy="5176500"/>
            </a:xfrm>
            <a:prstGeom prst="rect">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5" name="Shape 725"/>
        <p:cNvGrpSpPr/>
        <p:nvPr/>
      </p:nvGrpSpPr>
      <p:grpSpPr>
        <a:xfrm>
          <a:off x="0" y="0"/>
          <a:ext cx="0" cy="0"/>
          <a:chOff x="0" y="0"/>
          <a:chExt cx="0" cy="0"/>
        </a:xfrm>
      </p:grpSpPr>
      <p:sp>
        <p:nvSpPr>
          <p:cNvPr id="726" name="Google Shape;726;p49"/>
          <p:cNvSpPr/>
          <p:nvPr>
            <p:ph idx="2" type="pic"/>
          </p:nvPr>
        </p:nvSpPr>
        <p:spPr>
          <a:xfrm>
            <a:off x="-25" y="-13725"/>
            <a:ext cx="9144000" cy="5157300"/>
          </a:xfrm>
          <a:prstGeom prst="rect">
            <a:avLst/>
          </a:prstGeom>
          <a:noFill/>
          <a:ln>
            <a:noFill/>
          </a:ln>
        </p:spPr>
      </p:sp>
      <p:sp>
        <p:nvSpPr>
          <p:cNvPr id="727" name="Google Shape;727;p49"/>
          <p:cNvSpPr txBox="1"/>
          <p:nvPr>
            <p:ph type="title"/>
          </p:nvPr>
        </p:nvSpPr>
        <p:spPr>
          <a:xfrm flipH="1">
            <a:off x="1048450" y="4038050"/>
            <a:ext cx="7041000" cy="5112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28" name="Shape 728"/>
        <p:cNvGrpSpPr/>
        <p:nvPr/>
      </p:nvGrpSpPr>
      <p:grpSpPr>
        <a:xfrm>
          <a:off x="0" y="0"/>
          <a:ext cx="0" cy="0"/>
          <a:chOff x="0" y="0"/>
          <a:chExt cx="0" cy="0"/>
        </a:xfrm>
      </p:grpSpPr>
      <p:grpSp>
        <p:nvGrpSpPr>
          <p:cNvPr id="729" name="Google Shape;729;p50"/>
          <p:cNvGrpSpPr/>
          <p:nvPr/>
        </p:nvGrpSpPr>
        <p:grpSpPr>
          <a:xfrm>
            <a:off x="-65" y="-15"/>
            <a:ext cx="9144128" cy="5143530"/>
            <a:chOff x="-2163850" y="-134475"/>
            <a:chExt cx="3075000" cy="5336719"/>
          </a:xfrm>
        </p:grpSpPr>
        <p:cxnSp>
          <p:nvCxnSpPr>
            <p:cNvPr id="730" name="Google Shape;730;p50"/>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1" name="Google Shape;731;p50"/>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2" name="Google Shape;732;p50"/>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3" name="Google Shape;733;p50"/>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4" name="Google Shape;734;p50"/>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5" name="Google Shape;735;p50"/>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6" name="Google Shape;736;p50"/>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7" name="Google Shape;737;p50"/>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8" name="Google Shape;738;p50"/>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39" name="Google Shape;739;p50"/>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40" name="Google Shape;740;p50"/>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41" name="Google Shape;741;p50"/>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42" name="Google Shape;742;p50"/>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43" name="Google Shape;743;p50"/>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44" name="Google Shape;744;p50"/>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45" name="Google Shape;745;p50"/>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746" name="Google Shape;746;p50"/>
          <p:cNvSpPr/>
          <p:nvPr/>
        </p:nvSpPr>
        <p:spPr>
          <a:xfrm>
            <a:off x="1313850" y="734600"/>
            <a:ext cx="6592500" cy="3674400"/>
          </a:xfrm>
          <a:prstGeom prst="roundRect">
            <a:avLst>
              <a:gd fmla="val 13193"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chivo"/>
                <a:ea typeface="Archivo"/>
                <a:cs typeface="Archivo"/>
                <a:sym typeface="Archivo"/>
              </a:rPr>
              <a:t> </a:t>
            </a:r>
            <a:endParaRPr b="0" i="0" sz="1400" u="none" cap="none" strike="noStrike">
              <a:solidFill>
                <a:srgbClr val="000000"/>
              </a:solidFill>
              <a:latin typeface="Archivo"/>
              <a:ea typeface="Archivo"/>
              <a:cs typeface="Archivo"/>
              <a:sym typeface="Archivo"/>
            </a:endParaRPr>
          </a:p>
        </p:txBody>
      </p:sp>
      <p:sp>
        <p:nvSpPr>
          <p:cNvPr id="747" name="Google Shape;747;p50"/>
          <p:cNvSpPr txBox="1"/>
          <p:nvPr>
            <p:ph hasCustomPrompt="1" type="title"/>
          </p:nvPr>
        </p:nvSpPr>
        <p:spPr>
          <a:xfrm>
            <a:off x="2071050" y="1802100"/>
            <a:ext cx="5001900" cy="1108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60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r>
              <a:t>xx%</a:t>
            </a:r>
          </a:p>
        </p:txBody>
      </p:sp>
      <p:sp>
        <p:nvSpPr>
          <p:cNvPr id="748" name="Google Shape;748;p50"/>
          <p:cNvSpPr txBox="1"/>
          <p:nvPr>
            <p:ph idx="1" type="subTitle"/>
          </p:nvPr>
        </p:nvSpPr>
        <p:spPr>
          <a:xfrm>
            <a:off x="2071050" y="2910300"/>
            <a:ext cx="5001900" cy="43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49" name="Shape 749"/>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750" name="Shape 750"/>
        <p:cNvGrpSpPr/>
        <p:nvPr/>
      </p:nvGrpSpPr>
      <p:grpSpPr>
        <a:xfrm>
          <a:off x="0" y="0"/>
          <a:ext cx="0" cy="0"/>
          <a:chOff x="0" y="0"/>
          <a:chExt cx="0" cy="0"/>
        </a:xfrm>
      </p:grpSpPr>
      <p:grpSp>
        <p:nvGrpSpPr>
          <p:cNvPr id="751" name="Google Shape;751;p52"/>
          <p:cNvGrpSpPr/>
          <p:nvPr/>
        </p:nvGrpSpPr>
        <p:grpSpPr>
          <a:xfrm>
            <a:off x="-65" y="-15"/>
            <a:ext cx="9144128" cy="5143530"/>
            <a:chOff x="-2163850" y="-134475"/>
            <a:chExt cx="3075000" cy="5336719"/>
          </a:xfrm>
        </p:grpSpPr>
        <p:cxnSp>
          <p:nvCxnSpPr>
            <p:cNvPr id="752" name="Google Shape;752;p52"/>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53" name="Google Shape;753;p52"/>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54" name="Google Shape;754;p52"/>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55" name="Google Shape;755;p52"/>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56" name="Google Shape;756;p52"/>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57" name="Google Shape;757;p52"/>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58" name="Google Shape;758;p52"/>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59" name="Google Shape;759;p52"/>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0" name="Google Shape;760;p52"/>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1" name="Google Shape;761;p52"/>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2" name="Google Shape;762;p52"/>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3" name="Google Shape;763;p52"/>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4" name="Google Shape;764;p52"/>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5" name="Google Shape;765;p52"/>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6" name="Google Shape;766;p52"/>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67" name="Google Shape;767;p52"/>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768" name="Google Shape;768;p52"/>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769" name="Google Shape;769;p52"/>
          <p:cNvGrpSpPr/>
          <p:nvPr/>
        </p:nvGrpSpPr>
        <p:grpSpPr>
          <a:xfrm>
            <a:off x="-1283212" y="485423"/>
            <a:ext cx="11017895" cy="5296271"/>
            <a:chOff x="-1283212" y="485423"/>
            <a:chExt cx="11017895" cy="5296271"/>
          </a:xfrm>
        </p:grpSpPr>
        <p:grpSp>
          <p:nvGrpSpPr>
            <p:cNvPr id="770" name="Google Shape;770;p52"/>
            <p:cNvGrpSpPr/>
            <p:nvPr/>
          </p:nvGrpSpPr>
          <p:grpSpPr>
            <a:xfrm rot="-764585">
              <a:off x="8517902" y="591287"/>
              <a:ext cx="1095911" cy="1218299"/>
              <a:chOff x="-1997850" y="2320850"/>
              <a:chExt cx="230400" cy="256125"/>
            </a:xfrm>
          </p:grpSpPr>
          <p:sp>
            <p:nvSpPr>
              <p:cNvPr id="771" name="Google Shape;771;p52"/>
              <p:cNvSpPr/>
              <p:nvPr/>
            </p:nvSpPr>
            <p:spPr>
              <a:xfrm>
                <a:off x="-1997850" y="2387400"/>
                <a:ext cx="230400" cy="189575"/>
              </a:xfrm>
              <a:custGeom>
                <a:rect b="b" l="l" r="r" t="t"/>
                <a:pathLst>
                  <a:path extrusionOk="0" h="7583" w="9216">
                    <a:moveTo>
                      <a:pt x="2599" y="0"/>
                    </a:moveTo>
                    <a:cubicBezTo>
                      <a:pt x="2501" y="0"/>
                      <a:pt x="2401" y="9"/>
                      <a:pt x="2301" y="26"/>
                    </a:cubicBezTo>
                    <a:cubicBezTo>
                      <a:pt x="1375" y="161"/>
                      <a:pt x="703" y="609"/>
                      <a:pt x="299" y="1401"/>
                    </a:cubicBezTo>
                    <a:cubicBezTo>
                      <a:pt x="105" y="1789"/>
                      <a:pt x="30" y="2207"/>
                      <a:pt x="15" y="2625"/>
                    </a:cubicBezTo>
                    <a:cubicBezTo>
                      <a:pt x="1" y="3058"/>
                      <a:pt x="30" y="3477"/>
                      <a:pt x="105" y="3895"/>
                    </a:cubicBezTo>
                    <a:cubicBezTo>
                      <a:pt x="225" y="4582"/>
                      <a:pt x="464" y="5224"/>
                      <a:pt x="822" y="5837"/>
                    </a:cubicBezTo>
                    <a:cubicBezTo>
                      <a:pt x="1166" y="6389"/>
                      <a:pt x="1614" y="6867"/>
                      <a:pt x="2166" y="7226"/>
                    </a:cubicBezTo>
                    <a:cubicBezTo>
                      <a:pt x="2360" y="7360"/>
                      <a:pt x="2570" y="7465"/>
                      <a:pt x="2794" y="7524"/>
                    </a:cubicBezTo>
                    <a:cubicBezTo>
                      <a:pt x="2928" y="7562"/>
                      <a:pt x="3062" y="7577"/>
                      <a:pt x="3199" y="7577"/>
                    </a:cubicBezTo>
                    <a:cubicBezTo>
                      <a:pt x="3335" y="7577"/>
                      <a:pt x="3473" y="7562"/>
                      <a:pt x="3615" y="7539"/>
                    </a:cubicBezTo>
                    <a:cubicBezTo>
                      <a:pt x="3794" y="7509"/>
                      <a:pt x="3973" y="7479"/>
                      <a:pt x="4153" y="7435"/>
                    </a:cubicBezTo>
                    <a:cubicBezTo>
                      <a:pt x="4334" y="7387"/>
                      <a:pt x="4516" y="7369"/>
                      <a:pt x="4697" y="7369"/>
                    </a:cubicBezTo>
                    <a:cubicBezTo>
                      <a:pt x="4859" y="7369"/>
                      <a:pt x="5021" y="7384"/>
                      <a:pt x="5183" y="7405"/>
                    </a:cubicBezTo>
                    <a:cubicBezTo>
                      <a:pt x="5452" y="7450"/>
                      <a:pt x="5706" y="7509"/>
                      <a:pt x="5975" y="7554"/>
                    </a:cubicBezTo>
                    <a:cubicBezTo>
                      <a:pt x="6081" y="7571"/>
                      <a:pt x="6188" y="7582"/>
                      <a:pt x="6297" y="7582"/>
                    </a:cubicBezTo>
                    <a:cubicBezTo>
                      <a:pt x="6387" y="7582"/>
                      <a:pt x="6478" y="7574"/>
                      <a:pt x="6572" y="7554"/>
                    </a:cubicBezTo>
                    <a:cubicBezTo>
                      <a:pt x="6826" y="7509"/>
                      <a:pt x="7050" y="7405"/>
                      <a:pt x="7259" y="7255"/>
                    </a:cubicBezTo>
                    <a:cubicBezTo>
                      <a:pt x="7543" y="7046"/>
                      <a:pt x="7752" y="6792"/>
                      <a:pt x="7931" y="6509"/>
                    </a:cubicBezTo>
                    <a:cubicBezTo>
                      <a:pt x="8185" y="6105"/>
                      <a:pt x="8394" y="5702"/>
                      <a:pt x="8589" y="5284"/>
                    </a:cubicBezTo>
                    <a:cubicBezTo>
                      <a:pt x="8857" y="4716"/>
                      <a:pt x="9082" y="4134"/>
                      <a:pt x="9156" y="3507"/>
                    </a:cubicBezTo>
                    <a:cubicBezTo>
                      <a:pt x="9216" y="3148"/>
                      <a:pt x="9216" y="2805"/>
                      <a:pt x="9156" y="2446"/>
                    </a:cubicBezTo>
                    <a:cubicBezTo>
                      <a:pt x="9052" y="1849"/>
                      <a:pt x="8783" y="1326"/>
                      <a:pt x="8365" y="863"/>
                    </a:cubicBezTo>
                    <a:cubicBezTo>
                      <a:pt x="8096" y="579"/>
                      <a:pt x="7767" y="325"/>
                      <a:pt x="7394" y="161"/>
                    </a:cubicBezTo>
                    <a:cubicBezTo>
                      <a:pt x="7154" y="60"/>
                      <a:pt x="6915" y="4"/>
                      <a:pt x="6672" y="4"/>
                    </a:cubicBezTo>
                    <a:cubicBezTo>
                      <a:pt x="6521" y="4"/>
                      <a:pt x="6369" y="25"/>
                      <a:pt x="6214" y="71"/>
                    </a:cubicBezTo>
                    <a:cubicBezTo>
                      <a:pt x="6005" y="131"/>
                      <a:pt x="5811" y="221"/>
                      <a:pt x="5601" y="295"/>
                    </a:cubicBezTo>
                    <a:cubicBezTo>
                      <a:pt x="5377" y="385"/>
                      <a:pt x="5168" y="489"/>
                      <a:pt x="4929" y="534"/>
                    </a:cubicBezTo>
                    <a:cubicBezTo>
                      <a:pt x="4870" y="534"/>
                      <a:pt x="4825" y="549"/>
                      <a:pt x="4750" y="549"/>
                    </a:cubicBezTo>
                    <a:cubicBezTo>
                      <a:pt x="4713" y="557"/>
                      <a:pt x="4646" y="560"/>
                      <a:pt x="4575" y="560"/>
                    </a:cubicBezTo>
                    <a:cubicBezTo>
                      <a:pt x="4504" y="560"/>
                      <a:pt x="4429" y="557"/>
                      <a:pt x="4377" y="549"/>
                    </a:cubicBezTo>
                    <a:cubicBezTo>
                      <a:pt x="4257" y="519"/>
                      <a:pt x="4153" y="489"/>
                      <a:pt x="4063" y="460"/>
                    </a:cubicBezTo>
                    <a:cubicBezTo>
                      <a:pt x="3869" y="385"/>
                      <a:pt x="3690" y="310"/>
                      <a:pt x="3496" y="221"/>
                    </a:cubicBezTo>
                    <a:cubicBezTo>
                      <a:pt x="3212" y="84"/>
                      <a:pt x="2911" y="0"/>
                      <a:pt x="259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2"/>
              <p:cNvSpPr/>
              <p:nvPr/>
            </p:nvSpPr>
            <p:spPr>
              <a:xfrm>
                <a:off x="-1948175" y="2324200"/>
                <a:ext cx="63125" cy="76950"/>
              </a:xfrm>
              <a:custGeom>
                <a:rect b="b" l="l" r="r" t="t"/>
                <a:pathLst>
                  <a:path extrusionOk="0" h="3078" w="2525">
                    <a:moveTo>
                      <a:pt x="149" y="0"/>
                    </a:moveTo>
                    <a:cubicBezTo>
                      <a:pt x="0" y="493"/>
                      <a:pt x="30" y="867"/>
                      <a:pt x="105" y="1210"/>
                    </a:cubicBezTo>
                    <a:cubicBezTo>
                      <a:pt x="164" y="1554"/>
                      <a:pt x="314" y="1852"/>
                      <a:pt x="508" y="2121"/>
                    </a:cubicBezTo>
                    <a:cubicBezTo>
                      <a:pt x="702" y="2375"/>
                      <a:pt x="941" y="2599"/>
                      <a:pt x="1255" y="2779"/>
                    </a:cubicBezTo>
                    <a:cubicBezTo>
                      <a:pt x="1568" y="2943"/>
                      <a:pt x="1927" y="3077"/>
                      <a:pt x="2420" y="3077"/>
                    </a:cubicBezTo>
                    <a:cubicBezTo>
                      <a:pt x="2524" y="2584"/>
                      <a:pt x="2479" y="2226"/>
                      <a:pt x="2405" y="1882"/>
                    </a:cubicBezTo>
                    <a:cubicBezTo>
                      <a:pt x="2315" y="1539"/>
                      <a:pt x="2181" y="1270"/>
                      <a:pt x="2001" y="1016"/>
                    </a:cubicBezTo>
                    <a:cubicBezTo>
                      <a:pt x="1807" y="762"/>
                      <a:pt x="1583" y="538"/>
                      <a:pt x="1284" y="359"/>
                    </a:cubicBezTo>
                    <a:cubicBezTo>
                      <a:pt x="986" y="195"/>
                      <a:pt x="642" y="45"/>
                      <a:pt x="14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2"/>
              <p:cNvSpPr/>
              <p:nvPr/>
            </p:nvSpPr>
            <p:spPr>
              <a:xfrm>
                <a:off x="-1937400" y="2339100"/>
                <a:ext cx="52350" cy="64175"/>
              </a:xfrm>
              <a:custGeom>
                <a:rect b="b" l="l" r="r" t="t"/>
                <a:pathLst>
                  <a:path extrusionOk="0" h="2567" w="2094">
                    <a:moveTo>
                      <a:pt x="86" y="0"/>
                    </a:moveTo>
                    <a:cubicBezTo>
                      <a:pt x="43" y="0"/>
                      <a:pt x="1" y="50"/>
                      <a:pt x="32" y="91"/>
                    </a:cubicBezTo>
                    <a:cubicBezTo>
                      <a:pt x="629" y="943"/>
                      <a:pt x="1272" y="1764"/>
                      <a:pt x="1959" y="2541"/>
                    </a:cubicBezTo>
                    <a:cubicBezTo>
                      <a:pt x="1973" y="2559"/>
                      <a:pt x="1990" y="2567"/>
                      <a:pt x="2006" y="2567"/>
                    </a:cubicBezTo>
                    <a:cubicBezTo>
                      <a:pt x="2054" y="2567"/>
                      <a:pt x="2093" y="2496"/>
                      <a:pt x="2048" y="2451"/>
                    </a:cubicBezTo>
                    <a:cubicBezTo>
                      <a:pt x="1899" y="2272"/>
                      <a:pt x="1735" y="2093"/>
                      <a:pt x="1585" y="1914"/>
                    </a:cubicBezTo>
                    <a:cubicBezTo>
                      <a:pt x="1406" y="1495"/>
                      <a:pt x="1257" y="1077"/>
                      <a:pt x="1107" y="644"/>
                    </a:cubicBezTo>
                    <a:cubicBezTo>
                      <a:pt x="1101" y="614"/>
                      <a:pt x="1076" y="601"/>
                      <a:pt x="1050" y="601"/>
                    </a:cubicBezTo>
                    <a:cubicBezTo>
                      <a:pt x="1011" y="601"/>
                      <a:pt x="970" y="629"/>
                      <a:pt x="988" y="674"/>
                    </a:cubicBezTo>
                    <a:cubicBezTo>
                      <a:pt x="1092" y="988"/>
                      <a:pt x="1212" y="1301"/>
                      <a:pt x="1331" y="1615"/>
                    </a:cubicBezTo>
                    <a:cubicBezTo>
                      <a:pt x="913" y="1107"/>
                      <a:pt x="510" y="569"/>
                      <a:pt x="137" y="32"/>
                    </a:cubicBezTo>
                    <a:cubicBezTo>
                      <a:pt x="123" y="9"/>
                      <a:pt x="104" y="0"/>
                      <a:pt x="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2"/>
              <p:cNvSpPr/>
              <p:nvPr/>
            </p:nvSpPr>
            <p:spPr>
              <a:xfrm>
                <a:off x="-1896150" y="2320850"/>
                <a:ext cx="35350" cy="96625"/>
              </a:xfrm>
              <a:custGeom>
                <a:rect b="b" l="l" r="r" t="t"/>
                <a:pathLst>
                  <a:path extrusionOk="0" h="3865" w="1414">
                    <a:moveTo>
                      <a:pt x="891" y="0"/>
                    </a:moveTo>
                    <a:cubicBezTo>
                      <a:pt x="279" y="1165"/>
                      <a:pt x="115" y="2524"/>
                      <a:pt x="443" y="3734"/>
                    </a:cubicBezTo>
                    <a:cubicBezTo>
                      <a:pt x="324" y="3734"/>
                      <a:pt x="219" y="3734"/>
                      <a:pt x="115" y="3704"/>
                    </a:cubicBezTo>
                    <a:cubicBezTo>
                      <a:pt x="109" y="3703"/>
                      <a:pt x="104" y="3703"/>
                      <a:pt x="99" y="3703"/>
                    </a:cubicBezTo>
                    <a:cubicBezTo>
                      <a:pt x="22" y="3703"/>
                      <a:pt x="0" y="3810"/>
                      <a:pt x="85" y="3839"/>
                    </a:cubicBezTo>
                    <a:cubicBezTo>
                      <a:pt x="165" y="3856"/>
                      <a:pt x="248" y="3865"/>
                      <a:pt x="331" y="3865"/>
                    </a:cubicBezTo>
                    <a:cubicBezTo>
                      <a:pt x="528" y="3865"/>
                      <a:pt x="728" y="3818"/>
                      <a:pt x="906" y="3734"/>
                    </a:cubicBezTo>
                    <a:cubicBezTo>
                      <a:pt x="968" y="3697"/>
                      <a:pt x="927" y="3619"/>
                      <a:pt x="877" y="3619"/>
                    </a:cubicBezTo>
                    <a:cubicBezTo>
                      <a:pt x="867" y="3619"/>
                      <a:pt x="857" y="3622"/>
                      <a:pt x="846" y="3629"/>
                    </a:cubicBezTo>
                    <a:cubicBezTo>
                      <a:pt x="772" y="3659"/>
                      <a:pt x="712" y="3674"/>
                      <a:pt x="637" y="3704"/>
                    </a:cubicBezTo>
                    <a:cubicBezTo>
                      <a:pt x="473" y="2509"/>
                      <a:pt x="757" y="1270"/>
                      <a:pt x="1414" y="329"/>
                    </a:cubicBezTo>
                    <a:lnTo>
                      <a:pt x="8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2"/>
              <p:cNvSpPr/>
              <p:nvPr/>
            </p:nvSpPr>
            <p:spPr>
              <a:xfrm>
                <a:off x="-1937725" y="2540400"/>
                <a:ext cx="11600" cy="11225"/>
              </a:xfrm>
              <a:custGeom>
                <a:rect b="b" l="l" r="r" t="t"/>
                <a:pathLst>
                  <a:path extrusionOk="0" h="449" w="464">
                    <a:moveTo>
                      <a:pt x="150" y="0"/>
                    </a:moveTo>
                    <a:cubicBezTo>
                      <a:pt x="135" y="0"/>
                      <a:pt x="135" y="0"/>
                      <a:pt x="120" y="15"/>
                    </a:cubicBezTo>
                    <a:lnTo>
                      <a:pt x="90" y="30"/>
                    </a:lnTo>
                    <a:cubicBezTo>
                      <a:pt x="90" y="45"/>
                      <a:pt x="90" y="45"/>
                      <a:pt x="75" y="60"/>
                    </a:cubicBezTo>
                    <a:cubicBezTo>
                      <a:pt x="75" y="60"/>
                      <a:pt x="75" y="75"/>
                      <a:pt x="75" y="90"/>
                    </a:cubicBezTo>
                    <a:cubicBezTo>
                      <a:pt x="75" y="90"/>
                      <a:pt x="75" y="105"/>
                      <a:pt x="75" y="105"/>
                    </a:cubicBezTo>
                    <a:cubicBezTo>
                      <a:pt x="75" y="120"/>
                      <a:pt x="90" y="120"/>
                      <a:pt x="90" y="135"/>
                    </a:cubicBezTo>
                    <a:lnTo>
                      <a:pt x="120" y="135"/>
                    </a:lnTo>
                    <a:cubicBezTo>
                      <a:pt x="120" y="150"/>
                      <a:pt x="135" y="150"/>
                      <a:pt x="150" y="150"/>
                    </a:cubicBezTo>
                    <a:lnTo>
                      <a:pt x="165" y="150"/>
                    </a:lnTo>
                    <a:cubicBezTo>
                      <a:pt x="165" y="150"/>
                      <a:pt x="179" y="135"/>
                      <a:pt x="194" y="135"/>
                    </a:cubicBezTo>
                    <a:lnTo>
                      <a:pt x="209" y="105"/>
                    </a:lnTo>
                    <a:cubicBezTo>
                      <a:pt x="224" y="105"/>
                      <a:pt x="224" y="90"/>
                      <a:pt x="224" y="90"/>
                    </a:cubicBezTo>
                    <a:cubicBezTo>
                      <a:pt x="239" y="75"/>
                      <a:pt x="239" y="60"/>
                      <a:pt x="239" y="60"/>
                    </a:cubicBezTo>
                    <a:cubicBezTo>
                      <a:pt x="239" y="45"/>
                      <a:pt x="239" y="45"/>
                      <a:pt x="224" y="30"/>
                    </a:cubicBezTo>
                    <a:cubicBezTo>
                      <a:pt x="224" y="30"/>
                      <a:pt x="224" y="15"/>
                      <a:pt x="209" y="15"/>
                    </a:cubicBezTo>
                    <a:cubicBezTo>
                      <a:pt x="209" y="15"/>
                      <a:pt x="209" y="0"/>
                      <a:pt x="194" y="0"/>
                    </a:cubicBezTo>
                    <a:close/>
                    <a:moveTo>
                      <a:pt x="374" y="224"/>
                    </a:moveTo>
                    <a:cubicBezTo>
                      <a:pt x="374" y="224"/>
                      <a:pt x="359" y="224"/>
                      <a:pt x="359" y="239"/>
                    </a:cubicBezTo>
                    <a:cubicBezTo>
                      <a:pt x="344" y="239"/>
                      <a:pt x="344" y="239"/>
                      <a:pt x="329" y="254"/>
                    </a:cubicBezTo>
                    <a:cubicBezTo>
                      <a:pt x="314" y="254"/>
                      <a:pt x="314" y="269"/>
                      <a:pt x="314" y="269"/>
                    </a:cubicBezTo>
                    <a:cubicBezTo>
                      <a:pt x="299" y="284"/>
                      <a:pt x="299" y="284"/>
                      <a:pt x="299" y="299"/>
                    </a:cubicBezTo>
                    <a:lnTo>
                      <a:pt x="299" y="314"/>
                    </a:lnTo>
                    <a:cubicBezTo>
                      <a:pt x="299" y="329"/>
                      <a:pt x="314" y="344"/>
                      <a:pt x="314" y="344"/>
                    </a:cubicBezTo>
                    <a:cubicBezTo>
                      <a:pt x="329" y="344"/>
                      <a:pt x="329" y="359"/>
                      <a:pt x="344" y="359"/>
                    </a:cubicBezTo>
                    <a:lnTo>
                      <a:pt x="418" y="359"/>
                    </a:lnTo>
                    <a:cubicBezTo>
                      <a:pt x="418" y="359"/>
                      <a:pt x="433" y="344"/>
                      <a:pt x="433" y="344"/>
                    </a:cubicBezTo>
                    <a:cubicBezTo>
                      <a:pt x="448" y="329"/>
                      <a:pt x="448" y="329"/>
                      <a:pt x="448" y="314"/>
                    </a:cubicBezTo>
                    <a:cubicBezTo>
                      <a:pt x="463" y="314"/>
                      <a:pt x="463" y="299"/>
                      <a:pt x="463" y="284"/>
                    </a:cubicBezTo>
                    <a:lnTo>
                      <a:pt x="463" y="269"/>
                    </a:lnTo>
                    <a:cubicBezTo>
                      <a:pt x="463" y="269"/>
                      <a:pt x="448" y="254"/>
                      <a:pt x="448" y="239"/>
                    </a:cubicBezTo>
                    <a:lnTo>
                      <a:pt x="433" y="239"/>
                    </a:lnTo>
                    <a:cubicBezTo>
                      <a:pt x="418" y="224"/>
                      <a:pt x="403" y="224"/>
                      <a:pt x="403" y="224"/>
                    </a:cubicBezTo>
                    <a:close/>
                    <a:moveTo>
                      <a:pt x="75" y="269"/>
                    </a:moveTo>
                    <a:cubicBezTo>
                      <a:pt x="60" y="269"/>
                      <a:pt x="60" y="284"/>
                      <a:pt x="60" y="284"/>
                    </a:cubicBezTo>
                    <a:lnTo>
                      <a:pt x="30" y="314"/>
                    </a:lnTo>
                    <a:cubicBezTo>
                      <a:pt x="30" y="329"/>
                      <a:pt x="15" y="344"/>
                      <a:pt x="15" y="359"/>
                    </a:cubicBezTo>
                    <a:cubicBezTo>
                      <a:pt x="0" y="374"/>
                      <a:pt x="0" y="374"/>
                      <a:pt x="0" y="389"/>
                    </a:cubicBezTo>
                    <a:lnTo>
                      <a:pt x="0" y="404"/>
                    </a:lnTo>
                    <a:cubicBezTo>
                      <a:pt x="0" y="419"/>
                      <a:pt x="15" y="419"/>
                      <a:pt x="15" y="433"/>
                    </a:cubicBezTo>
                    <a:cubicBezTo>
                      <a:pt x="15" y="433"/>
                      <a:pt x="15" y="448"/>
                      <a:pt x="30" y="448"/>
                    </a:cubicBezTo>
                    <a:lnTo>
                      <a:pt x="90" y="448"/>
                    </a:lnTo>
                    <a:cubicBezTo>
                      <a:pt x="105" y="448"/>
                      <a:pt x="120" y="433"/>
                      <a:pt x="120" y="419"/>
                    </a:cubicBezTo>
                    <a:cubicBezTo>
                      <a:pt x="120" y="404"/>
                      <a:pt x="135" y="389"/>
                      <a:pt x="135" y="374"/>
                    </a:cubicBezTo>
                    <a:cubicBezTo>
                      <a:pt x="150" y="359"/>
                      <a:pt x="150" y="359"/>
                      <a:pt x="150" y="344"/>
                    </a:cubicBezTo>
                    <a:lnTo>
                      <a:pt x="150" y="329"/>
                    </a:lnTo>
                    <a:cubicBezTo>
                      <a:pt x="150" y="314"/>
                      <a:pt x="135" y="314"/>
                      <a:pt x="135" y="299"/>
                    </a:cubicBezTo>
                    <a:cubicBezTo>
                      <a:pt x="135" y="284"/>
                      <a:pt x="135" y="284"/>
                      <a:pt x="120" y="284"/>
                    </a:cubicBezTo>
                    <a:cubicBezTo>
                      <a:pt x="120" y="284"/>
                      <a:pt x="120" y="269"/>
                      <a:pt x="105" y="26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2"/>
              <p:cNvSpPr/>
              <p:nvPr/>
            </p:nvSpPr>
            <p:spPr>
              <a:xfrm>
                <a:off x="-1992625" y="2403350"/>
                <a:ext cx="31025" cy="74675"/>
              </a:xfrm>
              <a:custGeom>
                <a:rect b="b" l="l" r="r" t="t"/>
                <a:pathLst>
                  <a:path extrusionOk="0" h="2987" w="1241">
                    <a:moveTo>
                      <a:pt x="1181" y="1"/>
                    </a:moveTo>
                    <a:cubicBezTo>
                      <a:pt x="1166" y="1"/>
                      <a:pt x="1151" y="1"/>
                      <a:pt x="1136" y="16"/>
                    </a:cubicBezTo>
                    <a:cubicBezTo>
                      <a:pt x="1106" y="31"/>
                      <a:pt x="1076" y="46"/>
                      <a:pt x="1061" y="76"/>
                    </a:cubicBezTo>
                    <a:cubicBezTo>
                      <a:pt x="1031" y="90"/>
                      <a:pt x="1016" y="120"/>
                      <a:pt x="1001" y="135"/>
                    </a:cubicBezTo>
                    <a:cubicBezTo>
                      <a:pt x="986" y="150"/>
                      <a:pt x="986" y="150"/>
                      <a:pt x="986" y="165"/>
                    </a:cubicBezTo>
                    <a:lnTo>
                      <a:pt x="986" y="180"/>
                    </a:lnTo>
                    <a:cubicBezTo>
                      <a:pt x="1001" y="195"/>
                      <a:pt x="1001" y="210"/>
                      <a:pt x="1016" y="225"/>
                    </a:cubicBezTo>
                    <a:cubicBezTo>
                      <a:pt x="1026" y="225"/>
                      <a:pt x="1036" y="232"/>
                      <a:pt x="1046" y="232"/>
                    </a:cubicBezTo>
                    <a:cubicBezTo>
                      <a:pt x="1051" y="232"/>
                      <a:pt x="1056" y="230"/>
                      <a:pt x="1061" y="225"/>
                    </a:cubicBezTo>
                    <a:lnTo>
                      <a:pt x="1076" y="225"/>
                    </a:lnTo>
                    <a:cubicBezTo>
                      <a:pt x="1091" y="210"/>
                      <a:pt x="1091" y="210"/>
                      <a:pt x="1106" y="195"/>
                    </a:cubicBezTo>
                    <a:cubicBezTo>
                      <a:pt x="1121" y="180"/>
                      <a:pt x="1151" y="165"/>
                      <a:pt x="1166" y="150"/>
                    </a:cubicBezTo>
                    <a:lnTo>
                      <a:pt x="1151" y="150"/>
                    </a:lnTo>
                    <a:cubicBezTo>
                      <a:pt x="1166" y="150"/>
                      <a:pt x="1181" y="135"/>
                      <a:pt x="1196" y="120"/>
                    </a:cubicBezTo>
                    <a:cubicBezTo>
                      <a:pt x="1210" y="120"/>
                      <a:pt x="1225" y="105"/>
                      <a:pt x="1225" y="90"/>
                    </a:cubicBezTo>
                    <a:cubicBezTo>
                      <a:pt x="1240" y="76"/>
                      <a:pt x="1225" y="46"/>
                      <a:pt x="1225" y="46"/>
                    </a:cubicBezTo>
                    <a:cubicBezTo>
                      <a:pt x="1210" y="31"/>
                      <a:pt x="1196" y="16"/>
                      <a:pt x="1181" y="1"/>
                    </a:cubicBezTo>
                    <a:close/>
                    <a:moveTo>
                      <a:pt x="688" y="462"/>
                    </a:moveTo>
                    <a:cubicBezTo>
                      <a:pt x="668" y="462"/>
                      <a:pt x="646" y="471"/>
                      <a:pt x="628" y="494"/>
                    </a:cubicBezTo>
                    <a:cubicBezTo>
                      <a:pt x="165" y="1211"/>
                      <a:pt x="1" y="2107"/>
                      <a:pt x="165" y="2943"/>
                    </a:cubicBezTo>
                    <a:cubicBezTo>
                      <a:pt x="171" y="2973"/>
                      <a:pt x="194" y="2986"/>
                      <a:pt x="218" y="2986"/>
                    </a:cubicBezTo>
                    <a:cubicBezTo>
                      <a:pt x="254" y="2986"/>
                      <a:pt x="293" y="2958"/>
                      <a:pt x="284" y="2913"/>
                    </a:cubicBezTo>
                    <a:cubicBezTo>
                      <a:pt x="135" y="2107"/>
                      <a:pt x="299" y="1255"/>
                      <a:pt x="747" y="553"/>
                    </a:cubicBezTo>
                    <a:cubicBezTo>
                      <a:pt x="779" y="512"/>
                      <a:pt x="737" y="462"/>
                      <a:pt x="688" y="46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7" name="Google Shape;777;p52"/>
            <p:cNvGrpSpPr/>
            <p:nvPr/>
          </p:nvGrpSpPr>
          <p:grpSpPr>
            <a:xfrm rot="-10350234">
              <a:off x="-1171271" y="3869649"/>
              <a:ext cx="1558032" cy="1818185"/>
              <a:chOff x="2342300" y="-1710275"/>
              <a:chExt cx="230400" cy="268875"/>
            </a:xfrm>
          </p:grpSpPr>
          <p:sp>
            <p:nvSpPr>
              <p:cNvPr id="778" name="Google Shape;778;p52"/>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2"/>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2"/>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2"/>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2" name="Google Shape;782;p52"/>
            <p:cNvGrpSpPr/>
            <p:nvPr/>
          </p:nvGrpSpPr>
          <p:grpSpPr>
            <a:xfrm flipH="1">
              <a:off x="8598600" y="2416231"/>
              <a:ext cx="830339" cy="850314"/>
              <a:chOff x="2588281" y="451206"/>
              <a:chExt cx="830339" cy="850314"/>
            </a:xfrm>
          </p:grpSpPr>
          <p:sp>
            <p:nvSpPr>
              <p:cNvPr id="783" name="Google Shape;783;p52"/>
              <p:cNvSpPr/>
              <p:nvPr/>
            </p:nvSpPr>
            <p:spPr>
              <a:xfrm rot="-179950">
                <a:off x="3146022" y="866601"/>
                <a:ext cx="261571" cy="428370"/>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2"/>
              <p:cNvSpPr/>
              <p:nvPr/>
            </p:nvSpPr>
            <p:spPr>
              <a:xfrm rot="3566374">
                <a:off x="2708429" y="458538"/>
                <a:ext cx="261565" cy="428373"/>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85" name="Shape 785"/>
        <p:cNvGrpSpPr/>
        <p:nvPr/>
      </p:nvGrpSpPr>
      <p:grpSpPr>
        <a:xfrm>
          <a:off x="0" y="0"/>
          <a:ext cx="0" cy="0"/>
          <a:chOff x="0" y="0"/>
          <a:chExt cx="0" cy="0"/>
        </a:xfrm>
      </p:grpSpPr>
      <p:grpSp>
        <p:nvGrpSpPr>
          <p:cNvPr id="786" name="Google Shape;786;p53"/>
          <p:cNvGrpSpPr/>
          <p:nvPr/>
        </p:nvGrpSpPr>
        <p:grpSpPr>
          <a:xfrm>
            <a:off x="-65" y="-15"/>
            <a:ext cx="9144128" cy="5143530"/>
            <a:chOff x="-2163850" y="-134475"/>
            <a:chExt cx="3075000" cy="5336719"/>
          </a:xfrm>
        </p:grpSpPr>
        <p:cxnSp>
          <p:nvCxnSpPr>
            <p:cNvPr id="787" name="Google Shape;787;p53"/>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88" name="Google Shape;788;p53"/>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89" name="Google Shape;789;p53"/>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0" name="Google Shape;790;p53"/>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1" name="Google Shape;791;p53"/>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2" name="Google Shape;792;p53"/>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3" name="Google Shape;793;p53"/>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4" name="Google Shape;794;p53"/>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5" name="Google Shape;795;p53"/>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6" name="Google Shape;796;p53"/>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7" name="Google Shape;797;p53"/>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8" name="Google Shape;798;p53"/>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799" name="Google Shape;799;p53"/>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00" name="Google Shape;800;p53"/>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01" name="Google Shape;801;p53"/>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02" name="Google Shape;802;p53"/>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803" name="Google Shape;803;p53"/>
          <p:cNvSpPr txBox="1"/>
          <p:nvPr>
            <p:ph type="title"/>
          </p:nvPr>
        </p:nvSpPr>
        <p:spPr>
          <a:xfrm>
            <a:off x="970875" y="3208950"/>
            <a:ext cx="4500300" cy="554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04" name="Google Shape;804;p53"/>
          <p:cNvSpPr txBox="1"/>
          <p:nvPr>
            <p:ph idx="1" type="subTitle"/>
          </p:nvPr>
        </p:nvSpPr>
        <p:spPr>
          <a:xfrm>
            <a:off x="970875" y="1380450"/>
            <a:ext cx="4500300" cy="1828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805" name="Google Shape;805;p53"/>
          <p:cNvGrpSpPr/>
          <p:nvPr/>
        </p:nvGrpSpPr>
        <p:grpSpPr>
          <a:xfrm>
            <a:off x="-42450" y="-42900"/>
            <a:ext cx="453600" cy="5229300"/>
            <a:chOff x="-42450" y="-42900"/>
            <a:chExt cx="453600" cy="5229300"/>
          </a:xfrm>
        </p:grpSpPr>
        <p:sp>
          <p:nvSpPr>
            <p:cNvPr id="806" name="Google Shape;806;p53"/>
            <p:cNvSpPr/>
            <p:nvPr/>
          </p:nvSpPr>
          <p:spPr>
            <a:xfrm>
              <a:off x="-42450" y="-42900"/>
              <a:ext cx="453600" cy="522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807" name="Google Shape;807;p53"/>
            <p:cNvSpPr/>
            <p:nvPr/>
          </p:nvSpPr>
          <p:spPr>
            <a:xfrm>
              <a:off x="83575" y="274600"/>
              <a:ext cx="224400" cy="224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808" name="Shape 808"/>
        <p:cNvGrpSpPr/>
        <p:nvPr/>
      </p:nvGrpSpPr>
      <p:grpSpPr>
        <a:xfrm>
          <a:off x="0" y="0"/>
          <a:ext cx="0" cy="0"/>
          <a:chOff x="0" y="0"/>
          <a:chExt cx="0" cy="0"/>
        </a:xfrm>
      </p:grpSpPr>
      <p:grpSp>
        <p:nvGrpSpPr>
          <p:cNvPr id="809" name="Google Shape;809;p54"/>
          <p:cNvGrpSpPr/>
          <p:nvPr/>
        </p:nvGrpSpPr>
        <p:grpSpPr>
          <a:xfrm>
            <a:off x="-65" y="-15"/>
            <a:ext cx="9144128" cy="5143530"/>
            <a:chOff x="-2163850" y="-134475"/>
            <a:chExt cx="3075000" cy="5336719"/>
          </a:xfrm>
        </p:grpSpPr>
        <p:cxnSp>
          <p:nvCxnSpPr>
            <p:cNvPr id="810" name="Google Shape;810;p54"/>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1" name="Google Shape;811;p54"/>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2" name="Google Shape;812;p54"/>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3" name="Google Shape;813;p54"/>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4" name="Google Shape;814;p54"/>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5" name="Google Shape;815;p54"/>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6" name="Google Shape;816;p54"/>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7" name="Google Shape;817;p54"/>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8" name="Google Shape;818;p54"/>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19" name="Google Shape;819;p54"/>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20" name="Google Shape;820;p54"/>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21" name="Google Shape;821;p54"/>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22" name="Google Shape;822;p54"/>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23" name="Google Shape;823;p54"/>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24" name="Google Shape;824;p54"/>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25" name="Google Shape;825;p54"/>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826" name="Google Shape;826;p54"/>
          <p:cNvSpPr txBox="1"/>
          <p:nvPr>
            <p:ph type="title"/>
          </p:nvPr>
        </p:nvSpPr>
        <p:spPr>
          <a:xfrm>
            <a:off x="1256150" y="1799472"/>
            <a:ext cx="2944500" cy="646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27" name="Google Shape;827;p54"/>
          <p:cNvSpPr txBox="1"/>
          <p:nvPr>
            <p:ph idx="1" type="subTitle"/>
          </p:nvPr>
        </p:nvSpPr>
        <p:spPr>
          <a:xfrm>
            <a:off x="1256150" y="2463222"/>
            <a:ext cx="2944500" cy="114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28" name="Google Shape;828;p54"/>
          <p:cNvGrpSpPr/>
          <p:nvPr/>
        </p:nvGrpSpPr>
        <p:grpSpPr>
          <a:xfrm rot="2993334">
            <a:off x="4589645" y="-388996"/>
            <a:ext cx="806616" cy="1392476"/>
            <a:chOff x="1763900" y="-464625"/>
            <a:chExt cx="185600" cy="320400"/>
          </a:xfrm>
        </p:grpSpPr>
        <p:sp>
          <p:nvSpPr>
            <p:cNvPr id="829" name="Google Shape;829;p54"/>
            <p:cNvSpPr/>
            <p:nvPr/>
          </p:nvSpPr>
          <p:spPr>
            <a:xfrm>
              <a:off x="1763900" y="-464625"/>
              <a:ext cx="184475" cy="320100"/>
            </a:xfrm>
            <a:custGeom>
              <a:rect b="b" l="l" r="r" t="t"/>
              <a:pathLst>
                <a:path extrusionOk="0" h="12804" w="7379">
                  <a:moveTo>
                    <a:pt x="5333" y="2584"/>
                  </a:moveTo>
                  <a:cubicBezTo>
                    <a:pt x="5407" y="5049"/>
                    <a:pt x="5407" y="7513"/>
                    <a:pt x="5363" y="9933"/>
                  </a:cubicBezTo>
                  <a:lnTo>
                    <a:pt x="5363" y="10336"/>
                  </a:lnTo>
                  <a:cubicBezTo>
                    <a:pt x="3914" y="9978"/>
                    <a:pt x="2898" y="8768"/>
                    <a:pt x="2525" y="7588"/>
                  </a:cubicBezTo>
                  <a:cubicBezTo>
                    <a:pt x="2390" y="7244"/>
                    <a:pt x="2345" y="6871"/>
                    <a:pt x="2345" y="6468"/>
                  </a:cubicBezTo>
                  <a:cubicBezTo>
                    <a:pt x="2375" y="5109"/>
                    <a:pt x="3242" y="3630"/>
                    <a:pt x="4586" y="2868"/>
                  </a:cubicBezTo>
                  <a:cubicBezTo>
                    <a:pt x="4810" y="2749"/>
                    <a:pt x="5079" y="2614"/>
                    <a:pt x="5333" y="2584"/>
                  </a:cubicBezTo>
                  <a:close/>
                  <a:moveTo>
                    <a:pt x="7244" y="1"/>
                  </a:moveTo>
                  <a:lnTo>
                    <a:pt x="7244" y="1"/>
                  </a:lnTo>
                  <a:cubicBezTo>
                    <a:pt x="5960" y="105"/>
                    <a:pt x="4705" y="508"/>
                    <a:pt x="3645" y="1195"/>
                  </a:cubicBezTo>
                  <a:cubicBezTo>
                    <a:pt x="1330" y="2659"/>
                    <a:pt x="1" y="5527"/>
                    <a:pt x="822" y="8215"/>
                  </a:cubicBezTo>
                  <a:cubicBezTo>
                    <a:pt x="1582" y="10774"/>
                    <a:pt x="4361" y="12803"/>
                    <a:pt x="7056" y="12803"/>
                  </a:cubicBezTo>
                  <a:cubicBezTo>
                    <a:pt x="7114" y="12803"/>
                    <a:pt x="7172" y="12802"/>
                    <a:pt x="7229" y="12801"/>
                  </a:cubicBezTo>
                  <a:cubicBezTo>
                    <a:pt x="7379" y="8544"/>
                    <a:pt x="7379" y="4257"/>
                    <a:pt x="72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54"/>
            <p:cNvSpPr/>
            <p:nvPr/>
          </p:nvSpPr>
          <p:spPr>
            <a:xfrm>
              <a:off x="1895325" y="-463875"/>
              <a:ext cx="54175" cy="319650"/>
            </a:xfrm>
            <a:custGeom>
              <a:rect b="b" l="l" r="r" t="t"/>
              <a:pathLst>
                <a:path extrusionOk="0" h="12786" w="2167">
                  <a:moveTo>
                    <a:pt x="1674" y="0"/>
                  </a:moveTo>
                  <a:cubicBezTo>
                    <a:pt x="1644" y="0"/>
                    <a:pt x="1599" y="30"/>
                    <a:pt x="1599" y="45"/>
                  </a:cubicBezTo>
                  <a:cubicBezTo>
                    <a:pt x="1569" y="105"/>
                    <a:pt x="1599" y="120"/>
                    <a:pt x="1644" y="120"/>
                  </a:cubicBezTo>
                  <a:lnTo>
                    <a:pt x="1972" y="120"/>
                  </a:lnTo>
                  <a:cubicBezTo>
                    <a:pt x="1987" y="120"/>
                    <a:pt x="2047" y="105"/>
                    <a:pt x="2047" y="75"/>
                  </a:cubicBezTo>
                  <a:cubicBezTo>
                    <a:pt x="2047" y="45"/>
                    <a:pt x="2017" y="0"/>
                    <a:pt x="1987" y="0"/>
                  </a:cubicBezTo>
                  <a:close/>
                  <a:moveTo>
                    <a:pt x="1674" y="478"/>
                  </a:moveTo>
                  <a:cubicBezTo>
                    <a:pt x="1644" y="478"/>
                    <a:pt x="1599" y="493"/>
                    <a:pt x="1599" y="523"/>
                  </a:cubicBezTo>
                  <a:cubicBezTo>
                    <a:pt x="1569" y="568"/>
                    <a:pt x="1599" y="598"/>
                    <a:pt x="1644" y="598"/>
                  </a:cubicBezTo>
                  <a:lnTo>
                    <a:pt x="1972" y="598"/>
                  </a:lnTo>
                  <a:cubicBezTo>
                    <a:pt x="1987" y="598"/>
                    <a:pt x="2047" y="568"/>
                    <a:pt x="2047" y="553"/>
                  </a:cubicBezTo>
                  <a:cubicBezTo>
                    <a:pt x="2047" y="523"/>
                    <a:pt x="2017" y="478"/>
                    <a:pt x="1987" y="478"/>
                  </a:cubicBezTo>
                  <a:close/>
                  <a:moveTo>
                    <a:pt x="1674" y="926"/>
                  </a:moveTo>
                  <a:cubicBezTo>
                    <a:pt x="1644" y="926"/>
                    <a:pt x="1599" y="941"/>
                    <a:pt x="1599" y="971"/>
                  </a:cubicBezTo>
                  <a:cubicBezTo>
                    <a:pt x="1599" y="1016"/>
                    <a:pt x="1614" y="1046"/>
                    <a:pt x="1644" y="1046"/>
                  </a:cubicBezTo>
                  <a:lnTo>
                    <a:pt x="1972" y="1046"/>
                  </a:lnTo>
                  <a:cubicBezTo>
                    <a:pt x="1987" y="1046"/>
                    <a:pt x="2047" y="1016"/>
                    <a:pt x="2047" y="1001"/>
                  </a:cubicBezTo>
                  <a:cubicBezTo>
                    <a:pt x="2047" y="971"/>
                    <a:pt x="2017" y="926"/>
                    <a:pt x="1987" y="926"/>
                  </a:cubicBezTo>
                  <a:close/>
                  <a:moveTo>
                    <a:pt x="1674" y="1374"/>
                  </a:moveTo>
                  <a:cubicBezTo>
                    <a:pt x="1644" y="1374"/>
                    <a:pt x="1599" y="1389"/>
                    <a:pt x="1599" y="1419"/>
                  </a:cubicBezTo>
                  <a:cubicBezTo>
                    <a:pt x="1599" y="1464"/>
                    <a:pt x="1614" y="1494"/>
                    <a:pt x="1644" y="1494"/>
                  </a:cubicBezTo>
                  <a:lnTo>
                    <a:pt x="1972" y="1494"/>
                  </a:lnTo>
                  <a:cubicBezTo>
                    <a:pt x="1987" y="1494"/>
                    <a:pt x="2047" y="1464"/>
                    <a:pt x="2047" y="1449"/>
                  </a:cubicBezTo>
                  <a:cubicBezTo>
                    <a:pt x="2047" y="1419"/>
                    <a:pt x="2017" y="1374"/>
                    <a:pt x="1987" y="1374"/>
                  </a:cubicBezTo>
                  <a:close/>
                  <a:moveTo>
                    <a:pt x="1226" y="1823"/>
                  </a:moveTo>
                  <a:cubicBezTo>
                    <a:pt x="1196" y="1823"/>
                    <a:pt x="1166" y="1867"/>
                    <a:pt x="1166" y="1897"/>
                  </a:cubicBezTo>
                  <a:cubicBezTo>
                    <a:pt x="1166" y="1942"/>
                    <a:pt x="1196" y="1942"/>
                    <a:pt x="1241" y="1942"/>
                  </a:cubicBezTo>
                  <a:lnTo>
                    <a:pt x="1614" y="1942"/>
                  </a:lnTo>
                  <a:lnTo>
                    <a:pt x="1644" y="1972"/>
                  </a:lnTo>
                  <a:lnTo>
                    <a:pt x="1972" y="1972"/>
                  </a:lnTo>
                  <a:cubicBezTo>
                    <a:pt x="1987" y="1972"/>
                    <a:pt x="2047" y="1942"/>
                    <a:pt x="2047" y="1912"/>
                  </a:cubicBezTo>
                  <a:cubicBezTo>
                    <a:pt x="2047" y="1897"/>
                    <a:pt x="2017" y="1837"/>
                    <a:pt x="1987" y="1837"/>
                  </a:cubicBezTo>
                  <a:lnTo>
                    <a:pt x="1719" y="1837"/>
                  </a:lnTo>
                  <a:cubicBezTo>
                    <a:pt x="1689" y="1823"/>
                    <a:pt x="1689" y="1823"/>
                    <a:pt x="1674" y="1823"/>
                  </a:cubicBezTo>
                  <a:close/>
                  <a:moveTo>
                    <a:pt x="1689" y="2256"/>
                  </a:moveTo>
                  <a:cubicBezTo>
                    <a:pt x="1674" y="2256"/>
                    <a:pt x="1614" y="2286"/>
                    <a:pt x="1614" y="2315"/>
                  </a:cubicBezTo>
                  <a:cubicBezTo>
                    <a:pt x="1599" y="2360"/>
                    <a:pt x="1644" y="2390"/>
                    <a:pt x="1674" y="2390"/>
                  </a:cubicBezTo>
                  <a:lnTo>
                    <a:pt x="1987" y="2390"/>
                  </a:lnTo>
                  <a:cubicBezTo>
                    <a:pt x="2017" y="2390"/>
                    <a:pt x="2062" y="2360"/>
                    <a:pt x="2062" y="2330"/>
                  </a:cubicBezTo>
                  <a:cubicBezTo>
                    <a:pt x="2062" y="2315"/>
                    <a:pt x="2047" y="2256"/>
                    <a:pt x="2017" y="2256"/>
                  </a:cubicBezTo>
                  <a:close/>
                  <a:moveTo>
                    <a:pt x="1689" y="2704"/>
                  </a:moveTo>
                  <a:cubicBezTo>
                    <a:pt x="1674" y="2704"/>
                    <a:pt x="1614" y="2734"/>
                    <a:pt x="1614" y="2764"/>
                  </a:cubicBezTo>
                  <a:cubicBezTo>
                    <a:pt x="1614" y="2808"/>
                    <a:pt x="1644" y="2838"/>
                    <a:pt x="1674" y="2838"/>
                  </a:cubicBezTo>
                  <a:lnTo>
                    <a:pt x="1987" y="2838"/>
                  </a:lnTo>
                  <a:cubicBezTo>
                    <a:pt x="2017" y="2838"/>
                    <a:pt x="2062" y="2808"/>
                    <a:pt x="2062" y="2778"/>
                  </a:cubicBezTo>
                  <a:cubicBezTo>
                    <a:pt x="2062" y="2764"/>
                    <a:pt x="2047" y="2704"/>
                    <a:pt x="2017" y="2704"/>
                  </a:cubicBezTo>
                  <a:close/>
                  <a:moveTo>
                    <a:pt x="1719" y="3152"/>
                  </a:moveTo>
                  <a:cubicBezTo>
                    <a:pt x="1689" y="3152"/>
                    <a:pt x="1644" y="3182"/>
                    <a:pt x="1644" y="3212"/>
                  </a:cubicBezTo>
                  <a:cubicBezTo>
                    <a:pt x="1618" y="3250"/>
                    <a:pt x="1637" y="3289"/>
                    <a:pt x="1672" y="3289"/>
                  </a:cubicBezTo>
                  <a:cubicBezTo>
                    <a:pt x="1677" y="3289"/>
                    <a:pt x="1683" y="3288"/>
                    <a:pt x="1689" y="3286"/>
                  </a:cubicBezTo>
                  <a:lnTo>
                    <a:pt x="2017" y="3286"/>
                  </a:lnTo>
                  <a:cubicBezTo>
                    <a:pt x="2047" y="3286"/>
                    <a:pt x="2092" y="3256"/>
                    <a:pt x="2092" y="3227"/>
                  </a:cubicBezTo>
                  <a:cubicBezTo>
                    <a:pt x="2092" y="3212"/>
                    <a:pt x="2062" y="3152"/>
                    <a:pt x="2047" y="3152"/>
                  </a:cubicBezTo>
                  <a:close/>
                  <a:moveTo>
                    <a:pt x="1739" y="3617"/>
                  </a:moveTo>
                  <a:cubicBezTo>
                    <a:pt x="1714" y="3617"/>
                    <a:pt x="1704" y="3630"/>
                    <a:pt x="1674" y="3630"/>
                  </a:cubicBezTo>
                  <a:lnTo>
                    <a:pt x="1300" y="3630"/>
                  </a:lnTo>
                  <a:cubicBezTo>
                    <a:pt x="1271" y="3630"/>
                    <a:pt x="1241" y="3675"/>
                    <a:pt x="1241" y="3704"/>
                  </a:cubicBezTo>
                  <a:cubicBezTo>
                    <a:pt x="1241" y="3749"/>
                    <a:pt x="1271" y="3749"/>
                    <a:pt x="1315" y="3749"/>
                  </a:cubicBezTo>
                  <a:lnTo>
                    <a:pt x="2047" y="3749"/>
                  </a:lnTo>
                  <a:cubicBezTo>
                    <a:pt x="2062" y="3749"/>
                    <a:pt x="2122" y="3734"/>
                    <a:pt x="2122" y="3704"/>
                  </a:cubicBezTo>
                  <a:cubicBezTo>
                    <a:pt x="2122" y="3675"/>
                    <a:pt x="2092" y="3630"/>
                    <a:pt x="2062" y="3630"/>
                  </a:cubicBezTo>
                  <a:lnTo>
                    <a:pt x="1793" y="3630"/>
                  </a:lnTo>
                  <a:cubicBezTo>
                    <a:pt x="1768" y="3620"/>
                    <a:pt x="1752" y="3617"/>
                    <a:pt x="1739" y="3617"/>
                  </a:cubicBezTo>
                  <a:close/>
                  <a:moveTo>
                    <a:pt x="1719" y="4078"/>
                  </a:moveTo>
                  <a:cubicBezTo>
                    <a:pt x="1689" y="4078"/>
                    <a:pt x="1644" y="4108"/>
                    <a:pt x="1644" y="4123"/>
                  </a:cubicBezTo>
                  <a:cubicBezTo>
                    <a:pt x="1644" y="4182"/>
                    <a:pt x="1674" y="4197"/>
                    <a:pt x="1689" y="4197"/>
                  </a:cubicBezTo>
                  <a:lnTo>
                    <a:pt x="2017" y="4197"/>
                  </a:lnTo>
                  <a:cubicBezTo>
                    <a:pt x="2047" y="4197"/>
                    <a:pt x="2092" y="4182"/>
                    <a:pt x="2092" y="4153"/>
                  </a:cubicBezTo>
                  <a:cubicBezTo>
                    <a:pt x="2092" y="4123"/>
                    <a:pt x="2062" y="4078"/>
                    <a:pt x="2047" y="4078"/>
                  </a:cubicBezTo>
                  <a:close/>
                  <a:moveTo>
                    <a:pt x="1719" y="4526"/>
                  </a:moveTo>
                  <a:cubicBezTo>
                    <a:pt x="1689" y="4526"/>
                    <a:pt x="1644" y="4556"/>
                    <a:pt x="1644" y="4571"/>
                  </a:cubicBezTo>
                  <a:cubicBezTo>
                    <a:pt x="1644" y="4631"/>
                    <a:pt x="1674" y="4645"/>
                    <a:pt x="1689" y="4645"/>
                  </a:cubicBezTo>
                  <a:lnTo>
                    <a:pt x="2017" y="4645"/>
                  </a:lnTo>
                  <a:cubicBezTo>
                    <a:pt x="2047" y="4645"/>
                    <a:pt x="2092" y="4631"/>
                    <a:pt x="2092" y="4601"/>
                  </a:cubicBezTo>
                  <a:cubicBezTo>
                    <a:pt x="2092" y="4571"/>
                    <a:pt x="2062" y="4526"/>
                    <a:pt x="2047" y="4526"/>
                  </a:cubicBezTo>
                  <a:close/>
                  <a:moveTo>
                    <a:pt x="1719" y="4974"/>
                  </a:moveTo>
                  <a:cubicBezTo>
                    <a:pt x="1689" y="4974"/>
                    <a:pt x="1644" y="5004"/>
                    <a:pt x="1644" y="5019"/>
                  </a:cubicBezTo>
                  <a:cubicBezTo>
                    <a:pt x="1644" y="5079"/>
                    <a:pt x="1674" y="5094"/>
                    <a:pt x="1689" y="5094"/>
                  </a:cubicBezTo>
                  <a:lnTo>
                    <a:pt x="2017" y="5094"/>
                  </a:lnTo>
                  <a:cubicBezTo>
                    <a:pt x="2047" y="5094"/>
                    <a:pt x="2092" y="5079"/>
                    <a:pt x="2092" y="5049"/>
                  </a:cubicBezTo>
                  <a:cubicBezTo>
                    <a:pt x="2092" y="5019"/>
                    <a:pt x="2062" y="4974"/>
                    <a:pt x="2047" y="4974"/>
                  </a:cubicBezTo>
                  <a:close/>
                  <a:moveTo>
                    <a:pt x="1315" y="5422"/>
                  </a:moveTo>
                  <a:cubicBezTo>
                    <a:pt x="1300" y="5422"/>
                    <a:pt x="1271" y="5467"/>
                    <a:pt x="1271" y="5497"/>
                  </a:cubicBezTo>
                  <a:cubicBezTo>
                    <a:pt x="1271" y="5542"/>
                    <a:pt x="1300" y="5542"/>
                    <a:pt x="1345" y="5542"/>
                  </a:cubicBezTo>
                  <a:lnTo>
                    <a:pt x="2092" y="5542"/>
                  </a:lnTo>
                  <a:cubicBezTo>
                    <a:pt x="2122" y="5542"/>
                    <a:pt x="2167" y="5527"/>
                    <a:pt x="2167" y="5497"/>
                  </a:cubicBezTo>
                  <a:cubicBezTo>
                    <a:pt x="2167" y="5467"/>
                    <a:pt x="2137" y="5422"/>
                    <a:pt x="2122" y="5422"/>
                  </a:cubicBezTo>
                  <a:close/>
                  <a:moveTo>
                    <a:pt x="1748" y="5870"/>
                  </a:moveTo>
                  <a:cubicBezTo>
                    <a:pt x="1719" y="5870"/>
                    <a:pt x="1674" y="5900"/>
                    <a:pt x="1674" y="5915"/>
                  </a:cubicBezTo>
                  <a:cubicBezTo>
                    <a:pt x="1674" y="5975"/>
                    <a:pt x="1689" y="5990"/>
                    <a:pt x="1719" y="5990"/>
                  </a:cubicBezTo>
                  <a:lnTo>
                    <a:pt x="2047" y="5990"/>
                  </a:lnTo>
                  <a:cubicBezTo>
                    <a:pt x="2062" y="5990"/>
                    <a:pt x="2122" y="5975"/>
                    <a:pt x="2122" y="5945"/>
                  </a:cubicBezTo>
                  <a:cubicBezTo>
                    <a:pt x="2122" y="5915"/>
                    <a:pt x="2092" y="5870"/>
                    <a:pt x="2062" y="5870"/>
                  </a:cubicBezTo>
                  <a:close/>
                  <a:moveTo>
                    <a:pt x="1763" y="6318"/>
                  </a:moveTo>
                  <a:cubicBezTo>
                    <a:pt x="1748" y="6318"/>
                    <a:pt x="1689" y="6348"/>
                    <a:pt x="1689" y="6363"/>
                  </a:cubicBezTo>
                  <a:cubicBezTo>
                    <a:pt x="1677" y="6410"/>
                    <a:pt x="1684" y="6447"/>
                    <a:pt x="1715" y="6447"/>
                  </a:cubicBezTo>
                  <a:cubicBezTo>
                    <a:pt x="1724" y="6447"/>
                    <a:pt x="1735" y="6444"/>
                    <a:pt x="1748" y="6438"/>
                  </a:cubicBezTo>
                  <a:lnTo>
                    <a:pt x="2062" y="6438"/>
                  </a:lnTo>
                  <a:cubicBezTo>
                    <a:pt x="2092" y="6438"/>
                    <a:pt x="2137" y="6423"/>
                    <a:pt x="2137" y="6393"/>
                  </a:cubicBezTo>
                  <a:cubicBezTo>
                    <a:pt x="2137" y="6363"/>
                    <a:pt x="2122" y="6318"/>
                    <a:pt x="2092" y="6318"/>
                  </a:cubicBezTo>
                  <a:close/>
                  <a:moveTo>
                    <a:pt x="1748" y="6796"/>
                  </a:moveTo>
                  <a:cubicBezTo>
                    <a:pt x="1719" y="6796"/>
                    <a:pt x="1674" y="6811"/>
                    <a:pt x="1674" y="6841"/>
                  </a:cubicBezTo>
                  <a:cubicBezTo>
                    <a:pt x="1674" y="6871"/>
                    <a:pt x="1689" y="6886"/>
                    <a:pt x="1719" y="6916"/>
                  </a:cubicBezTo>
                  <a:lnTo>
                    <a:pt x="2062" y="6916"/>
                  </a:lnTo>
                  <a:cubicBezTo>
                    <a:pt x="2092" y="6916"/>
                    <a:pt x="2137" y="6886"/>
                    <a:pt x="2137" y="6871"/>
                  </a:cubicBezTo>
                  <a:cubicBezTo>
                    <a:pt x="2137" y="6841"/>
                    <a:pt x="2122" y="6796"/>
                    <a:pt x="2092" y="6796"/>
                  </a:cubicBezTo>
                  <a:close/>
                  <a:moveTo>
                    <a:pt x="1300" y="7214"/>
                  </a:moveTo>
                  <a:cubicBezTo>
                    <a:pt x="1271" y="7214"/>
                    <a:pt x="1241" y="7259"/>
                    <a:pt x="1241" y="7289"/>
                  </a:cubicBezTo>
                  <a:cubicBezTo>
                    <a:pt x="1241" y="7334"/>
                    <a:pt x="1271" y="7334"/>
                    <a:pt x="1315" y="7334"/>
                  </a:cubicBezTo>
                  <a:lnTo>
                    <a:pt x="2092" y="7334"/>
                  </a:lnTo>
                  <a:cubicBezTo>
                    <a:pt x="2122" y="7334"/>
                    <a:pt x="2167" y="7319"/>
                    <a:pt x="2167" y="7289"/>
                  </a:cubicBezTo>
                  <a:cubicBezTo>
                    <a:pt x="2167" y="7259"/>
                    <a:pt x="2137" y="7214"/>
                    <a:pt x="2122" y="7214"/>
                  </a:cubicBezTo>
                  <a:lnTo>
                    <a:pt x="1823" y="7214"/>
                  </a:lnTo>
                  <a:cubicBezTo>
                    <a:pt x="1793" y="7229"/>
                    <a:pt x="1778" y="7237"/>
                    <a:pt x="1769" y="7237"/>
                  </a:cubicBezTo>
                  <a:cubicBezTo>
                    <a:pt x="1760" y="7237"/>
                    <a:pt x="1756" y="7229"/>
                    <a:pt x="1748" y="7214"/>
                  </a:cubicBezTo>
                  <a:close/>
                  <a:moveTo>
                    <a:pt x="1748" y="7692"/>
                  </a:moveTo>
                  <a:cubicBezTo>
                    <a:pt x="1719" y="7692"/>
                    <a:pt x="1674" y="7707"/>
                    <a:pt x="1674" y="7737"/>
                  </a:cubicBezTo>
                  <a:cubicBezTo>
                    <a:pt x="1674" y="7782"/>
                    <a:pt x="1689" y="7812"/>
                    <a:pt x="1719" y="7812"/>
                  </a:cubicBezTo>
                  <a:lnTo>
                    <a:pt x="2062" y="7812"/>
                  </a:lnTo>
                  <a:cubicBezTo>
                    <a:pt x="2092" y="7812"/>
                    <a:pt x="2137" y="7782"/>
                    <a:pt x="2137" y="7767"/>
                  </a:cubicBezTo>
                  <a:cubicBezTo>
                    <a:pt x="2137" y="7737"/>
                    <a:pt x="2122" y="7692"/>
                    <a:pt x="2092" y="7692"/>
                  </a:cubicBezTo>
                  <a:close/>
                  <a:moveTo>
                    <a:pt x="1748" y="8140"/>
                  </a:moveTo>
                  <a:cubicBezTo>
                    <a:pt x="1719" y="8140"/>
                    <a:pt x="1674" y="8155"/>
                    <a:pt x="1674" y="8185"/>
                  </a:cubicBezTo>
                  <a:cubicBezTo>
                    <a:pt x="1674" y="8230"/>
                    <a:pt x="1689" y="8260"/>
                    <a:pt x="1719" y="8260"/>
                  </a:cubicBezTo>
                  <a:lnTo>
                    <a:pt x="2062" y="8260"/>
                  </a:lnTo>
                  <a:cubicBezTo>
                    <a:pt x="2092" y="8260"/>
                    <a:pt x="2137" y="8230"/>
                    <a:pt x="2137" y="8215"/>
                  </a:cubicBezTo>
                  <a:cubicBezTo>
                    <a:pt x="2137" y="8185"/>
                    <a:pt x="2122" y="8140"/>
                    <a:pt x="2092" y="8140"/>
                  </a:cubicBezTo>
                  <a:close/>
                  <a:moveTo>
                    <a:pt x="1748" y="8589"/>
                  </a:moveTo>
                  <a:cubicBezTo>
                    <a:pt x="1719" y="8589"/>
                    <a:pt x="1674" y="8603"/>
                    <a:pt x="1674" y="8633"/>
                  </a:cubicBezTo>
                  <a:cubicBezTo>
                    <a:pt x="1674" y="8678"/>
                    <a:pt x="1689" y="8708"/>
                    <a:pt x="1719" y="8708"/>
                  </a:cubicBezTo>
                  <a:lnTo>
                    <a:pt x="2062" y="8708"/>
                  </a:lnTo>
                  <a:cubicBezTo>
                    <a:pt x="2092" y="8708"/>
                    <a:pt x="2137" y="8678"/>
                    <a:pt x="2137" y="8663"/>
                  </a:cubicBezTo>
                  <a:cubicBezTo>
                    <a:pt x="2137" y="8633"/>
                    <a:pt x="2122" y="8589"/>
                    <a:pt x="2092" y="8589"/>
                  </a:cubicBezTo>
                  <a:close/>
                  <a:moveTo>
                    <a:pt x="1196" y="9007"/>
                  </a:moveTo>
                  <a:cubicBezTo>
                    <a:pt x="1166" y="9007"/>
                    <a:pt x="1121" y="9037"/>
                    <a:pt x="1121" y="9052"/>
                  </a:cubicBezTo>
                  <a:cubicBezTo>
                    <a:pt x="1121" y="9081"/>
                    <a:pt x="1151" y="9126"/>
                    <a:pt x="1166" y="9126"/>
                  </a:cubicBezTo>
                  <a:cubicBezTo>
                    <a:pt x="1345" y="9126"/>
                    <a:pt x="1524" y="9126"/>
                    <a:pt x="1689" y="9156"/>
                  </a:cubicBezTo>
                  <a:lnTo>
                    <a:pt x="2062" y="9156"/>
                  </a:lnTo>
                  <a:cubicBezTo>
                    <a:pt x="2092" y="9156"/>
                    <a:pt x="2137" y="9126"/>
                    <a:pt x="2137" y="9111"/>
                  </a:cubicBezTo>
                  <a:cubicBezTo>
                    <a:pt x="2137" y="9081"/>
                    <a:pt x="2122" y="9037"/>
                    <a:pt x="2092" y="9037"/>
                  </a:cubicBezTo>
                  <a:lnTo>
                    <a:pt x="1719" y="9037"/>
                  </a:lnTo>
                  <a:cubicBezTo>
                    <a:pt x="1539" y="9037"/>
                    <a:pt x="1375" y="9037"/>
                    <a:pt x="1196" y="9007"/>
                  </a:cubicBezTo>
                  <a:close/>
                  <a:moveTo>
                    <a:pt x="1748" y="9485"/>
                  </a:moveTo>
                  <a:cubicBezTo>
                    <a:pt x="1719" y="9485"/>
                    <a:pt x="1674" y="9500"/>
                    <a:pt x="1674" y="9529"/>
                  </a:cubicBezTo>
                  <a:cubicBezTo>
                    <a:pt x="1674" y="9574"/>
                    <a:pt x="1689" y="9604"/>
                    <a:pt x="1719" y="9604"/>
                  </a:cubicBezTo>
                  <a:cubicBezTo>
                    <a:pt x="1823" y="9604"/>
                    <a:pt x="1913" y="9604"/>
                    <a:pt x="1987" y="9634"/>
                  </a:cubicBezTo>
                  <a:lnTo>
                    <a:pt x="2047" y="9634"/>
                  </a:lnTo>
                  <a:cubicBezTo>
                    <a:pt x="2062" y="9634"/>
                    <a:pt x="2122" y="9604"/>
                    <a:pt x="2122" y="9574"/>
                  </a:cubicBezTo>
                  <a:cubicBezTo>
                    <a:pt x="2122" y="9559"/>
                    <a:pt x="2092" y="9500"/>
                    <a:pt x="2062" y="9500"/>
                  </a:cubicBezTo>
                  <a:cubicBezTo>
                    <a:pt x="1972" y="9500"/>
                    <a:pt x="1868" y="9500"/>
                    <a:pt x="1793" y="9485"/>
                  </a:cubicBezTo>
                  <a:close/>
                  <a:moveTo>
                    <a:pt x="1719" y="9933"/>
                  </a:moveTo>
                  <a:cubicBezTo>
                    <a:pt x="1689" y="9933"/>
                    <a:pt x="1644" y="9948"/>
                    <a:pt x="1644" y="9978"/>
                  </a:cubicBezTo>
                  <a:cubicBezTo>
                    <a:pt x="1644" y="10022"/>
                    <a:pt x="1674" y="10052"/>
                    <a:pt x="1689" y="10052"/>
                  </a:cubicBezTo>
                  <a:cubicBezTo>
                    <a:pt x="1793" y="10052"/>
                    <a:pt x="1898" y="10052"/>
                    <a:pt x="1972" y="10082"/>
                  </a:cubicBezTo>
                  <a:lnTo>
                    <a:pt x="2017" y="10082"/>
                  </a:lnTo>
                  <a:cubicBezTo>
                    <a:pt x="2047" y="10082"/>
                    <a:pt x="2092" y="10052"/>
                    <a:pt x="2092" y="10022"/>
                  </a:cubicBezTo>
                  <a:cubicBezTo>
                    <a:pt x="2092" y="10007"/>
                    <a:pt x="2062" y="9948"/>
                    <a:pt x="2047" y="9948"/>
                  </a:cubicBezTo>
                  <a:cubicBezTo>
                    <a:pt x="1943" y="9948"/>
                    <a:pt x="1838" y="9948"/>
                    <a:pt x="1763" y="9933"/>
                  </a:cubicBezTo>
                  <a:close/>
                  <a:moveTo>
                    <a:pt x="1719" y="10381"/>
                  </a:moveTo>
                  <a:cubicBezTo>
                    <a:pt x="1689" y="10381"/>
                    <a:pt x="1644" y="10396"/>
                    <a:pt x="1644" y="10426"/>
                  </a:cubicBezTo>
                  <a:cubicBezTo>
                    <a:pt x="1614" y="10470"/>
                    <a:pt x="1644" y="10500"/>
                    <a:pt x="1689" y="10500"/>
                  </a:cubicBezTo>
                  <a:cubicBezTo>
                    <a:pt x="1793" y="10500"/>
                    <a:pt x="1898" y="10500"/>
                    <a:pt x="1972" y="10530"/>
                  </a:cubicBezTo>
                  <a:lnTo>
                    <a:pt x="2017" y="10530"/>
                  </a:lnTo>
                  <a:cubicBezTo>
                    <a:pt x="2047" y="10530"/>
                    <a:pt x="2092" y="10500"/>
                    <a:pt x="2092" y="10470"/>
                  </a:cubicBezTo>
                  <a:cubicBezTo>
                    <a:pt x="2092" y="10455"/>
                    <a:pt x="2062" y="10396"/>
                    <a:pt x="2047" y="10396"/>
                  </a:cubicBezTo>
                  <a:cubicBezTo>
                    <a:pt x="1943" y="10396"/>
                    <a:pt x="1838" y="10396"/>
                    <a:pt x="1763" y="10381"/>
                  </a:cubicBezTo>
                  <a:close/>
                  <a:moveTo>
                    <a:pt x="68" y="1785"/>
                  </a:moveTo>
                  <a:cubicBezTo>
                    <a:pt x="36" y="1785"/>
                    <a:pt x="1" y="1811"/>
                    <a:pt x="1" y="1867"/>
                  </a:cubicBezTo>
                  <a:cubicBezTo>
                    <a:pt x="46" y="4227"/>
                    <a:pt x="76" y="6587"/>
                    <a:pt x="46" y="8962"/>
                  </a:cubicBezTo>
                  <a:cubicBezTo>
                    <a:pt x="46" y="9604"/>
                    <a:pt x="31" y="10276"/>
                    <a:pt x="31" y="10918"/>
                  </a:cubicBezTo>
                  <a:cubicBezTo>
                    <a:pt x="31" y="10950"/>
                    <a:pt x="64" y="10969"/>
                    <a:pt x="100" y="10969"/>
                  </a:cubicBezTo>
                  <a:cubicBezTo>
                    <a:pt x="132" y="10969"/>
                    <a:pt x="166" y="10954"/>
                    <a:pt x="180" y="10918"/>
                  </a:cubicBezTo>
                  <a:cubicBezTo>
                    <a:pt x="225" y="8559"/>
                    <a:pt x="225" y="6214"/>
                    <a:pt x="180" y="3854"/>
                  </a:cubicBezTo>
                  <a:cubicBezTo>
                    <a:pt x="180" y="3182"/>
                    <a:pt x="150" y="2510"/>
                    <a:pt x="120" y="1837"/>
                  </a:cubicBezTo>
                  <a:cubicBezTo>
                    <a:pt x="120" y="1803"/>
                    <a:pt x="95" y="1785"/>
                    <a:pt x="68" y="1785"/>
                  </a:cubicBezTo>
                  <a:close/>
                  <a:moveTo>
                    <a:pt x="1241" y="10829"/>
                  </a:moveTo>
                  <a:cubicBezTo>
                    <a:pt x="1226" y="10829"/>
                    <a:pt x="1166" y="10844"/>
                    <a:pt x="1166" y="10874"/>
                  </a:cubicBezTo>
                  <a:cubicBezTo>
                    <a:pt x="1166" y="10904"/>
                    <a:pt x="1196" y="10948"/>
                    <a:pt x="1226" y="10948"/>
                  </a:cubicBezTo>
                  <a:cubicBezTo>
                    <a:pt x="1390" y="10948"/>
                    <a:pt x="1599" y="10978"/>
                    <a:pt x="1793" y="10978"/>
                  </a:cubicBezTo>
                  <a:lnTo>
                    <a:pt x="2017" y="10978"/>
                  </a:lnTo>
                  <a:cubicBezTo>
                    <a:pt x="2047" y="10978"/>
                    <a:pt x="2092" y="10948"/>
                    <a:pt x="2092" y="10918"/>
                  </a:cubicBezTo>
                  <a:cubicBezTo>
                    <a:pt x="2092" y="10904"/>
                    <a:pt x="2062" y="10844"/>
                    <a:pt x="2047" y="10844"/>
                  </a:cubicBezTo>
                  <a:cubicBezTo>
                    <a:pt x="1943" y="10844"/>
                    <a:pt x="1838" y="10844"/>
                    <a:pt x="1763" y="10829"/>
                  </a:cubicBezTo>
                  <a:lnTo>
                    <a:pt x="1719" y="10829"/>
                  </a:lnTo>
                  <a:cubicBezTo>
                    <a:pt x="1644" y="10829"/>
                    <a:pt x="1644" y="10829"/>
                    <a:pt x="1644" y="10844"/>
                  </a:cubicBezTo>
                  <a:cubicBezTo>
                    <a:pt x="1524" y="10844"/>
                    <a:pt x="1375" y="10844"/>
                    <a:pt x="1241" y="10829"/>
                  </a:cubicBezTo>
                  <a:close/>
                  <a:moveTo>
                    <a:pt x="1674" y="11292"/>
                  </a:moveTo>
                  <a:cubicBezTo>
                    <a:pt x="1644" y="11292"/>
                    <a:pt x="1599" y="11322"/>
                    <a:pt x="1599" y="11352"/>
                  </a:cubicBezTo>
                  <a:cubicBezTo>
                    <a:pt x="1569" y="11367"/>
                    <a:pt x="1614" y="11426"/>
                    <a:pt x="1644" y="11426"/>
                  </a:cubicBezTo>
                  <a:cubicBezTo>
                    <a:pt x="1748" y="11426"/>
                    <a:pt x="1838" y="11426"/>
                    <a:pt x="1913" y="11441"/>
                  </a:cubicBezTo>
                  <a:lnTo>
                    <a:pt x="1972" y="11441"/>
                  </a:lnTo>
                  <a:cubicBezTo>
                    <a:pt x="1987" y="11441"/>
                    <a:pt x="2047" y="11426"/>
                    <a:pt x="2047" y="11396"/>
                  </a:cubicBezTo>
                  <a:cubicBezTo>
                    <a:pt x="2047" y="11367"/>
                    <a:pt x="2017" y="11322"/>
                    <a:pt x="1987" y="11322"/>
                  </a:cubicBezTo>
                  <a:cubicBezTo>
                    <a:pt x="1898" y="11322"/>
                    <a:pt x="1793" y="11322"/>
                    <a:pt x="1719" y="11292"/>
                  </a:cubicBezTo>
                  <a:close/>
                  <a:moveTo>
                    <a:pt x="1644" y="11740"/>
                  </a:moveTo>
                  <a:cubicBezTo>
                    <a:pt x="1614" y="11740"/>
                    <a:pt x="1569" y="11770"/>
                    <a:pt x="1569" y="11800"/>
                  </a:cubicBezTo>
                  <a:cubicBezTo>
                    <a:pt x="1539" y="11815"/>
                    <a:pt x="1569" y="11874"/>
                    <a:pt x="1614" y="11874"/>
                  </a:cubicBezTo>
                  <a:cubicBezTo>
                    <a:pt x="1719" y="11874"/>
                    <a:pt x="1823" y="11874"/>
                    <a:pt x="1898" y="11889"/>
                  </a:cubicBezTo>
                  <a:lnTo>
                    <a:pt x="1943" y="11889"/>
                  </a:lnTo>
                  <a:cubicBezTo>
                    <a:pt x="1972" y="11889"/>
                    <a:pt x="2017" y="11874"/>
                    <a:pt x="2017" y="11845"/>
                  </a:cubicBezTo>
                  <a:cubicBezTo>
                    <a:pt x="2017" y="11815"/>
                    <a:pt x="1987" y="11770"/>
                    <a:pt x="1972" y="11770"/>
                  </a:cubicBezTo>
                  <a:cubicBezTo>
                    <a:pt x="1868" y="11770"/>
                    <a:pt x="1763" y="11770"/>
                    <a:pt x="1689" y="11740"/>
                  </a:cubicBezTo>
                  <a:close/>
                  <a:moveTo>
                    <a:pt x="1614" y="12188"/>
                  </a:moveTo>
                  <a:cubicBezTo>
                    <a:pt x="1599" y="12188"/>
                    <a:pt x="1539" y="12218"/>
                    <a:pt x="1539" y="12248"/>
                  </a:cubicBezTo>
                  <a:cubicBezTo>
                    <a:pt x="1539" y="12263"/>
                    <a:pt x="1569" y="12322"/>
                    <a:pt x="1599" y="12322"/>
                  </a:cubicBezTo>
                  <a:cubicBezTo>
                    <a:pt x="1689" y="12322"/>
                    <a:pt x="1793" y="12322"/>
                    <a:pt x="1868" y="12337"/>
                  </a:cubicBezTo>
                  <a:lnTo>
                    <a:pt x="1913" y="12337"/>
                  </a:lnTo>
                  <a:cubicBezTo>
                    <a:pt x="1943" y="12337"/>
                    <a:pt x="1987" y="12322"/>
                    <a:pt x="1987" y="12293"/>
                  </a:cubicBezTo>
                  <a:cubicBezTo>
                    <a:pt x="1987" y="12263"/>
                    <a:pt x="1972" y="12218"/>
                    <a:pt x="1943" y="12218"/>
                  </a:cubicBezTo>
                  <a:cubicBezTo>
                    <a:pt x="1838" y="12218"/>
                    <a:pt x="1748" y="12218"/>
                    <a:pt x="1674" y="12188"/>
                  </a:cubicBezTo>
                  <a:close/>
                  <a:moveTo>
                    <a:pt x="1599" y="12636"/>
                  </a:moveTo>
                  <a:cubicBezTo>
                    <a:pt x="1569" y="12636"/>
                    <a:pt x="1524" y="12666"/>
                    <a:pt x="1524" y="12696"/>
                  </a:cubicBezTo>
                  <a:cubicBezTo>
                    <a:pt x="1524" y="12741"/>
                    <a:pt x="1539" y="12771"/>
                    <a:pt x="1569" y="12771"/>
                  </a:cubicBezTo>
                  <a:cubicBezTo>
                    <a:pt x="1674" y="12771"/>
                    <a:pt x="1763" y="12771"/>
                    <a:pt x="1838" y="12785"/>
                  </a:cubicBezTo>
                  <a:lnTo>
                    <a:pt x="1898" y="12785"/>
                  </a:lnTo>
                  <a:cubicBezTo>
                    <a:pt x="1913" y="12785"/>
                    <a:pt x="1972" y="12771"/>
                    <a:pt x="1972" y="12741"/>
                  </a:cubicBezTo>
                  <a:cubicBezTo>
                    <a:pt x="1972" y="12711"/>
                    <a:pt x="1943" y="12666"/>
                    <a:pt x="1913" y="12666"/>
                  </a:cubicBezTo>
                  <a:cubicBezTo>
                    <a:pt x="1823" y="12666"/>
                    <a:pt x="1719" y="12666"/>
                    <a:pt x="1644" y="126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_1">
    <p:spTree>
      <p:nvGrpSpPr>
        <p:cNvPr id="831" name="Shape 831"/>
        <p:cNvGrpSpPr/>
        <p:nvPr/>
      </p:nvGrpSpPr>
      <p:grpSpPr>
        <a:xfrm>
          <a:off x="0" y="0"/>
          <a:ext cx="0" cy="0"/>
          <a:chOff x="0" y="0"/>
          <a:chExt cx="0" cy="0"/>
        </a:xfrm>
      </p:grpSpPr>
      <p:grpSp>
        <p:nvGrpSpPr>
          <p:cNvPr id="832" name="Google Shape;832;p55"/>
          <p:cNvGrpSpPr/>
          <p:nvPr/>
        </p:nvGrpSpPr>
        <p:grpSpPr>
          <a:xfrm>
            <a:off x="-65" y="-15"/>
            <a:ext cx="9144128" cy="5143530"/>
            <a:chOff x="-2163850" y="-134475"/>
            <a:chExt cx="3075000" cy="5336719"/>
          </a:xfrm>
        </p:grpSpPr>
        <p:cxnSp>
          <p:nvCxnSpPr>
            <p:cNvPr id="833" name="Google Shape;833;p55"/>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34" name="Google Shape;834;p55"/>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35" name="Google Shape;835;p55"/>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36" name="Google Shape;836;p55"/>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37" name="Google Shape;837;p55"/>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38" name="Google Shape;838;p55"/>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39" name="Google Shape;839;p55"/>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0" name="Google Shape;840;p55"/>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1" name="Google Shape;841;p55"/>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2" name="Google Shape;842;p55"/>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3" name="Google Shape;843;p55"/>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4" name="Google Shape;844;p55"/>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5" name="Google Shape;845;p55"/>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6" name="Google Shape;846;p55"/>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7" name="Google Shape;847;p55"/>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48" name="Google Shape;848;p55"/>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grpSp>
        <p:nvGrpSpPr>
          <p:cNvPr id="849" name="Google Shape;849;p55"/>
          <p:cNvGrpSpPr/>
          <p:nvPr/>
        </p:nvGrpSpPr>
        <p:grpSpPr>
          <a:xfrm>
            <a:off x="-1262031" y="-624664"/>
            <a:ext cx="11001129" cy="7059702"/>
            <a:chOff x="-1262031" y="-624664"/>
            <a:chExt cx="11001129" cy="7059702"/>
          </a:xfrm>
        </p:grpSpPr>
        <p:grpSp>
          <p:nvGrpSpPr>
            <p:cNvPr id="850" name="Google Shape;850;p55"/>
            <p:cNvGrpSpPr/>
            <p:nvPr/>
          </p:nvGrpSpPr>
          <p:grpSpPr>
            <a:xfrm rot="-613024">
              <a:off x="8024123" y="-513534"/>
              <a:ext cx="1490859" cy="2660273"/>
              <a:chOff x="-2730075" y="639425"/>
              <a:chExt cx="225175" cy="401800"/>
            </a:xfrm>
          </p:grpSpPr>
          <p:sp>
            <p:nvSpPr>
              <p:cNvPr id="851" name="Google Shape;851;p55"/>
              <p:cNvSpPr/>
              <p:nvPr/>
            </p:nvSpPr>
            <p:spPr>
              <a:xfrm>
                <a:off x="-2730075" y="639800"/>
                <a:ext cx="223675" cy="401425"/>
              </a:xfrm>
              <a:custGeom>
                <a:rect b="b" l="l" r="r" t="t"/>
                <a:pathLst>
                  <a:path extrusionOk="0" h="16057" w="8947">
                    <a:moveTo>
                      <a:pt x="6901" y="2017"/>
                    </a:moveTo>
                    <a:lnTo>
                      <a:pt x="6916" y="8305"/>
                    </a:lnTo>
                    <a:lnTo>
                      <a:pt x="3421" y="2017"/>
                    </a:lnTo>
                    <a:close/>
                    <a:moveTo>
                      <a:pt x="0" y="1"/>
                    </a:moveTo>
                    <a:lnTo>
                      <a:pt x="8947" y="16057"/>
                    </a:lnTo>
                    <a:lnTo>
                      <a:pt x="891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55"/>
              <p:cNvSpPr/>
              <p:nvPr/>
            </p:nvSpPr>
            <p:spPr>
              <a:xfrm>
                <a:off x="-2728200" y="639425"/>
                <a:ext cx="223300" cy="376050"/>
              </a:xfrm>
              <a:custGeom>
                <a:rect b="b" l="l" r="r" t="t"/>
                <a:pathLst>
                  <a:path extrusionOk="0" h="15042" w="8932">
                    <a:moveTo>
                      <a:pt x="2778" y="1"/>
                    </a:moveTo>
                    <a:cubicBezTo>
                      <a:pt x="2748" y="1"/>
                      <a:pt x="2718" y="31"/>
                      <a:pt x="2718" y="61"/>
                    </a:cubicBezTo>
                    <a:lnTo>
                      <a:pt x="2718" y="344"/>
                    </a:lnTo>
                    <a:lnTo>
                      <a:pt x="2718" y="389"/>
                    </a:lnTo>
                    <a:cubicBezTo>
                      <a:pt x="2718" y="419"/>
                      <a:pt x="2748" y="449"/>
                      <a:pt x="2778" y="449"/>
                    </a:cubicBezTo>
                    <a:cubicBezTo>
                      <a:pt x="2808" y="449"/>
                      <a:pt x="2838" y="419"/>
                      <a:pt x="2838" y="389"/>
                    </a:cubicBezTo>
                    <a:lnTo>
                      <a:pt x="2838" y="105"/>
                    </a:lnTo>
                    <a:lnTo>
                      <a:pt x="2838" y="61"/>
                    </a:lnTo>
                    <a:cubicBezTo>
                      <a:pt x="2838" y="31"/>
                      <a:pt x="2808" y="1"/>
                      <a:pt x="2778" y="1"/>
                    </a:cubicBezTo>
                    <a:close/>
                    <a:moveTo>
                      <a:pt x="3226" y="1"/>
                    </a:moveTo>
                    <a:cubicBezTo>
                      <a:pt x="3196" y="1"/>
                      <a:pt x="3167" y="31"/>
                      <a:pt x="3167" y="61"/>
                    </a:cubicBezTo>
                    <a:lnTo>
                      <a:pt x="3167" y="344"/>
                    </a:lnTo>
                    <a:lnTo>
                      <a:pt x="3167" y="389"/>
                    </a:lnTo>
                    <a:cubicBezTo>
                      <a:pt x="3167" y="419"/>
                      <a:pt x="3196" y="449"/>
                      <a:pt x="3226" y="449"/>
                    </a:cubicBezTo>
                    <a:cubicBezTo>
                      <a:pt x="3256" y="449"/>
                      <a:pt x="3286" y="419"/>
                      <a:pt x="3286" y="389"/>
                    </a:cubicBezTo>
                    <a:lnTo>
                      <a:pt x="3286" y="105"/>
                    </a:lnTo>
                    <a:lnTo>
                      <a:pt x="3286" y="61"/>
                    </a:lnTo>
                    <a:cubicBezTo>
                      <a:pt x="3286" y="31"/>
                      <a:pt x="3256" y="1"/>
                      <a:pt x="3226" y="1"/>
                    </a:cubicBezTo>
                    <a:close/>
                    <a:moveTo>
                      <a:pt x="3674" y="1"/>
                    </a:moveTo>
                    <a:cubicBezTo>
                      <a:pt x="3644" y="1"/>
                      <a:pt x="3615" y="31"/>
                      <a:pt x="3615" y="61"/>
                    </a:cubicBezTo>
                    <a:lnTo>
                      <a:pt x="3615" y="344"/>
                    </a:lnTo>
                    <a:lnTo>
                      <a:pt x="3615" y="389"/>
                    </a:lnTo>
                    <a:cubicBezTo>
                      <a:pt x="3615" y="419"/>
                      <a:pt x="3644" y="449"/>
                      <a:pt x="3674" y="449"/>
                    </a:cubicBezTo>
                    <a:cubicBezTo>
                      <a:pt x="3704" y="449"/>
                      <a:pt x="3734" y="419"/>
                      <a:pt x="3734" y="389"/>
                    </a:cubicBezTo>
                    <a:lnTo>
                      <a:pt x="3734" y="105"/>
                    </a:lnTo>
                    <a:lnTo>
                      <a:pt x="3734" y="61"/>
                    </a:lnTo>
                    <a:cubicBezTo>
                      <a:pt x="3734" y="31"/>
                      <a:pt x="3704" y="1"/>
                      <a:pt x="3674" y="1"/>
                    </a:cubicBezTo>
                    <a:close/>
                    <a:moveTo>
                      <a:pt x="4137" y="1"/>
                    </a:moveTo>
                    <a:cubicBezTo>
                      <a:pt x="4093" y="1"/>
                      <a:pt x="4078" y="16"/>
                      <a:pt x="4078" y="61"/>
                    </a:cubicBezTo>
                    <a:lnTo>
                      <a:pt x="4078" y="344"/>
                    </a:lnTo>
                    <a:lnTo>
                      <a:pt x="4078" y="374"/>
                    </a:lnTo>
                    <a:cubicBezTo>
                      <a:pt x="4078" y="419"/>
                      <a:pt x="4107" y="449"/>
                      <a:pt x="4137" y="449"/>
                    </a:cubicBezTo>
                    <a:cubicBezTo>
                      <a:pt x="4167" y="449"/>
                      <a:pt x="4197" y="419"/>
                      <a:pt x="4197" y="374"/>
                    </a:cubicBezTo>
                    <a:lnTo>
                      <a:pt x="4197" y="90"/>
                    </a:lnTo>
                    <a:lnTo>
                      <a:pt x="4197" y="61"/>
                    </a:lnTo>
                    <a:cubicBezTo>
                      <a:pt x="4197" y="31"/>
                      <a:pt x="4167" y="1"/>
                      <a:pt x="4137" y="1"/>
                    </a:cubicBezTo>
                    <a:close/>
                    <a:moveTo>
                      <a:pt x="4585" y="1"/>
                    </a:moveTo>
                    <a:cubicBezTo>
                      <a:pt x="4556" y="1"/>
                      <a:pt x="4526" y="31"/>
                      <a:pt x="4526" y="61"/>
                    </a:cubicBezTo>
                    <a:lnTo>
                      <a:pt x="4526" y="344"/>
                    </a:lnTo>
                    <a:lnTo>
                      <a:pt x="4526" y="374"/>
                    </a:lnTo>
                    <a:cubicBezTo>
                      <a:pt x="4526" y="419"/>
                      <a:pt x="4556" y="449"/>
                      <a:pt x="4585" y="449"/>
                    </a:cubicBezTo>
                    <a:cubicBezTo>
                      <a:pt x="4615" y="449"/>
                      <a:pt x="4645" y="419"/>
                      <a:pt x="4645" y="374"/>
                    </a:cubicBezTo>
                    <a:lnTo>
                      <a:pt x="4645" y="90"/>
                    </a:lnTo>
                    <a:lnTo>
                      <a:pt x="4645" y="61"/>
                    </a:lnTo>
                    <a:cubicBezTo>
                      <a:pt x="4645" y="31"/>
                      <a:pt x="4615" y="1"/>
                      <a:pt x="4585" y="1"/>
                    </a:cubicBezTo>
                    <a:close/>
                    <a:moveTo>
                      <a:pt x="5033" y="1"/>
                    </a:moveTo>
                    <a:cubicBezTo>
                      <a:pt x="5004" y="1"/>
                      <a:pt x="4974" y="31"/>
                      <a:pt x="4974" y="61"/>
                    </a:cubicBezTo>
                    <a:lnTo>
                      <a:pt x="4974" y="344"/>
                    </a:lnTo>
                    <a:lnTo>
                      <a:pt x="4974" y="389"/>
                    </a:lnTo>
                    <a:cubicBezTo>
                      <a:pt x="4974" y="419"/>
                      <a:pt x="5004" y="449"/>
                      <a:pt x="5033" y="449"/>
                    </a:cubicBezTo>
                    <a:cubicBezTo>
                      <a:pt x="5063" y="449"/>
                      <a:pt x="5093" y="419"/>
                      <a:pt x="5093" y="389"/>
                    </a:cubicBezTo>
                    <a:lnTo>
                      <a:pt x="5093" y="105"/>
                    </a:lnTo>
                    <a:lnTo>
                      <a:pt x="5093" y="61"/>
                    </a:lnTo>
                    <a:cubicBezTo>
                      <a:pt x="5093" y="31"/>
                      <a:pt x="5063" y="1"/>
                      <a:pt x="5033" y="1"/>
                    </a:cubicBezTo>
                    <a:close/>
                    <a:moveTo>
                      <a:pt x="5497" y="1"/>
                    </a:moveTo>
                    <a:cubicBezTo>
                      <a:pt x="5452" y="1"/>
                      <a:pt x="5437" y="31"/>
                      <a:pt x="5437" y="61"/>
                    </a:cubicBezTo>
                    <a:lnTo>
                      <a:pt x="5437" y="344"/>
                    </a:lnTo>
                    <a:lnTo>
                      <a:pt x="5437" y="389"/>
                    </a:lnTo>
                    <a:cubicBezTo>
                      <a:pt x="5437" y="419"/>
                      <a:pt x="5467" y="449"/>
                      <a:pt x="5497" y="449"/>
                    </a:cubicBezTo>
                    <a:cubicBezTo>
                      <a:pt x="5526" y="449"/>
                      <a:pt x="5556" y="419"/>
                      <a:pt x="5556" y="389"/>
                    </a:cubicBezTo>
                    <a:lnTo>
                      <a:pt x="5556" y="105"/>
                    </a:lnTo>
                    <a:lnTo>
                      <a:pt x="5556" y="61"/>
                    </a:lnTo>
                    <a:cubicBezTo>
                      <a:pt x="5556" y="31"/>
                      <a:pt x="5526" y="1"/>
                      <a:pt x="5497" y="1"/>
                    </a:cubicBezTo>
                    <a:close/>
                    <a:moveTo>
                      <a:pt x="5945" y="1"/>
                    </a:moveTo>
                    <a:cubicBezTo>
                      <a:pt x="5915" y="1"/>
                      <a:pt x="5885" y="31"/>
                      <a:pt x="5885" y="61"/>
                    </a:cubicBezTo>
                    <a:lnTo>
                      <a:pt x="5885" y="344"/>
                    </a:lnTo>
                    <a:lnTo>
                      <a:pt x="5885" y="389"/>
                    </a:lnTo>
                    <a:cubicBezTo>
                      <a:pt x="5885" y="419"/>
                      <a:pt x="5915" y="449"/>
                      <a:pt x="5945" y="449"/>
                    </a:cubicBezTo>
                    <a:cubicBezTo>
                      <a:pt x="5974" y="449"/>
                      <a:pt x="6004" y="419"/>
                      <a:pt x="6004" y="389"/>
                    </a:cubicBezTo>
                    <a:lnTo>
                      <a:pt x="6004" y="105"/>
                    </a:lnTo>
                    <a:lnTo>
                      <a:pt x="6004" y="61"/>
                    </a:lnTo>
                    <a:cubicBezTo>
                      <a:pt x="6004" y="31"/>
                      <a:pt x="5974" y="1"/>
                      <a:pt x="5945" y="1"/>
                    </a:cubicBezTo>
                    <a:close/>
                    <a:moveTo>
                      <a:pt x="971" y="16"/>
                    </a:moveTo>
                    <a:cubicBezTo>
                      <a:pt x="941" y="16"/>
                      <a:pt x="911" y="46"/>
                      <a:pt x="911" y="76"/>
                    </a:cubicBezTo>
                    <a:lnTo>
                      <a:pt x="911" y="359"/>
                    </a:lnTo>
                    <a:lnTo>
                      <a:pt x="911" y="404"/>
                    </a:lnTo>
                    <a:cubicBezTo>
                      <a:pt x="911" y="434"/>
                      <a:pt x="941" y="464"/>
                      <a:pt x="971" y="464"/>
                    </a:cubicBezTo>
                    <a:cubicBezTo>
                      <a:pt x="1001" y="464"/>
                      <a:pt x="1031" y="434"/>
                      <a:pt x="1031" y="404"/>
                    </a:cubicBezTo>
                    <a:lnTo>
                      <a:pt x="1031" y="120"/>
                    </a:lnTo>
                    <a:lnTo>
                      <a:pt x="1031" y="76"/>
                    </a:lnTo>
                    <a:cubicBezTo>
                      <a:pt x="1031" y="46"/>
                      <a:pt x="1001" y="16"/>
                      <a:pt x="971" y="16"/>
                    </a:cubicBezTo>
                    <a:close/>
                    <a:moveTo>
                      <a:pt x="1419" y="16"/>
                    </a:moveTo>
                    <a:cubicBezTo>
                      <a:pt x="1389" y="16"/>
                      <a:pt x="1359" y="46"/>
                      <a:pt x="1359" y="76"/>
                    </a:cubicBezTo>
                    <a:lnTo>
                      <a:pt x="1359" y="359"/>
                    </a:lnTo>
                    <a:lnTo>
                      <a:pt x="1359" y="404"/>
                    </a:lnTo>
                    <a:cubicBezTo>
                      <a:pt x="1359" y="434"/>
                      <a:pt x="1389" y="464"/>
                      <a:pt x="1419" y="464"/>
                    </a:cubicBezTo>
                    <a:cubicBezTo>
                      <a:pt x="1449" y="464"/>
                      <a:pt x="1494" y="434"/>
                      <a:pt x="1494" y="404"/>
                    </a:cubicBezTo>
                    <a:lnTo>
                      <a:pt x="1494" y="120"/>
                    </a:lnTo>
                    <a:lnTo>
                      <a:pt x="1494" y="76"/>
                    </a:lnTo>
                    <a:cubicBezTo>
                      <a:pt x="1494" y="46"/>
                      <a:pt x="1449" y="16"/>
                      <a:pt x="1419" y="16"/>
                    </a:cubicBezTo>
                    <a:close/>
                    <a:moveTo>
                      <a:pt x="1867" y="16"/>
                    </a:moveTo>
                    <a:cubicBezTo>
                      <a:pt x="1837" y="16"/>
                      <a:pt x="1807" y="46"/>
                      <a:pt x="1807" y="76"/>
                    </a:cubicBezTo>
                    <a:lnTo>
                      <a:pt x="1807" y="359"/>
                    </a:lnTo>
                    <a:lnTo>
                      <a:pt x="1807" y="404"/>
                    </a:lnTo>
                    <a:cubicBezTo>
                      <a:pt x="1807" y="434"/>
                      <a:pt x="1837" y="464"/>
                      <a:pt x="1867" y="464"/>
                    </a:cubicBezTo>
                    <a:cubicBezTo>
                      <a:pt x="1897" y="464"/>
                      <a:pt x="1942" y="434"/>
                      <a:pt x="1942" y="404"/>
                    </a:cubicBezTo>
                    <a:lnTo>
                      <a:pt x="1942" y="105"/>
                    </a:lnTo>
                    <a:lnTo>
                      <a:pt x="1942" y="76"/>
                    </a:lnTo>
                    <a:cubicBezTo>
                      <a:pt x="1942" y="46"/>
                      <a:pt x="1897" y="16"/>
                      <a:pt x="1867" y="16"/>
                    </a:cubicBezTo>
                    <a:close/>
                    <a:moveTo>
                      <a:pt x="2330" y="16"/>
                    </a:moveTo>
                    <a:cubicBezTo>
                      <a:pt x="2285" y="16"/>
                      <a:pt x="2270" y="31"/>
                      <a:pt x="2270" y="76"/>
                    </a:cubicBezTo>
                    <a:lnTo>
                      <a:pt x="2270" y="359"/>
                    </a:lnTo>
                    <a:lnTo>
                      <a:pt x="2270" y="404"/>
                    </a:lnTo>
                    <a:cubicBezTo>
                      <a:pt x="2270" y="434"/>
                      <a:pt x="2300" y="464"/>
                      <a:pt x="2330" y="464"/>
                    </a:cubicBezTo>
                    <a:cubicBezTo>
                      <a:pt x="2360" y="464"/>
                      <a:pt x="2390" y="434"/>
                      <a:pt x="2390" y="404"/>
                    </a:cubicBezTo>
                    <a:lnTo>
                      <a:pt x="2390" y="105"/>
                    </a:lnTo>
                    <a:lnTo>
                      <a:pt x="2390" y="76"/>
                    </a:lnTo>
                    <a:cubicBezTo>
                      <a:pt x="2390" y="46"/>
                      <a:pt x="2360" y="16"/>
                      <a:pt x="2330" y="16"/>
                    </a:cubicBezTo>
                    <a:close/>
                    <a:moveTo>
                      <a:pt x="6377" y="12"/>
                    </a:moveTo>
                    <a:cubicBezTo>
                      <a:pt x="6353" y="12"/>
                      <a:pt x="6333" y="39"/>
                      <a:pt x="6333" y="76"/>
                    </a:cubicBezTo>
                    <a:lnTo>
                      <a:pt x="6333" y="359"/>
                    </a:lnTo>
                    <a:lnTo>
                      <a:pt x="6333" y="404"/>
                    </a:lnTo>
                    <a:cubicBezTo>
                      <a:pt x="6333" y="434"/>
                      <a:pt x="6363" y="464"/>
                      <a:pt x="6393" y="464"/>
                    </a:cubicBezTo>
                    <a:cubicBezTo>
                      <a:pt x="6423" y="464"/>
                      <a:pt x="6452" y="434"/>
                      <a:pt x="6452" y="404"/>
                    </a:cubicBezTo>
                    <a:lnTo>
                      <a:pt x="6452" y="105"/>
                    </a:lnTo>
                    <a:lnTo>
                      <a:pt x="6452" y="76"/>
                    </a:lnTo>
                    <a:cubicBezTo>
                      <a:pt x="6452" y="46"/>
                      <a:pt x="6423" y="16"/>
                      <a:pt x="6393" y="16"/>
                    </a:cubicBezTo>
                    <a:cubicBezTo>
                      <a:pt x="6387" y="13"/>
                      <a:pt x="6382" y="12"/>
                      <a:pt x="6377" y="12"/>
                    </a:cubicBezTo>
                    <a:close/>
                    <a:moveTo>
                      <a:pt x="6841" y="16"/>
                    </a:moveTo>
                    <a:cubicBezTo>
                      <a:pt x="6811" y="16"/>
                      <a:pt x="6781" y="31"/>
                      <a:pt x="6781" y="76"/>
                    </a:cubicBezTo>
                    <a:lnTo>
                      <a:pt x="6781" y="359"/>
                    </a:lnTo>
                    <a:lnTo>
                      <a:pt x="6781" y="404"/>
                    </a:lnTo>
                    <a:cubicBezTo>
                      <a:pt x="6781" y="434"/>
                      <a:pt x="6811" y="464"/>
                      <a:pt x="6841" y="464"/>
                    </a:cubicBezTo>
                    <a:cubicBezTo>
                      <a:pt x="6871" y="464"/>
                      <a:pt x="6900" y="434"/>
                      <a:pt x="6900" y="404"/>
                    </a:cubicBezTo>
                    <a:lnTo>
                      <a:pt x="6900" y="105"/>
                    </a:lnTo>
                    <a:lnTo>
                      <a:pt x="6900" y="76"/>
                    </a:lnTo>
                    <a:cubicBezTo>
                      <a:pt x="6900" y="46"/>
                      <a:pt x="6871" y="16"/>
                      <a:pt x="6841" y="16"/>
                    </a:cubicBezTo>
                    <a:close/>
                    <a:moveTo>
                      <a:pt x="7304" y="16"/>
                    </a:moveTo>
                    <a:cubicBezTo>
                      <a:pt x="7274" y="16"/>
                      <a:pt x="7244" y="46"/>
                      <a:pt x="7244" y="76"/>
                    </a:cubicBezTo>
                    <a:lnTo>
                      <a:pt x="7244" y="359"/>
                    </a:lnTo>
                    <a:lnTo>
                      <a:pt x="7244" y="404"/>
                    </a:lnTo>
                    <a:cubicBezTo>
                      <a:pt x="7244" y="434"/>
                      <a:pt x="7274" y="464"/>
                      <a:pt x="7304" y="464"/>
                    </a:cubicBezTo>
                    <a:cubicBezTo>
                      <a:pt x="7334" y="464"/>
                      <a:pt x="7363" y="434"/>
                      <a:pt x="7363" y="404"/>
                    </a:cubicBezTo>
                    <a:lnTo>
                      <a:pt x="7363" y="105"/>
                    </a:lnTo>
                    <a:lnTo>
                      <a:pt x="7363" y="76"/>
                    </a:lnTo>
                    <a:cubicBezTo>
                      <a:pt x="7363" y="46"/>
                      <a:pt x="7334" y="16"/>
                      <a:pt x="7304" y="16"/>
                    </a:cubicBezTo>
                    <a:close/>
                    <a:moveTo>
                      <a:pt x="7752" y="16"/>
                    </a:moveTo>
                    <a:cubicBezTo>
                      <a:pt x="7722" y="16"/>
                      <a:pt x="7692" y="46"/>
                      <a:pt x="7692" y="76"/>
                    </a:cubicBezTo>
                    <a:lnTo>
                      <a:pt x="7692" y="359"/>
                    </a:lnTo>
                    <a:lnTo>
                      <a:pt x="7692" y="404"/>
                    </a:lnTo>
                    <a:cubicBezTo>
                      <a:pt x="7692" y="434"/>
                      <a:pt x="7722" y="464"/>
                      <a:pt x="7752" y="464"/>
                    </a:cubicBezTo>
                    <a:cubicBezTo>
                      <a:pt x="7782" y="464"/>
                      <a:pt x="7812" y="434"/>
                      <a:pt x="7812" y="404"/>
                    </a:cubicBezTo>
                    <a:lnTo>
                      <a:pt x="7812" y="105"/>
                    </a:lnTo>
                    <a:lnTo>
                      <a:pt x="7812" y="76"/>
                    </a:lnTo>
                    <a:cubicBezTo>
                      <a:pt x="7812" y="46"/>
                      <a:pt x="7782" y="16"/>
                      <a:pt x="7752" y="16"/>
                    </a:cubicBezTo>
                    <a:close/>
                    <a:moveTo>
                      <a:pt x="8200" y="16"/>
                    </a:moveTo>
                    <a:cubicBezTo>
                      <a:pt x="8170" y="16"/>
                      <a:pt x="8140" y="46"/>
                      <a:pt x="8140" y="76"/>
                    </a:cubicBezTo>
                    <a:lnTo>
                      <a:pt x="8140" y="359"/>
                    </a:lnTo>
                    <a:lnTo>
                      <a:pt x="8140" y="404"/>
                    </a:lnTo>
                    <a:cubicBezTo>
                      <a:pt x="8140" y="434"/>
                      <a:pt x="8170" y="464"/>
                      <a:pt x="8200" y="464"/>
                    </a:cubicBezTo>
                    <a:cubicBezTo>
                      <a:pt x="8230" y="464"/>
                      <a:pt x="8260" y="434"/>
                      <a:pt x="8260" y="404"/>
                    </a:cubicBezTo>
                    <a:lnTo>
                      <a:pt x="8260" y="120"/>
                    </a:lnTo>
                    <a:lnTo>
                      <a:pt x="8260" y="76"/>
                    </a:lnTo>
                    <a:cubicBezTo>
                      <a:pt x="8260" y="46"/>
                      <a:pt x="8230" y="16"/>
                      <a:pt x="8200" y="16"/>
                    </a:cubicBezTo>
                    <a:close/>
                    <a:moveTo>
                      <a:pt x="75" y="31"/>
                    </a:moveTo>
                    <a:cubicBezTo>
                      <a:pt x="30" y="31"/>
                      <a:pt x="0" y="61"/>
                      <a:pt x="0" y="90"/>
                    </a:cubicBezTo>
                    <a:lnTo>
                      <a:pt x="0" y="374"/>
                    </a:lnTo>
                    <a:lnTo>
                      <a:pt x="0" y="419"/>
                    </a:lnTo>
                    <a:cubicBezTo>
                      <a:pt x="0" y="449"/>
                      <a:pt x="30" y="479"/>
                      <a:pt x="75" y="479"/>
                    </a:cubicBezTo>
                    <a:cubicBezTo>
                      <a:pt x="105" y="479"/>
                      <a:pt x="135" y="449"/>
                      <a:pt x="135" y="419"/>
                    </a:cubicBezTo>
                    <a:lnTo>
                      <a:pt x="135" y="120"/>
                    </a:lnTo>
                    <a:lnTo>
                      <a:pt x="135" y="90"/>
                    </a:lnTo>
                    <a:cubicBezTo>
                      <a:pt x="135" y="61"/>
                      <a:pt x="105" y="31"/>
                      <a:pt x="75" y="31"/>
                    </a:cubicBezTo>
                    <a:close/>
                    <a:moveTo>
                      <a:pt x="523" y="31"/>
                    </a:moveTo>
                    <a:cubicBezTo>
                      <a:pt x="478" y="31"/>
                      <a:pt x="463" y="46"/>
                      <a:pt x="463" y="90"/>
                    </a:cubicBezTo>
                    <a:lnTo>
                      <a:pt x="463" y="374"/>
                    </a:lnTo>
                    <a:lnTo>
                      <a:pt x="463" y="419"/>
                    </a:lnTo>
                    <a:cubicBezTo>
                      <a:pt x="463" y="449"/>
                      <a:pt x="493" y="479"/>
                      <a:pt x="523" y="479"/>
                    </a:cubicBezTo>
                    <a:cubicBezTo>
                      <a:pt x="553" y="479"/>
                      <a:pt x="583" y="449"/>
                      <a:pt x="583" y="419"/>
                    </a:cubicBezTo>
                    <a:lnTo>
                      <a:pt x="583" y="120"/>
                    </a:lnTo>
                    <a:lnTo>
                      <a:pt x="583" y="90"/>
                    </a:lnTo>
                    <a:cubicBezTo>
                      <a:pt x="583" y="61"/>
                      <a:pt x="553" y="31"/>
                      <a:pt x="523" y="31"/>
                    </a:cubicBezTo>
                    <a:close/>
                    <a:moveTo>
                      <a:pt x="8409" y="479"/>
                    </a:moveTo>
                    <a:cubicBezTo>
                      <a:pt x="8379" y="479"/>
                      <a:pt x="8349" y="509"/>
                      <a:pt x="8349" y="539"/>
                    </a:cubicBezTo>
                    <a:cubicBezTo>
                      <a:pt x="8349" y="568"/>
                      <a:pt x="8379" y="598"/>
                      <a:pt x="8409" y="598"/>
                    </a:cubicBezTo>
                    <a:lnTo>
                      <a:pt x="8738" y="598"/>
                    </a:lnTo>
                    <a:cubicBezTo>
                      <a:pt x="8767" y="598"/>
                      <a:pt x="8797" y="568"/>
                      <a:pt x="8797" y="539"/>
                    </a:cubicBezTo>
                    <a:cubicBezTo>
                      <a:pt x="8797" y="494"/>
                      <a:pt x="8767" y="479"/>
                      <a:pt x="8738" y="479"/>
                    </a:cubicBezTo>
                    <a:close/>
                    <a:moveTo>
                      <a:pt x="8424" y="927"/>
                    </a:moveTo>
                    <a:cubicBezTo>
                      <a:pt x="8394" y="927"/>
                      <a:pt x="8349" y="957"/>
                      <a:pt x="8349" y="987"/>
                    </a:cubicBezTo>
                    <a:cubicBezTo>
                      <a:pt x="8349" y="1017"/>
                      <a:pt x="8394" y="1046"/>
                      <a:pt x="8424" y="1046"/>
                    </a:cubicBezTo>
                    <a:lnTo>
                      <a:pt x="8738" y="1046"/>
                    </a:lnTo>
                    <a:cubicBezTo>
                      <a:pt x="8767" y="1046"/>
                      <a:pt x="8797" y="1017"/>
                      <a:pt x="8797" y="987"/>
                    </a:cubicBezTo>
                    <a:cubicBezTo>
                      <a:pt x="8797" y="957"/>
                      <a:pt x="8767" y="927"/>
                      <a:pt x="8738" y="927"/>
                    </a:cubicBezTo>
                    <a:close/>
                    <a:moveTo>
                      <a:pt x="7602" y="1151"/>
                    </a:moveTo>
                    <a:cubicBezTo>
                      <a:pt x="7602" y="1151"/>
                      <a:pt x="7588" y="1166"/>
                      <a:pt x="7573" y="1166"/>
                    </a:cubicBezTo>
                    <a:cubicBezTo>
                      <a:pt x="7573" y="1166"/>
                      <a:pt x="7573" y="1166"/>
                      <a:pt x="7573" y="1181"/>
                    </a:cubicBezTo>
                    <a:cubicBezTo>
                      <a:pt x="7558" y="1181"/>
                      <a:pt x="7558" y="1181"/>
                      <a:pt x="7543" y="1196"/>
                    </a:cubicBezTo>
                    <a:cubicBezTo>
                      <a:pt x="7528" y="1211"/>
                      <a:pt x="7513" y="1241"/>
                      <a:pt x="7513" y="1270"/>
                    </a:cubicBezTo>
                    <a:cubicBezTo>
                      <a:pt x="7513" y="1285"/>
                      <a:pt x="7513" y="1285"/>
                      <a:pt x="7528" y="1300"/>
                    </a:cubicBezTo>
                    <a:cubicBezTo>
                      <a:pt x="7528" y="1315"/>
                      <a:pt x="7528" y="1330"/>
                      <a:pt x="7543" y="1330"/>
                    </a:cubicBezTo>
                    <a:cubicBezTo>
                      <a:pt x="7558" y="1360"/>
                      <a:pt x="7573" y="1375"/>
                      <a:pt x="7588" y="1390"/>
                    </a:cubicBezTo>
                    <a:cubicBezTo>
                      <a:pt x="7602" y="1390"/>
                      <a:pt x="7617" y="1390"/>
                      <a:pt x="7617" y="1405"/>
                    </a:cubicBezTo>
                    <a:lnTo>
                      <a:pt x="7677" y="1405"/>
                    </a:lnTo>
                    <a:cubicBezTo>
                      <a:pt x="7692" y="1405"/>
                      <a:pt x="7707" y="1390"/>
                      <a:pt x="7722" y="1390"/>
                    </a:cubicBezTo>
                    <a:cubicBezTo>
                      <a:pt x="7722" y="1375"/>
                      <a:pt x="7737" y="1375"/>
                      <a:pt x="7737" y="1375"/>
                    </a:cubicBezTo>
                    <a:lnTo>
                      <a:pt x="7752" y="1360"/>
                    </a:lnTo>
                    <a:cubicBezTo>
                      <a:pt x="7752" y="1360"/>
                      <a:pt x="7767" y="1345"/>
                      <a:pt x="7767" y="1330"/>
                    </a:cubicBezTo>
                    <a:cubicBezTo>
                      <a:pt x="7782" y="1315"/>
                      <a:pt x="7782" y="1300"/>
                      <a:pt x="7782" y="1270"/>
                    </a:cubicBezTo>
                    <a:cubicBezTo>
                      <a:pt x="7782" y="1255"/>
                      <a:pt x="7782" y="1255"/>
                      <a:pt x="7782" y="1241"/>
                    </a:cubicBezTo>
                    <a:lnTo>
                      <a:pt x="7767" y="1218"/>
                    </a:lnTo>
                    <a:lnTo>
                      <a:pt x="7767" y="1218"/>
                    </a:lnTo>
                    <a:cubicBezTo>
                      <a:pt x="7767" y="1216"/>
                      <a:pt x="7767" y="1214"/>
                      <a:pt x="7767" y="1211"/>
                    </a:cubicBezTo>
                    <a:cubicBezTo>
                      <a:pt x="7765" y="1211"/>
                      <a:pt x="7763" y="1210"/>
                      <a:pt x="7761" y="1210"/>
                    </a:cubicBezTo>
                    <a:lnTo>
                      <a:pt x="7761" y="1210"/>
                    </a:lnTo>
                    <a:lnTo>
                      <a:pt x="7752" y="1196"/>
                    </a:lnTo>
                    <a:cubicBezTo>
                      <a:pt x="7748" y="1192"/>
                      <a:pt x="7744" y="1188"/>
                      <a:pt x="7740" y="1184"/>
                    </a:cubicBezTo>
                    <a:lnTo>
                      <a:pt x="7740" y="1184"/>
                    </a:lnTo>
                    <a:cubicBezTo>
                      <a:pt x="7739" y="1183"/>
                      <a:pt x="7738" y="1182"/>
                      <a:pt x="7737" y="1181"/>
                    </a:cubicBezTo>
                    <a:cubicBezTo>
                      <a:pt x="7726" y="1170"/>
                      <a:pt x="7715" y="1158"/>
                      <a:pt x="7697" y="1154"/>
                    </a:cubicBezTo>
                    <a:lnTo>
                      <a:pt x="7697" y="1154"/>
                    </a:lnTo>
                    <a:cubicBezTo>
                      <a:pt x="7696" y="1153"/>
                      <a:pt x="7694" y="1152"/>
                      <a:pt x="7692" y="1151"/>
                    </a:cubicBezTo>
                    <a:close/>
                    <a:moveTo>
                      <a:pt x="8424" y="1375"/>
                    </a:moveTo>
                    <a:cubicBezTo>
                      <a:pt x="8394" y="1375"/>
                      <a:pt x="8349" y="1405"/>
                      <a:pt x="8349" y="1435"/>
                    </a:cubicBezTo>
                    <a:cubicBezTo>
                      <a:pt x="8349" y="1465"/>
                      <a:pt x="8394" y="1494"/>
                      <a:pt x="8424" y="1494"/>
                    </a:cubicBezTo>
                    <a:lnTo>
                      <a:pt x="8738" y="1494"/>
                    </a:lnTo>
                    <a:cubicBezTo>
                      <a:pt x="8767" y="1494"/>
                      <a:pt x="8797" y="1465"/>
                      <a:pt x="8797" y="1435"/>
                    </a:cubicBezTo>
                    <a:cubicBezTo>
                      <a:pt x="8797" y="1405"/>
                      <a:pt x="8782" y="1375"/>
                      <a:pt x="8738" y="1375"/>
                    </a:cubicBezTo>
                    <a:close/>
                    <a:moveTo>
                      <a:pt x="8424" y="1823"/>
                    </a:moveTo>
                    <a:cubicBezTo>
                      <a:pt x="8394" y="1823"/>
                      <a:pt x="8349" y="1853"/>
                      <a:pt x="8349" y="1883"/>
                    </a:cubicBezTo>
                    <a:cubicBezTo>
                      <a:pt x="8349" y="1913"/>
                      <a:pt x="8394" y="1943"/>
                      <a:pt x="8424" y="1943"/>
                    </a:cubicBezTo>
                    <a:lnTo>
                      <a:pt x="8738" y="1943"/>
                    </a:lnTo>
                    <a:cubicBezTo>
                      <a:pt x="8767" y="1943"/>
                      <a:pt x="8797" y="1913"/>
                      <a:pt x="8797" y="1883"/>
                    </a:cubicBezTo>
                    <a:cubicBezTo>
                      <a:pt x="8797" y="1853"/>
                      <a:pt x="8782" y="1823"/>
                      <a:pt x="8738" y="1823"/>
                    </a:cubicBezTo>
                    <a:close/>
                    <a:moveTo>
                      <a:pt x="8424" y="2286"/>
                    </a:moveTo>
                    <a:cubicBezTo>
                      <a:pt x="8394" y="2286"/>
                      <a:pt x="8364" y="2316"/>
                      <a:pt x="8364" y="2346"/>
                    </a:cubicBezTo>
                    <a:cubicBezTo>
                      <a:pt x="8364" y="2376"/>
                      <a:pt x="8394" y="2406"/>
                      <a:pt x="8424" y="2406"/>
                    </a:cubicBezTo>
                    <a:lnTo>
                      <a:pt x="8753" y="2406"/>
                    </a:lnTo>
                    <a:cubicBezTo>
                      <a:pt x="8782" y="2406"/>
                      <a:pt x="8812" y="2376"/>
                      <a:pt x="8812" y="2346"/>
                    </a:cubicBezTo>
                    <a:cubicBezTo>
                      <a:pt x="8812" y="2301"/>
                      <a:pt x="8782" y="2286"/>
                      <a:pt x="8753" y="2286"/>
                    </a:cubicBezTo>
                    <a:close/>
                    <a:moveTo>
                      <a:pt x="8424" y="2734"/>
                    </a:moveTo>
                    <a:cubicBezTo>
                      <a:pt x="8394" y="2734"/>
                      <a:pt x="8364" y="2764"/>
                      <a:pt x="8364" y="2794"/>
                    </a:cubicBezTo>
                    <a:cubicBezTo>
                      <a:pt x="8364" y="2824"/>
                      <a:pt x="8394" y="2854"/>
                      <a:pt x="8424" y="2854"/>
                    </a:cubicBezTo>
                    <a:lnTo>
                      <a:pt x="8753" y="2854"/>
                    </a:lnTo>
                    <a:cubicBezTo>
                      <a:pt x="8782" y="2854"/>
                      <a:pt x="8812" y="2824"/>
                      <a:pt x="8812" y="2794"/>
                    </a:cubicBezTo>
                    <a:cubicBezTo>
                      <a:pt x="8812" y="2764"/>
                      <a:pt x="8782" y="2734"/>
                      <a:pt x="8753" y="2734"/>
                    </a:cubicBezTo>
                    <a:close/>
                    <a:moveTo>
                      <a:pt x="8424" y="3182"/>
                    </a:moveTo>
                    <a:cubicBezTo>
                      <a:pt x="8394" y="3182"/>
                      <a:pt x="8364" y="3212"/>
                      <a:pt x="8364" y="3242"/>
                    </a:cubicBezTo>
                    <a:cubicBezTo>
                      <a:pt x="8364" y="3272"/>
                      <a:pt x="8394" y="3302"/>
                      <a:pt x="8424" y="3302"/>
                    </a:cubicBezTo>
                    <a:lnTo>
                      <a:pt x="8753" y="3302"/>
                    </a:lnTo>
                    <a:cubicBezTo>
                      <a:pt x="8782" y="3302"/>
                      <a:pt x="8812" y="3272"/>
                      <a:pt x="8812" y="3242"/>
                    </a:cubicBezTo>
                    <a:cubicBezTo>
                      <a:pt x="8812" y="3212"/>
                      <a:pt x="8782" y="3182"/>
                      <a:pt x="8753" y="3182"/>
                    </a:cubicBezTo>
                    <a:close/>
                    <a:moveTo>
                      <a:pt x="8439" y="3630"/>
                    </a:moveTo>
                    <a:cubicBezTo>
                      <a:pt x="8409" y="3630"/>
                      <a:pt x="8364" y="3660"/>
                      <a:pt x="8364" y="3690"/>
                    </a:cubicBezTo>
                    <a:cubicBezTo>
                      <a:pt x="8364" y="3720"/>
                      <a:pt x="8409" y="3750"/>
                      <a:pt x="8439" y="3750"/>
                    </a:cubicBezTo>
                    <a:lnTo>
                      <a:pt x="8753" y="3750"/>
                    </a:lnTo>
                    <a:cubicBezTo>
                      <a:pt x="8782" y="3750"/>
                      <a:pt x="8812" y="3720"/>
                      <a:pt x="8812" y="3690"/>
                    </a:cubicBezTo>
                    <a:cubicBezTo>
                      <a:pt x="8812" y="3660"/>
                      <a:pt x="8782" y="3630"/>
                      <a:pt x="8753" y="3630"/>
                    </a:cubicBezTo>
                    <a:close/>
                    <a:moveTo>
                      <a:pt x="8439" y="4093"/>
                    </a:moveTo>
                    <a:cubicBezTo>
                      <a:pt x="8409" y="4093"/>
                      <a:pt x="8364" y="4123"/>
                      <a:pt x="8364" y="4153"/>
                    </a:cubicBezTo>
                    <a:cubicBezTo>
                      <a:pt x="8364" y="4183"/>
                      <a:pt x="8409" y="4213"/>
                      <a:pt x="8439" y="4213"/>
                    </a:cubicBezTo>
                    <a:lnTo>
                      <a:pt x="8753" y="4213"/>
                    </a:lnTo>
                    <a:cubicBezTo>
                      <a:pt x="8782" y="4213"/>
                      <a:pt x="8812" y="4183"/>
                      <a:pt x="8812" y="4153"/>
                    </a:cubicBezTo>
                    <a:cubicBezTo>
                      <a:pt x="8812" y="4123"/>
                      <a:pt x="8797" y="4093"/>
                      <a:pt x="8753" y="4093"/>
                    </a:cubicBezTo>
                    <a:close/>
                    <a:moveTo>
                      <a:pt x="8439" y="4526"/>
                    </a:moveTo>
                    <a:cubicBezTo>
                      <a:pt x="8409" y="4526"/>
                      <a:pt x="8364" y="4571"/>
                      <a:pt x="8364" y="4601"/>
                    </a:cubicBezTo>
                    <a:cubicBezTo>
                      <a:pt x="8364" y="4631"/>
                      <a:pt x="8409" y="4661"/>
                      <a:pt x="8439" y="4661"/>
                    </a:cubicBezTo>
                    <a:lnTo>
                      <a:pt x="8753" y="4661"/>
                    </a:lnTo>
                    <a:cubicBezTo>
                      <a:pt x="8782" y="4661"/>
                      <a:pt x="8812" y="4631"/>
                      <a:pt x="8812" y="4601"/>
                    </a:cubicBezTo>
                    <a:cubicBezTo>
                      <a:pt x="8812" y="4571"/>
                      <a:pt x="8797" y="4526"/>
                      <a:pt x="8753" y="4526"/>
                    </a:cubicBezTo>
                    <a:close/>
                    <a:moveTo>
                      <a:pt x="8439" y="4989"/>
                    </a:moveTo>
                    <a:cubicBezTo>
                      <a:pt x="8409" y="4989"/>
                      <a:pt x="8379" y="5019"/>
                      <a:pt x="8379" y="5049"/>
                    </a:cubicBezTo>
                    <a:cubicBezTo>
                      <a:pt x="8379" y="5079"/>
                      <a:pt x="8409" y="5109"/>
                      <a:pt x="8439" y="5109"/>
                    </a:cubicBezTo>
                    <a:lnTo>
                      <a:pt x="8767" y="5109"/>
                    </a:lnTo>
                    <a:cubicBezTo>
                      <a:pt x="8797" y="5109"/>
                      <a:pt x="8827" y="5079"/>
                      <a:pt x="8827" y="5049"/>
                    </a:cubicBezTo>
                    <a:cubicBezTo>
                      <a:pt x="8827" y="5019"/>
                      <a:pt x="8797" y="4989"/>
                      <a:pt x="8767" y="4989"/>
                    </a:cubicBezTo>
                    <a:close/>
                    <a:moveTo>
                      <a:pt x="8439" y="5438"/>
                    </a:moveTo>
                    <a:cubicBezTo>
                      <a:pt x="8409" y="5438"/>
                      <a:pt x="8379" y="5467"/>
                      <a:pt x="8379" y="5497"/>
                    </a:cubicBezTo>
                    <a:cubicBezTo>
                      <a:pt x="8379" y="5527"/>
                      <a:pt x="8409" y="5557"/>
                      <a:pt x="8439" y="5557"/>
                    </a:cubicBezTo>
                    <a:lnTo>
                      <a:pt x="8767" y="5557"/>
                    </a:lnTo>
                    <a:cubicBezTo>
                      <a:pt x="8797" y="5557"/>
                      <a:pt x="8827" y="5527"/>
                      <a:pt x="8827" y="5497"/>
                    </a:cubicBezTo>
                    <a:cubicBezTo>
                      <a:pt x="8827" y="5467"/>
                      <a:pt x="8797" y="5438"/>
                      <a:pt x="8767" y="5438"/>
                    </a:cubicBezTo>
                    <a:close/>
                    <a:moveTo>
                      <a:pt x="8767" y="5886"/>
                    </a:moveTo>
                    <a:cubicBezTo>
                      <a:pt x="8678" y="5886"/>
                      <a:pt x="8573" y="5886"/>
                      <a:pt x="8484" y="5901"/>
                    </a:cubicBezTo>
                    <a:lnTo>
                      <a:pt x="8454" y="5901"/>
                    </a:lnTo>
                    <a:cubicBezTo>
                      <a:pt x="8424" y="5901"/>
                      <a:pt x="8394" y="5930"/>
                      <a:pt x="8394" y="5960"/>
                    </a:cubicBezTo>
                    <a:cubicBezTo>
                      <a:pt x="8394" y="5990"/>
                      <a:pt x="8424" y="6020"/>
                      <a:pt x="8454" y="6020"/>
                    </a:cubicBezTo>
                    <a:lnTo>
                      <a:pt x="8767" y="6020"/>
                    </a:lnTo>
                    <a:cubicBezTo>
                      <a:pt x="8797" y="6020"/>
                      <a:pt x="8827" y="5990"/>
                      <a:pt x="8827" y="5960"/>
                    </a:cubicBezTo>
                    <a:cubicBezTo>
                      <a:pt x="8827" y="5915"/>
                      <a:pt x="8797" y="5886"/>
                      <a:pt x="8767" y="5886"/>
                    </a:cubicBezTo>
                    <a:close/>
                    <a:moveTo>
                      <a:pt x="8782" y="6334"/>
                    </a:moveTo>
                    <a:cubicBezTo>
                      <a:pt x="8693" y="6334"/>
                      <a:pt x="8588" y="6334"/>
                      <a:pt x="8499" y="6349"/>
                    </a:cubicBezTo>
                    <a:lnTo>
                      <a:pt x="8454" y="6349"/>
                    </a:lnTo>
                    <a:cubicBezTo>
                      <a:pt x="8424" y="6349"/>
                      <a:pt x="8394" y="6378"/>
                      <a:pt x="8394" y="6408"/>
                    </a:cubicBezTo>
                    <a:cubicBezTo>
                      <a:pt x="8394" y="6438"/>
                      <a:pt x="8424" y="6468"/>
                      <a:pt x="8454" y="6468"/>
                    </a:cubicBezTo>
                    <a:lnTo>
                      <a:pt x="8782" y="6468"/>
                    </a:lnTo>
                    <a:cubicBezTo>
                      <a:pt x="8812" y="6468"/>
                      <a:pt x="8842" y="6438"/>
                      <a:pt x="8842" y="6408"/>
                    </a:cubicBezTo>
                    <a:cubicBezTo>
                      <a:pt x="8842" y="6364"/>
                      <a:pt x="8812" y="6334"/>
                      <a:pt x="8782" y="6334"/>
                    </a:cubicBezTo>
                    <a:close/>
                    <a:moveTo>
                      <a:pt x="8469" y="6797"/>
                    </a:moveTo>
                    <a:cubicBezTo>
                      <a:pt x="8439" y="6797"/>
                      <a:pt x="8409" y="6841"/>
                      <a:pt x="8409" y="6871"/>
                    </a:cubicBezTo>
                    <a:cubicBezTo>
                      <a:pt x="8409" y="6901"/>
                      <a:pt x="8439" y="6931"/>
                      <a:pt x="8469" y="6931"/>
                    </a:cubicBezTo>
                    <a:cubicBezTo>
                      <a:pt x="8558" y="6931"/>
                      <a:pt x="8663" y="6931"/>
                      <a:pt x="8753" y="6916"/>
                    </a:cubicBezTo>
                    <a:lnTo>
                      <a:pt x="8782" y="6916"/>
                    </a:lnTo>
                    <a:cubicBezTo>
                      <a:pt x="8812" y="6916"/>
                      <a:pt x="8857" y="6886"/>
                      <a:pt x="8857" y="6856"/>
                    </a:cubicBezTo>
                    <a:cubicBezTo>
                      <a:pt x="8857" y="6812"/>
                      <a:pt x="8812" y="6797"/>
                      <a:pt x="8782" y="6797"/>
                    </a:cubicBezTo>
                    <a:close/>
                    <a:moveTo>
                      <a:pt x="8469" y="7245"/>
                    </a:moveTo>
                    <a:cubicBezTo>
                      <a:pt x="8439" y="7245"/>
                      <a:pt x="8409" y="7275"/>
                      <a:pt x="8409" y="7319"/>
                    </a:cubicBezTo>
                    <a:cubicBezTo>
                      <a:pt x="8409" y="7349"/>
                      <a:pt x="8439" y="7379"/>
                      <a:pt x="8469" y="7379"/>
                    </a:cubicBezTo>
                    <a:cubicBezTo>
                      <a:pt x="8558" y="7379"/>
                      <a:pt x="8663" y="7379"/>
                      <a:pt x="8753" y="7364"/>
                    </a:cubicBezTo>
                    <a:lnTo>
                      <a:pt x="8797" y="7364"/>
                    </a:lnTo>
                    <a:cubicBezTo>
                      <a:pt x="8827" y="7364"/>
                      <a:pt x="8857" y="7334"/>
                      <a:pt x="8857" y="7305"/>
                    </a:cubicBezTo>
                    <a:cubicBezTo>
                      <a:pt x="8857" y="7275"/>
                      <a:pt x="8827" y="7245"/>
                      <a:pt x="8797" y="7245"/>
                    </a:cubicBezTo>
                    <a:close/>
                    <a:moveTo>
                      <a:pt x="8797" y="7693"/>
                    </a:moveTo>
                    <a:cubicBezTo>
                      <a:pt x="8708" y="7693"/>
                      <a:pt x="8603" y="7693"/>
                      <a:pt x="8514" y="7708"/>
                    </a:cubicBezTo>
                    <a:lnTo>
                      <a:pt x="8484" y="7708"/>
                    </a:lnTo>
                    <a:cubicBezTo>
                      <a:pt x="8454" y="7708"/>
                      <a:pt x="8424" y="7738"/>
                      <a:pt x="8424" y="7768"/>
                    </a:cubicBezTo>
                    <a:cubicBezTo>
                      <a:pt x="8424" y="7797"/>
                      <a:pt x="8454" y="7827"/>
                      <a:pt x="8484" y="7827"/>
                    </a:cubicBezTo>
                    <a:lnTo>
                      <a:pt x="8797" y="7827"/>
                    </a:lnTo>
                    <a:cubicBezTo>
                      <a:pt x="8827" y="7827"/>
                      <a:pt x="8872" y="7797"/>
                      <a:pt x="8872" y="7768"/>
                    </a:cubicBezTo>
                    <a:cubicBezTo>
                      <a:pt x="8872" y="7723"/>
                      <a:pt x="8827" y="7693"/>
                      <a:pt x="8797" y="7693"/>
                    </a:cubicBezTo>
                    <a:close/>
                    <a:moveTo>
                      <a:pt x="8812" y="8141"/>
                    </a:moveTo>
                    <a:cubicBezTo>
                      <a:pt x="8723" y="8141"/>
                      <a:pt x="8618" y="8141"/>
                      <a:pt x="8528" y="8156"/>
                    </a:cubicBezTo>
                    <a:lnTo>
                      <a:pt x="8484" y="8156"/>
                    </a:lnTo>
                    <a:cubicBezTo>
                      <a:pt x="8454" y="8156"/>
                      <a:pt x="8424" y="8186"/>
                      <a:pt x="8424" y="8216"/>
                    </a:cubicBezTo>
                    <a:cubicBezTo>
                      <a:pt x="8424" y="8245"/>
                      <a:pt x="8454" y="8275"/>
                      <a:pt x="8484" y="8275"/>
                    </a:cubicBezTo>
                    <a:lnTo>
                      <a:pt x="8812" y="8275"/>
                    </a:lnTo>
                    <a:cubicBezTo>
                      <a:pt x="8842" y="8275"/>
                      <a:pt x="8872" y="8245"/>
                      <a:pt x="8872" y="8201"/>
                    </a:cubicBezTo>
                    <a:cubicBezTo>
                      <a:pt x="8872" y="8171"/>
                      <a:pt x="8842" y="8141"/>
                      <a:pt x="8812" y="8141"/>
                    </a:cubicBezTo>
                    <a:close/>
                    <a:moveTo>
                      <a:pt x="8499" y="8604"/>
                    </a:moveTo>
                    <a:cubicBezTo>
                      <a:pt x="8469" y="8604"/>
                      <a:pt x="8439" y="8634"/>
                      <a:pt x="8439" y="8679"/>
                    </a:cubicBezTo>
                    <a:cubicBezTo>
                      <a:pt x="8439" y="8708"/>
                      <a:pt x="8469" y="8738"/>
                      <a:pt x="8499" y="8738"/>
                    </a:cubicBezTo>
                    <a:cubicBezTo>
                      <a:pt x="8588" y="8738"/>
                      <a:pt x="8693" y="8738"/>
                      <a:pt x="8782" y="8723"/>
                    </a:cubicBezTo>
                    <a:lnTo>
                      <a:pt x="8812" y="8723"/>
                    </a:lnTo>
                    <a:cubicBezTo>
                      <a:pt x="8857" y="8723"/>
                      <a:pt x="8887" y="8694"/>
                      <a:pt x="8887" y="8664"/>
                    </a:cubicBezTo>
                    <a:cubicBezTo>
                      <a:pt x="8887" y="8619"/>
                      <a:pt x="8857" y="8604"/>
                      <a:pt x="8812" y="8604"/>
                    </a:cubicBezTo>
                    <a:close/>
                    <a:moveTo>
                      <a:pt x="8499" y="9052"/>
                    </a:moveTo>
                    <a:cubicBezTo>
                      <a:pt x="8469" y="9052"/>
                      <a:pt x="8439" y="9082"/>
                      <a:pt x="8439" y="9112"/>
                    </a:cubicBezTo>
                    <a:cubicBezTo>
                      <a:pt x="8439" y="9157"/>
                      <a:pt x="8469" y="9186"/>
                      <a:pt x="8499" y="9186"/>
                    </a:cubicBezTo>
                    <a:cubicBezTo>
                      <a:pt x="8588" y="9186"/>
                      <a:pt x="8693" y="9186"/>
                      <a:pt x="8782" y="9171"/>
                    </a:cubicBezTo>
                    <a:lnTo>
                      <a:pt x="8827" y="9171"/>
                    </a:lnTo>
                    <a:cubicBezTo>
                      <a:pt x="8857" y="9171"/>
                      <a:pt x="8887" y="9142"/>
                      <a:pt x="8887" y="9112"/>
                    </a:cubicBezTo>
                    <a:cubicBezTo>
                      <a:pt x="8887" y="9082"/>
                      <a:pt x="8857" y="9052"/>
                      <a:pt x="8827" y="9052"/>
                    </a:cubicBezTo>
                    <a:close/>
                    <a:moveTo>
                      <a:pt x="6841" y="1666"/>
                    </a:moveTo>
                    <a:cubicBezTo>
                      <a:pt x="6811" y="1666"/>
                      <a:pt x="6781" y="1689"/>
                      <a:pt x="6781" y="1733"/>
                    </a:cubicBezTo>
                    <a:cubicBezTo>
                      <a:pt x="6751" y="3735"/>
                      <a:pt x="6751" y="5736"/>
                      <a:pt x="6781" y="7738"/>
                    </a:cubicBezTo>
                    <a:cubicBezTo>
                      <a:pt x="6796" y="8305"/>
                      <a:pt x="6796" y="8858"/>
                      <a:pt x="6811" y="9425"/>
                    </a:cubicBezTo>
                    <a:cubicBezTo>
                      <a:pt x="6811" y="9470"/>
                      <a:pt x="6844" y="9493"/>
                      <a:pt x="6876" y="9493"/>
                    </a:cubicBezTo>
                    <a:cubicBezTo>
                      <a:pt x="6908" y="9493"/>
                      <a:pt x="6938" y="9470"/>
                      <a:pt x="6930" y="9425"/>
                    </a:cubicBezTo>
                    <a:cubicBezTo>
                      <a:pt x="6886" y="7424"/>
                      <a:pt x="6871" y="5423"/>
                      <a:pt x="6886" y="3421"/>
                    </a:cubicBezTo>
                    <a:cubicBezTo>
                      <a:pt x="6886" y="2854"/>
                      <a:pt x="6886" y="2301"/>
                      <a:pt x="6900" y="1733"/>
                    </a:cubicBezTo>
                    <a:cubicBezTo>
                      <a:pt x="6900" y="1689"/>
                      <a:pt x="6871" y="1666"/>
                      <a:pt x="6841" y="1666"/>
                    </a:cubicBezTo>
                    <a:close/>
                    <a:moveTo>
                      <a:pt x="8827" y="9500"/>
                    </a:moveTo>
                    <a:cubicBezTo>
                      <a:pt x="8738" y="9500"/>
                      <a:pt x="8648" y="9500"/>
                      <a:pt x="8543" y="9515"/>
                    </a:cubicBezTo>
                    <a:lnTo>
                      <a:pt x="8514" y="9515"/>
                    </a:lnTo>
                    <a:cubicBezTo>
                      <a:pt x="8484" y="9515"/>
                      <a:pt x="8454" y="9545"/>
                      <a:pt x="8454" y="9575"/>
                    </a:cubicBezTo>
                    <a:cubicBezTo>
                      <a:pt x="8454" y="9605"/>
                      <a:pt x="8484" y="9635"/>
                      <a:pt x="8514" y="9635"/>
                    </a:cubicBezTo>
                    <a:lnTo>
                      <a:pt x="8827" y="9635"/>
                    </a:lnTo>
                    <a:cubicBezTo>
                      <a:pt x="8872" y="9635"/>
                      <a:pt x="8902" y="9605"/>
                      <a:pt x="8902" y="9560"/>
                    </a:cubicBezTo>
                    <a:cubicBezTo>
                      <a:pt x="8902" y="9530"/>
                      <a:pt x="8872" y="9500"/>
                      <a:pt x="8827" y="9500"/>
                    </a:cubicBezTo>
                    <a:close/>
                    <a:moveTo>
                      <a:pt x="8842" y="9948"/>
                    </a:moveTo>
                    <a:cubicBezTo>
                      <a:pt x="8753" y="9948"/>
                      <a:pt x="8648" y="9948"/>
                      <a:pt x="8558" y="9963"/>
                    </a:cubicBezTo>
                    <a:lnTo>
                      <a:pt x="8514" y="9963"/>
                    </a:lnTo>
                    <a:cubicBezTo>
                      <a:pt x="8484" y="9963"/>
                      <a:pt x="8454" y="9993"/>
                      <a:pt x="8454" y="10023"/>
                    </a:cubicBezTo>
                    <a:cubicBezTo>
                      <a:pt x="8454" y="10053"/>
                      <a:pt x="8484" y="10083"/>
                      <a:pt x="8514" y="10083"/>
                    </a:cubicBezTo>
                    <a:lnTo>
                      <a:pt x="8842" y="10083"/>
                    </a:lnTo>
                    <a:cubicBezTo>
                      <a:pt x="8872" y="10083"/>
                      <a:pt x="8902" y="10038"/>
                      <a:pt x="8902" y="10008"/>
                    </a:cubicBezTo>
                    <a:cubicBezTo>
                      <a:pt x="8902" y="9978"/>
                      <a:pt x="8872" y="9948"/>
                      <a:pt x="8842" y="9948"/>
                    </a:cubicBezTo>
                    <a:close/>
                    <a:moveTo>
                      <a:pt x="8528" y="10411"/>
                    </a:moveTo>
                    <a:cubicBezTo>
                      <a:pt x="8499" y="10411"/>
                      <a:pt x="8469" y="10441"/>
                      <a:pt x="8469" y="10471"/>
                    </a:cubicBezTo>
                    <a:cubicBezTo>
                      <a:pt x="8469" y="10501"/>
                      <a:pt x="8499" y="10531"/>
                      <a:pt x="8528" y="10531"/>
                    </a:cubicBezTo>
                    <a:lnTo>
                      <a:pt x="8857" y="10531"/>
                    </a:lnTo>
                    <a:cubicBezTo>
                      <a:pt x="8887" y="10531"/>
                      <a:pt x="8917" y="10501"/>
                      <a:pt x="8917" y="10471"/>
                    </a:cubicBezTo>
                    <a:cubicBezTo>
                      <a:pt x="8917" y="10441"/>
                      <a:pt x="8887" y="10411"/>
                      <a:pt x="8857" y="10411"/>
                    </a:cubicBezTo>
                    <a:close/>
                    <a:moveTo>
                      <a:pt x="8528" y="10859"/>
                    </a:moveTo>
                    <a:cubicBezTo>
                      <a:pt x="8499" y="10859"/>
                      <a:pt x="8469" y="10889"/>
                      <a:pt x="8469" y="10919"/>
                    </a:cubicBezTo>
                    <a:cubicBezTo>
                      <a:pt x="8469" y="10949"/>
                      <a:pt x="8499" y="10994"/>
                      <a:pt x="8528" y="10994"/>
                    </a:cubicBezTo>
                    <a:lnTo>
                      <a:pt x="8857" y="10994"/>
                    </a:lnTo>
                    <a:cubicBezTo>
                      <a:pt x="8887" y="10994"/>
                      <a:pt x="8917" y="10949"/>
                      <a:pt x="8917" y="10919"/>
                    </a:cubicBezTo>
                    <a:cubicBezTo>
                      <a:pt x="8917" y="10889"/>
                      <a:pt x="8887" y="10859"/>
                      <a:pt x="8857" y="10859"/>
                    </a:cubicBezTo>
                    <a:close/>
                    <a:moveTo>
                      <a:pt x="8528" y="11307"/>
                    </a:moveTo>
                    <a:cubicBezTo>
                      <a:pt x="8499" y="11307"/>
                      <a:pt x="8469" y="11337"/>
                      <a:pt x="8469" y="11367"/>
                    </a:cubicBezTo>
                    <a:cubicBezTo>
                      <a:pt x="8469" y="11397"/>
                      <a:pt x="8499" y="11427"/>
                      <a:pt x="8528" y="11427"/>
                    </a:cubicBezTo>
                    <a:lnTo>
                      <a:pt x="8857" y="11427"/>
                    </a:lnTo>
                    <a:cubicBezTo>
                      <a:pt x="8887" y="11427"/>
                      <a:pt x="8917" y="11397"/>
                      <a:pt x="8917" y="11367"/>
                    </a:cubicBezTo>
                    <a:cubicBezTo>
                      <a:pt x="8917" y="11337"/>
                      <a:pt x="8887" y="11307"/>
                      <a:pt x="8857" y="11307"/>
                    </a:cubicBezTo>
                    <a:close/>
                    <a:moveTo>
                      <a:pt x="8528" y="11770"/>
                    </a:moveTo>
                    <a:cubicBezTo>
                      <a:pt x="8499" y="11770"/>
                      <a:pt x="8469" y="11800"/>
                      <a:pt x="8469" y="11830"/>
                    </a:cubicBezTo>
                    <a:cubicBezTo>
                      <a:pt x="8469" y="11860"/>
                      <a:pt x="8499" y="11890"/>
                      <a:pt x="8528" y="11890"/>
                    </a:cubicBezTo>
                    <a:lnTo>
                      <a:pt x="8857" y="11890"/>
                    </a:lnTo>
                    <a:cubicBezTo>
                      <a:pt x="8887" y="11890"/>
                      <a:pt x="8917" y="11860"/>
                      <a:pt x="8917" y="11830"/>
                    </a:cubicBezTo>
                    <a:cubicBezTo>
                      <a:pt x="8917" y="11785"/>
                      <a:pt x="8887" y="11770"/>
                      <a:pt x="8857" y="11770"/>
                    </a:cubicBezTo>
                    <a:close/>
                    <a:moveTo>
                      <a:pt x="8528" y="12218"/>
                    </a:moveTo>
                    <a:cubicBezTo>
                      <a:pt x="8499" y="12218"/>
                      <a:pt x="8469" y="12248"/>
                      <a:pt x="8469" y="12278"/>
                    </a:cubicBezTo>
                    <a:cubicBezTo>
                      <a:pt x="8469" y="12308"/>
                      <a:pt x="8499" y="12338"/>
                      <a:pt x="8528" y="12338"/>
                    </a:cubicBezTo>
                    <a:lnTo>
                      <a:pt x="8857" y="12338"/>
                    </a:lnTo>
                    <a:cubicBezTo>
                      <a:pt x="8887" y="12338"/>
                      <a:pt x="8917" y="12308"/>
                      <a:pt x="8917" y="12278"/>
                    </a:cubicBezTo>
                    <a:cubicBezTo>
                      <a:pt x="8917" y="12248"/>
                      <a:pt x="8902" y="12218"/>
                      <a:pt x="8857" y="12218"/>
                    </a:cubicBezTo>
                    <a:close/>
                    <a:moveTo>
                      <a:pt x="8528" y="12666"/>
                    </a:moveTo>
                    <a:cubicBezTo>
                      <a:pt x="8499" y="12666"/>
                      <a:pt x="8469" y="12696"/>
                      <a:pt x="8469" y="12726"/>
                    </a:cubicBezTo>
                    <a:cubicBezTo>
                      <a:pt x="8469" y="12756"/>
                      <a:pt x="8499" y="12786"/>
                      <a:pt x="8528" y="12786"/>
                    </a:cubicBezTo>
                    <a:lnTo>
                      <a:pt x="8857" y="12786"/>
                    </a:lnTo>
                    <a:cubicBezTo>
                      <a:pt x="8887" y="12786"/>
                      <a:pt x="8917" y="12756"/>
                      <a:pt x="8917" y="12726"/>
                    </a:cubicBezTo>
                    <a:cubicBezTo>
                      <a:pt x="8917" y="12696"/>
                      <a:pt x="8902" y="12666"/>
                      <a:pt x="8857" y="12666"/>
                    </a:cubicBezTo>
                    <a:close/>
                    <a:moveTo>
                      <a:pt x="8543" y="13115"/>
                    </a:moveTo>
                    <a:cubicBezTo>
                      <a:pt x="8514" y="13115"/>
                      <a:pt x="8484" y="13144"/>
                      <a:pt x="8484" y="13174"/>
                    </a:cubicBezTo>
                    <a:cubicBezTo>
                      <a:pt x="8484" y="13204"/>
                      <a:pt x="8514" y="13234"/>
                      <a:pt x="8543" y="13234"/>
                    </a:cubicBezTo>
                    <a:lnTo>
                      <a:pt x="8872" y="13234"/>
                    </a:lnTo>
                    <a:cubicBezTo>
                      <a:pt x="8902" y="13234"/>
                      <a:pt x="8932" y="13204"/>
                      <a:pt x="8932" y="13174"/>
                    </a:cubicBezTo>
                    <a:cubicBezTo>
                      <a:pt x="8932" y="13144"/>
                      <a:pt x="8902" y="13115"/>
                      <a:pt x="8872" y="13115"/>
                    </a:cubicBezTo>
                    <a:close/>
                    <a:moveTo>
                      <a:pt x="8543" y="13578"/>
                    </a:moveTo>
                    <a:cubicBezTo>
                      <a:pt x="8514" y="13578"/>
                      <a:pt x="8484" y="13607"/>
                      <a:pt x="8484" y="13637"/>
                    </a:cubicBezTo>
                    <a:cubicBezTo>
                      <a:pt x="8484" y="13667"/>
                      <a:pt x="8514" y="13697"/>
                      <a:pt x="8543" y="13697"/>
                    </a:cubicBezTo>
                    <a:lnTo>
                      <a:pt x="8872" y="13697"/>
                    </a:lnTo>
                    <a:cubicBezTo>
                      <a:pt x="8902" y="13697"/>
                      <a:pt x="8932" y="13667"/>
                      <a:pt x="8932" y="13637"/>
                    </a:cubicBezTo>
                    <a:cubicBezTo>
                      <a:pt x="8932" y="13593"/>
                      <a:pt x="8902" y="13578"/>
                      <a:pt x="8872" y="13578"/>
                    </a:cubicBezTo>
                    <a:close/>
                    <a:moveTo>
                      <a:pt x="8543" y="14026"/>
                    </a:moveTo>
                    <a:cubicBezTo>
                      <a:pt x="8514" y="14026"/>
                      <a:pt x="8484" y="14056"/>
                      <a:pt x="8484" y="14085"/>
                    </a:cubicBezTo>
                    <a:cubicBezTo>
                      <a:pt x="8484" y="14115"/>
                      <a:pt x="8514" y="14145"/>
                      <a:pt x="8543" y="14145"/>
                    </a:cubicBezTo>
                    <a:lnTo>
                      <a:pt x="8872" y="14145"/>
                    </a:lnTo>
                    <a:cubicBezTo>
                      <a:pt x="8902" y="14145"/>
                      <a:pt x="8932" y="14115"/>
                      <a:pt x="8932" y="14085"/>
                    </a:cubicBezTo>
                    <a:cubicBezTo>
                      <a:pt x="8932" y="14056"/>
                      <a:pt x="8902" y="14026"/>
                      <a:pt x="8872" y="14026"/>
                    </a:cubicBezTo>
                    <a:close/>
                    <a:moveTo>
                      <a:pt x="8543" y="14474"/>
                    </a:moveTo>
                    <a:cubicBezTo>
                      <a:pt x="8514" y="14474"/>
                      <a:pt x="8484" y="14504"/>
                      <a:pt x="8484" y="14533"/>
                    </a:cubicBezTo>
                    <a:cubicBezTo>
                      <a:pt x="8484" y="14563"/>
                      <a:pt x="8514" y="14593"/>
                      <a:pt x="8543" y="14593"/>
                    </a:cubicBezTo>
                    <a:lnTo>
                      <a:pt x="8872" y="14593"/>
                    </a:lnTo>
                    <a:cubicBezTo>
                      <a:pt x="8902" y="14593"/>
                      <a:pt x="8932" y="14563"/>
                      <a:pt x="8932" y="14533"/>
                    </a:cubicBezTo>
                    <a:cubicBezTo>
                      <a:pt x="8932" y="14504"/>
                      <a:pt x="8902" y="14474"/>
                      <a:pt x="8872" y="14474"/>
                    </a:cubicBezTo>
                    <a:close/>
                    <a:moveTo>
                      <a:pt x="8543" y="14922"/>
                    </a:moveTo>
                    <a:cubicBezTo>
                      <a:pt x="8514" y="14922"/>
                      <a:pt x="8484" y="14952"/>
                      <a:pt x="8484" y="14982"/>
                    </a:cubicBezTo>
                    <a:cubicBezTo>
                      <a:pt x="8484" y="15011"/>
                      <a:pt x="8514" y="15041"/>
                      <a:pt x="8543" y="15041"/>
                    </a:cubicBezTo>
                    <a:lnTo>
                      <a:pt x="8872" y="15041"/>
                    </a:lnTo>
                    <a:cubicBezTo>
                      <a:pt x="8902" y="15041"/>
                      <a:pt x="8932" y="15011"/>
                      <a:pt x="8932" y="14982"/>
                    </a:cubicBezTo>
                    <a:cubicBezTo>
                      <a:pt x="8932" y="14952"/>
                      <a:pt x="8917" y="14922"/>
                      <a:pt x="8872" y="149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55"/>
              <p:cNvSpPr/>
              <p:nvPr/>
            </p:nvSpPr>
            <p:spPr>
              <a:xfrm>
                <a:off x="-2538525" y="686950"/>
                <a:ext cx="3750" cy="39800"/>
              </a:xfrm>
              <a:custGeom>
                <a:rect b="b" l="l" r="r" t="t"/>
                <a:pathLst>
                  <a:path extrusionOk="0" h="1592" w="150">
                    <a:moveTo>
                      <a:pt x="68" y="0"/>
                    </a:moveTo>
                    <a:cubicBezTo>
                      <a:pt x="34" y="0"/>
                      <a:pt x="1" y="19"/>
                      <a:pt x="1" y="56"/>
                    </a:cubicBezTo>
                    <a:cubicBezTo>
                      <a:pt x="1" y="549"/>
                      <a:pt x="1" y="1042"/>
                      <a:pt x="15" y="1535"/>
                    </a:cubicBezTo>
                    <a:cubicBezTo>
                      <a:pt x="15" y="1572"/>
                      <a:pt x="49" y="1591"/>
                      <a:pt x="83" y="1591"/>
                    </a:cubicBezTo>
                    <a:cubicBezTo>
                      <a:pt x="116" y="1591"/>
                      <a:pt x="150" y="1572"/>
                      <a:pt x="150" y="1535"/>
                    </a:cubicBezTo>
                    <a:cubicBezTo>
                      <a:pt x="150" y="1042"/>
                      <a:pt x="150" y="549"/>
                      <a:pt x="135" y="56"/>
                    </a:cubicBezTo>
                    <a:cubicBezTo>
                      <a:pt x="135" y="19"/>
                      <a:pt x="101" y="0"/>
                      <a:pt x="6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4" name="Google Shape;854;p55"/>
            <p:cNvGrpSpPr/>
            <p:nvPr/>
          </p:nvGrpSpPr>
          <p:grpSpPr>
            <a:xfrm rot="8487456">
              <a:off x="-837244" y="4180652"/>
              <a:ext cx="1668171" cy="1946721"/>
              <a:chOff x="2342300" y="-1710275"/>
              <a:chExt cx="230400" cy="268875"/>
            </a:xfrm>
          </p:grpSpPr>
          <p:sp>
            <p:nvSpPr>
              <p:cNvPr id="855" name="Google Shape;855;p55"/>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55"/>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55"/>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55"/>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59" name="Google Shape;859;p55"/>
          <p:cNvSpPr txBox="1"/>
          <p:nvPr>
            <p:ph type="title"/>
          </p:nvPr>
        </p:nvSpPr>
        <p:spPr>
          <a:xfrm>
            <a:off x="720000" y="445000"/>
            <a:ext cx="7704000" cy="64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60" name="Google Shape;860;p55"/>
          <p:cNvSpPr txBox="1"/>
          <p:nvPr>
            <p:ph idx="1" type="body"/>
          </p:nvPr>
        </p:nvSpPr>
        <p:spPr>
          <a:xfrm>
            <a:off x="720000" y="1091512"/>
            <a:ext cx="7704000" cy="922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Rubik Light"/>
              <a:buChar char="●"/>
              <a:defRPr sz="1200"/>
            </a:lvl1pPr>
            <a:lvl2pPr indent="-304800" lvl="1" marL="914400" algn="l">
              <a:lnSpc>
                <a:spcPct val="100000"/>
              </a:lnSpc>
              <a:spcBef>
                <a:spcPts val="0"/>
              </a:spcBef>
              <a:spcAft>
                <a:spcPts val="0"/>
              </a:spcAft>
              <a:buSzPts val="1200"/>
              <a:buFont typeface="Nunito Light"/>
              <a:buChar char="○"/>
              <a:defRPr sz="1200"/>
            </a:lvl2pPr>
            <a:lvl3pPr indent="-304800" lvl="2" marL="1371600" algn="l">
              <a:lnSpc>
                <a:spcPct val="100000"/>
              </a:lnSpc>
              <a:spcBef>
                <a:spcPts val="0"/>
              </a:spcBef>
              <a:spcAft>
                <a:spcPts val="0"/>
              </a:spcAft>
              <a:buSzPts val="1200"/>
              <a:buFont typeface="Nunito Light"/>
              <a:buChar char="■"/>
              <a:defRPr sz="1200"/>
            </a:lvl3pPr>
            <a:lvl4pPr indent="-304800" lvl="3" marL="1828800" algn="l">
              <a:lnSpc>
                <a:spcPct val="100000"/>
              </a:lnSpc>
              <a:spcBef>
                <a:spcPts val="0"/>
              </a:spcBef>
              <a:spcAft>
                <a:spcPts val="0"/>
              </a:spcAft>
              <a:buSzPts val="1200"/>
              <a:buFont typeface="Nunito Light"/>
              <a:buChar char="●"/>
              <a:defRPr sz="1200"/>
            </a:lvl4pPr>
            <a:lvl5pPr indent="-304800" lvl="4" marL="2286000" algn="l">
              <a:lnSpc>
                <a:spcPct val="100000"/>
              </a:lnSpc>
              <a:spcBef>
                <a:spcPts val="0"/>
              </a:spcBef>
              <a:spcAft>
                <a:spcPts val="0"/>
              </a:spcAft>
              <a:buSzPts val="1200"/>
              <a:buFont typeface="Nunito Light"/>
              <a:buChar char="○"/>
              <a:defRPr sz="1200"/>
            </a:lvl5pPr>
            <a:lvl6pPr indent="-304800" lvl="5" marL="2743200" algn="l">
              <a:lnSpc>
                <a:spcPct val="100000"/>
              </a:lnSpc>
              <a:spcBef>
                <a:spcPts val="0"/>
              </a:spcBef>
              <a:spcAft>
                <a:spcPts val="0"/>
              </a:spcAft>
              <a:buSzPts val="1200"/>
              <a:buFont typeface="Nunito Light"/>
              <a:buChar char="■"/>
              <a:defRPr sz="1200"/>
            </a:lvl6pPr>
            <a:lvl7pPr indent="-304800" lvl="6" marL="3200400" algn="l">
              <a:lnSpc>
                <a:spcPct val="100000"/>
              </a:lnSpc>
              <a:spcBef>
                <a:spcPts val="0"/>
              </a:spcBef>
              <a:spcAft>
                <a:spcPts val="0"/>
              </a:spcAft>
              <a:buSzPts val="1200"/>
              <a:buFont typeface="Nunito Light"/>
              <a:buChar char="●"/>
              <a:defRPr sz="1200"/>
            </a:lvl7pPr>
            <a:lvl8pPr indent="-304800" lvl="7" marL="3657600" algn="l">
              <a:lnSpc>
                <a:spcPct val="100000"/>
              </a:lnSpc>
              <a:spcBef>
                <a:spcPts val="0"/>
              </a:spcBef>
              <a:spcAft>
                <a:spcPts val="0"/>
              </a:spcAft>
              <a:buSzPts val="1200"/>
              <a:buFont typeface="Nunito Light"/>
              <a:buChar char="○"/>
              <a:defRPr sz="1200"/>
            </a:lvl8pPr>
            <a:lvl9pPr indent="-304800" lvl="8" marL="4114800" algn="l">
              <a:lnSpc>
                <a:spcPct val="100000"/>
              </a:lnSpc>
              <a:spcBef>
                <a:spcPts val="0"/>
              </a:spcBef>
              <a:spcAft>
                <a:spcPts val="0"/>
              </a:spcAft>
              <a:buSzPts val="1200"/>
              <a:buFont typeface="Nunito Light"/>
              <a:buChar char="■"/>
              <a:defRPr sz="12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_1_1_1">
    <p:spTree>
      <p:nvGrpSpPr>
        <p:cNvPr id="861" name="Shape 861"/>
        <p:cNvGrpSpPr/>
        <p:nvPr/>
      </p:nvGrpSpPr>
      <p:grpSpPr>
        <a:xfrm>
          <a:off x="0" y="0"/>
          <a:ext cx="0" cy="0"/>
          <a:chOff x="0" y="0"/>
          <a:chExt cx="0" cy="0"/>
        </a:xfrm>
      </p:grpSpPr>
      <p:grpSp>
        <p:nvGrpSpPr>
          <p:cNvPr id="862" name="Google Shape;862;p56"/>
          <p:cNvGrpSpPr/>
          <p:nvPr/>
        </p:nvGrpSpPr>
        <p:grpSpPr>
          <a:xfrm>
            <a:off x="-65" y="-15"/>
            <a:ext cx="9144128" cy="5143530"/>
            <a:chOff x="-2163850" y="-134475"/>
            <a:chExt cx="3075000" cy="5336719"/>
          </a:xfrm>
        </p:grpSpPr>
        <p:cxnSp>
          <p:nvCxnSpPr>
            <p:cNvPr id="863" name="Google Shape;863;p56"/>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64" name="Google Shape;864;p56"/>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65" name="Google Shape;865;p56"/>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66" name="Google Shape;866;p56"/>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67" name="Google Shape;867;p56"/>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68" name="Google Shape;868;p56"/>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69" name="Google Shape;869;p56"/>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0" name="Google Shape;870;p56"/>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1" name="Google Shape;871;p56"/>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2" name="Google Shape;872;p56"/>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3" name="Google Shape;873;p56"/>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4" name="Google Shape;874;p56"/>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5" name="Google Shape;875;p56"/>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6" name="Google Shape;876;p56"/>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7" name="Google Shape;877;p56"/>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878" name="Google Shape;878;p56"/>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879" name="Google Shape;879;p56"/>
          <p:cNvSpPr txBox="1"/>
          <p:nvPr>
            <p:ph type="title"/>
          </p:nvPr>
        </p:nvSpPr>
        <p:spPr>
          <a:xfrm>
            <a:off x="720000" y="445000"/>
            <a:ext cx="7704000" cy="64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80" name="Google Shape;880;p56"/>
          <p:cNvSpPr txBox="1"/>
          <p:nvPr>
            <p:ph idx="1" type="body"/>
          </p:nvPr>
        </p:nvSpPr>
        <p:spPr>
          <a:xfrm>
            <a:off x="720000" y="1091512"/>
            <a:ext cx="7704000" cy="3512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Calistoga"/>
              <a:buChar char="●"/>
              <a:defRPr sz="1200"/>
            </a:lvl1pPr>
            <a:lvl2pPr indent="-304800" lvl="1" marL="914400" algn="l">
              <a:lnSpc>
                <a:spcPct val="100000"/>
              </a:lnSpc>
              <a:spcBef>
                <a:spcPts val="0"/>
              </a:spcBef>
              <a:spcAft>
                <a:spcPts val="0"/>
              </a:spcAft>
              <a:buSzPts val="1200"/>
              <a:buFont typeface="Nunito Light"/>
              <a:buChar char="○"/>
              <a:defRPr sz="1200"/>
            </a:lvl2pPr>
            <a:lvl3pPr indent="-304800" lvl="2" marL="1371600" algn="l">
              <a:lnSpc>
                <a:spcPct val="100000"/>
              </a:lnSpc>
              <a:spcBef>
                <a:spcPts val="0"/>
              </a:spcBef>
              <a:spcAft>
                <a:spcPts val="0"/>
              </a:spcAft>
              <a:buSzPts val="1200"/>
              <a:buFont typeface="Nunito Light"/>
              <a:buChar char="■"/>
              <a:defRPr sz="1200"/>
            </a:lvl3pPr>
            <a:lvl4pPr indent="-304800" lvl="3" marL="1828800" algn="l">
              <a:lnSpc>
                <a:spcPct val="100000"/>
              </a:lnSpc>
              <a:spcBef>
                <a:spcPts val="0"/>
              </a:spcBef>
              <a:spcAft>
                <a:spcPts val="0"/>
              </a:spcAft>
              <a:buSzPts val="1200"/>
              <a:buFont typeface="Nunito Light"/>
              <a:buChar char="●"/>
              <a:defRPr sz="1200"/>
            </a:lvl4pPr>
            <a:lvl5pPr indent="-304800" lvl="4" marL="2286000" algn="l">
              <a:lnSpc>
                <a:spcPct val="100000"/>
              </a:lnSpc>
              <a:spcBef>
                <a:spcPts val="0"/>
              </a:spcBef>
              <a:spcAft>
                <a:spcPts val="0"/>
              </a:spcAft>
              <a:buSzPts val="1200"/>
              <a:buFont typeface="Nunito Light"/>
              <a:buChar char="○"/>
              <a:defRPr sz="1200"/>
            </a:lvl5pPr>
            <a:lvl6pPr indent="-304800" lvl="5" marL="2743200" algn="l">
              <a:lnSpc>
                <a:spcPct val="100000"/>
              </a:lnSpc>
              <a:spcBef>
                <a:spcPts val="0"/>
              </a:spcBef>
              <a:spcAft>
                <a:spcPts val="0"/>
              </a:spcAft>
              <a:buSzPts val="1200"/>
              <a:buFont typeface="Nunito Light"/>
              <a:buChar char="■"/>
              <a:defRPr sz="1200"/>
            </a:lvl6pPr>
            <a:lvl7pPr indent="-304800" lvl="6" marL="3200400" algn="l">
              <a:lnSpc>
                <a:spcPct val="100000"/>
              </a:lnSpc>
              <a:spcBef>
                <a:spcPts val="0"/>
              </a:spcBef>
              <a:spcAft>
                <a:spcPts val="0"/>
              </a:spcAft>
              <a:buSzPts val="1200"/>
              <a:buFont typeface="Nunito Light"/>
              <a:buChar char="●"/>
              <a:defRPr sz="1200"/>
            </a:lvl7pPr>
            <a:lvl8pPr indent="-304800" lvl="7" marL="3657600" algn="l">
              <a:lnSpc>
                <a:spcPct val="100000"/>
              </a:lnSpc>
              <a:spcBef>
                <a:spcPts val="0"/>
              </a:spcBef>
              <a:spcAft>
                <a:spcPts val="0"/>
              </a:spcAft>
              <a:buSzPts val="1200"/>
              <a:buFont typeface="Nunito Light"/>
              <a:buChar char="○"/>
              <a:defRPr sz="1200"/>
            </a:lvl8pPr>
            <a:lvl9pPr indent="-304800" lvl="8" marL="4114800" algn="l">
              <a:lnSpc>
                <a:spcPct val="100000"/>
              </a:lnSpc>
              <a:spcBef>
                <a:spcPts val="0"/>
              </a:spcBef>
              <a:spcAft>
                <a:spcPts val="0"/>
              </a:spcAft>
              <a:buSzPts val="1200"/>
              <a:buFont typeface="Nunito Light"/>
              <a:buChar char="■"/>
              <a:defRPr sz="1200"/>
            </a:lvl9pPr>
          </a:lstStyle>
          <a:p/>
        </p:txBody>
      </p:sp>
      <p:grpSp>
        <p:nvGrpSpPr>
          <p:cNvPr id="881" name="Google Shape;881;p56"/>
          <p:cNvGrpSpPr/>
          <p:nvPr/>
        </p:nvGrpSpPr>
        <p:grpSpPr>
          <a:xfrm>
            <a:off x="10" y="-285888"/>
            <a:ext cx="9616174" cy="5961131"/>
            <a:chOff x="10" y="-285888"/>
            <a:chExt cx="9616174" cy="5961131"/>
          </a:xfrm>
        </p:grpSpPr>
        <p:grpSp>
          <p:nvGrpSpPr>
            <p:cNvPr id="882" name="Google Shape;882;p56"/>
            <p:cNvGrpSpPr/>
            <p:nvPr/>
          </p:nvGrpSpPr>
          <p:grpSpPr>
            <a:xfrm rot="-701811">
              <a:off x="8583307" y="-214706"/>
              <a:ext cx="872967" cy="1666953"/>
              <a:chOff x="-3231550" y="1460900"/>
              <a:chExt cx="198675" cy="379375"/>
            </a:xfrm>
          </p:grpSpPr>
          <p:sp>
            <p:nvSpPr>
              <p:cNvPr id="883" name="Google Shape;883;p56"/>
              <p:cNvSpPr/>
              <p:nvPr/>
            </p:nvSpPr>
            <p:spPr>
              <a:xfrm>
                <a:off x="-3174425" y="1460900"/>
                <a:ext cx="141550" cy="194200"/>
              </a:xfrm>
              <a:custGeom>
                <a:rect b="b" l="l" r="r" t="t"/>
                <a:pathLst>
                  <a:path extrusionOk="0" h="7768" w="5662">
                    <a:moveTo>
                      <a:pt x="4377" y="1"/>
                    </a:moveTo>
                    <a:cubicBezTo>
                      <a:pt x="2913" y="240"/>
                      <a:pt x="1465" y="494"/>
                      <a:pt x="1" y="762"/>
                    </a:cubicBezTo>
                    <a:cubicBezTo>
                      <a:pt x="105" y="1300"/>
                      <a:pt x="225" y="1823"/>
                      <a:pt x="344" y="2346"/>
                    </a:cubicBezTo>
                    <a:cubicBezTo>
                      <a:pt x="822" y="2839"/>
                      <a:pt x="1151" y="3496"/>
                      <a:pt x="1255" y="4183"/>
                    </a:cubicBezTo>
                    <a:cubicBezTo>
                      <a:pt x="1345" y="4810"/>
                      <a:pt x="1255" y="5467"/>
                      <a:pt x="1002" y="6035"/>
                    </a:cubicBezTo>
                    <a:cubicBezTo>
                      <a:pt x="1121" y="6617"/>
                      <a:pt x="1226" y="7185"/>
                      <a:pt x="1345" y="7767"/>
                    </a:cubicBezTo>
                    <a:cubicBezTo>
                      <a:pt x="2794" y="7469"/>
                      <a:pt x="4228" y="7215"/>
                      <a:pt x="5662" y="6976"/>
                    </a:cubicBezTo>
                    <a:cubicBezTo>
                      <a:pt x="5617" y="6498"/>
                      <a:pt x="5557" y="6020"/>
                      <a:pt x="5482" y="5542"/>
                    </a:cubicBezTo>
                    <a:cubicBezTo>
                      <a:pt x="5079" y="5034"/>
                      <a:pt x="4765" y="4437"/>
                      <a:pt x="4616" y="3809"/>
                    </a:cubicBezTo>
                    <a:cubicBezTo>
                      <a:pt x="4437" y="3033"/>
                      <a:pt x="4467" y="2211"/>
                      <a:pt x="4721" y="1450"/>
                    </a:cubicBezTo>
                    <a:cubicBezTo>
                      <a:pt x="4616" y="957"/>
                      <a:pt x="4497" y="479"/>
                      <a:pt x="437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56"/>
              <p:cNvSpPr/>
              <p:nvPr/>
            </p:nvSpPr>
            <p:spPr>
              <a:xfrm>
                <a:off x="-3121400" y="1473975"/>
                <a:ext cx="66500" cy="157600"/>
              </a:xfrm>
              <a:custGeom>
                <a:rect b="b" l="l" r="r" t="t"/>
                <a:pathLst>
                  <a:path extrusionOk="0" h="6304" w="2660">
                    <a:moveTo>
                      <a:pt x="1539" y="1"/>
                    </a:moveTo>
                    <a:cubicBezTo>
                      <a:pt x="1031" y="105"/>
                      <a:pt x="523" y="210"/>
                      <a:pt x="1" y="329"/>
                    </a:cubicBezTo>
                    <a:cubicBezTo>
                      <a:pt x="344" y="2330"/>
                      <a:pt x="733" y="4317"/>
                      <a:pt x="1166" y="6303"/>
                    </a:cubicBezTo>
                    <a:lnTo>
                      <a:pt x="2659" y="5975"/>
                    </a:lnTo>
                    <a:cubicBezTo>
                      <a:pt x="2316" y="3973"/>
                      <a:pt x="1942" y="1987"/>
                      <a:pt x="153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56"/>
              <p:cNvSpPr/>
              <p:nvPr/>
            </p:nvSpPr>
            <p:spPr>
              <a:xfrm>
                <a:off x="-3096000" y="1537375"/>
                <a:ext cx="25400" cy="23575"/>
              </a:xfrm>
              <a:custGeom>
                <a:rect b="b" l="l" r="r" t="t"/>
                <a:pathLst>
                  <a:path extrusionOk="0" h="943" w="1016">
                    <a:moveTo>
                      <a:pt x="489" y="1"/>
                    </a:moveTo>
                    <a:cubicBezTo>
                      <a:pt x="254" y="1"/>
                      <a:pt x="43" y="199"/>
                      <a:pt x="15" y="437"/>
                    </a:cubicBezTo>
                    <a:cubicBezTo>
                      <a:pt x="0" y="676"/>
                      <a:pt x="165" y="885"/>
                      <a:pt x="389" y="915"/>
                    </a:cubicBezTo>
                    <a:cubicBezTo>
                      <a:pt x="432" y="934"/>
                      <a:pt x="476" y="942"/>
                      <a:pt x="520" y="942"/>
                    </a:cubicBezTo>
                    <a:cubicBezTo>
                      <a:pt x="714" y="942"/>
                      <a:pt x="892" y="769"/>
                      <a:pt x="941" y="586"/>
                    </a:cubicBezTo>
                    <a:cubicBezTo>
                      <a:pt x="1016" y="317"/>
                      <a:pt x="807" y="33"/>
                      <a:pt x="538" y="4"/>
                    </a:cubicBezTo>
                    <a:cubicBezTo>
                      <a:pt x="522" y="2"/>
                      <a:pt x="506" y="1"/>
                      <a:pt x="4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56"/>
              <p:cNvSpPr/>
              <p:nvPr/>
            </p:nvSpPr>
            <p:spPr>
              <a:xfrm>
                <a:off x="-3132825" y="1480325"/>
                <a:ext cx="47675" cy="151250"/>
              </a:xfrm>
              <a:custGeom>
                <a:rect b="b" l="l" r="r" t="t"/>
                <a:pathLst>
                  <a:path extrusionOk="0" h="6050" w="1907">
                    <a:moveTo>
                      <a:pt x="771" y="0"/>
                    </a:moveTo>
                    <a:cubicBezTo>
                      <a:pt x="667" y="30"/>
                      <a:pt x="562" y="60"/>
                      <a:pt x="458" y="75"/>
                    </a:cubicBezTo>
                    <a:cubicBezTo>
                      <a:pt x="532" y="478"/>
                      <a:pt x="607" y="882"/>
                      <a:pt x="667" y="1285"/>
                    </a:cubicBezTo>
                    <a:cubicBezTo>
                      <a:pt x="592" y="1285"/>
                      <a:pt x="517" y="1315"/>
                      <a:pt x="443" y="1330"/>
                    </a:cubicBezTo>
                    <a:cubicBezTo>
                      <a:pt x="429" y="1343"/>
                      <a:pt x="415" y="1345"/>
                      <a:pt x="402" y="1356"/>
                    </a:cubicBezTo>
                    <a:lnTo>
                      <a:pt x="402" y="1356"/>
                    </a:lnTo>
                    <a:cubicBezTo>
                      <a:pt x="401" y="1353"/>
                      <a:pt x="400" y="1349"/>
                      <a:pt x="398" y="1345"/>
                    </a:cubicBezTo>
                    <a:cubicBezTo>
                      <a:pt x="398" y="1315"/>
                      <a:pt x="383" y="1285"/>
                      <a:pt x="368" y="1240"/>
                    </a:cubicBezTo>
                    <a:cubicBezTo>
                      <a:pt x="353" y="1165"/>
                      <a:pt x="323" y="1091"/>
                      <a:pt x="308" y="1016"/>
                    </a:cubicBezTo>
                    <a:cubicBezTo>
                      <a:pt x="249" y="702"/>
                      <a:pt x="189" y="404"/>
                      <a:pt x="129" y="105"/>
                    </a:cubicBezTo>
                    <a:cubicBezTo>
                      <a:pt x="124" y="78"/>
                      <a:pt x="105" y="67"/>
                      <a:pt x="83" y="67"/>
                    </a:cubicBezTo>
                    <a:cubicBezTo>
                      <a:pt x="45" y="67"/>
                      <a:pt x="0" y="102"/>
                      <a:pt x="10" y="150"/>
                    </a:cubicBezTo>
                    <a:cubicBezTo>
                      <a:pt x="69" y="493"/>
                      <a:pt x="129" y="822"/>
                      <a:pt x="219" y="1165"/>
                    </a:cubicBezTo>
                    <a:cubicBezTo>
                      <a:pt x="249" y="1240"/>
                      <a:pt x="264" y="1330"/>
                      <a:pt x="279" y="1404"/>
                    </a:cubicBezTo>
                    <a:cubicBezTo>
                      <a:pt x="291" y="1456"/>
                      <a:pt x="327" y="1497"/>
                      <a:pt x="375" y="1497"/>
                    </a:cubicBezTo>
                    <a:cubicBezTo>
                      <a:pt x="383" y="1497"/>
                      <a:pt x="390" y="1496"/>
                      <a:pt x="398" y="1494"/>
                    </a:cubicBezTo>
                    <a:cubicBezTo>
                      <a:pt x="473" y="1494"/>
                      <a:pt x="532" y="1449"/>
                      <a:pt x="592" y="1434"/>
                    </a:cubicBezTo>
                    <a:cubicBezTo>
                      <a:pt x="637" y="1419"/>
                      <a:pt x="667" y="1419"/>
                      <a:pt x="697" y="1404"/>
                    </a:cubicBezTo>
                    <a:cubicBezTo>
                      <a:pt x="980" y="2958"/>
                      <a:pt x="1294" y="4496"/>
                      <a:pt x="1623" y="6049"/>
                    </a:cubicBezTo>
                    <a:cubicBezTo>
                      <a:pt x="1712" y="6020"/>
                      <a:pt x="1817" y="6005"/>
                      <a:pt x="1907" y="5975"/>
                    </a:cubicBezTo>
                    <a:cubicBezTo>
                      <a:pt x="1533" y="3988"/>
                      <a:pt x="1160" y="1987"/>
                      <a:pt x="7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56"/>
              <p:cNvSpPr/>
              <p:nvPr/>
            </p:nvSpPr>
            <p:spPr>
              <a:xfrm>
                <a:off x="-3090775" y="1544600"/>
                <a:ext cx="13850" cy="9175"/>
              </a:xfrm>
              <a:custGeom>
                <a:rect b="b" l="l" r="r" t="t"/>
                <a:pathLst>
                  <a:path extrusionOk="0" h="367" w="554">
                    <a:moveTo>
                      <a:pt x="478" y="1"/>
                    </a:moveTo>
                    <a:cubicBezTo>
                      <a:pt x="467" y="1"/>
                      <a:pt x="457" y="5"/>
                      <a:pt x="449" y="13"/>
                    </a:cubicBezTo>
                    <a:cubicBezTo>
                      <a:pt x="314" y="88"/>
                      <a:pt x="180" y="178"/>
                      <a:pt x="45" y="252"/>
                    </a:cubicBezTo>
                    <a:cubicBezTo>
                      <a:pt x="15" y="267"/>
                      <a:pt x="0" y="312"/>
                      <a:pt x="15" y="342"/>
                    </a:cubicBezTo>
                    <a:cubicBezTo>
                      <a:pt x="24" y="359"/>
                      <a:pt x="43" y="367"/>
                      <a:pt x="63" y="367"/>
                    </a:cubicBezTo>
                    <a:cubicBezTo>
                      <a:pt x="78" y="367"/>
                      <a:pt x="93" y="363"/>
                      <a:pt x="105" y="357"/>
                    </a:cubicBezTo>
                    <a:cubicBezTo>
                      <a:pt x="239" y="282"/>
                      <a:pt x="389" y="193"/>
                      <a:pt x="508" y="118"/>
                    </a:cubicBezTo>
                    <a:cubicBezTo>
                      <a:pt x="538" y="103"/>
                      <a:pt x="553" y="73"/>
                      <a:pt x="538" y="43"/>
                    </a:cubicBezTo>
                    <a:cubicBezTo>
                      <a:pt x="528" y="22"/>
                      <a:pt x="502" y="1"/>
                      <a:pt x="47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56"/>
              <p:cNvSpPr/>
              <p:nvPr/>
            </p:nvSpPr>
            <p:spPr>
              <a:xfrm>
                <a:off x="-3088900" y="1542800"/>
                <a:ext cx="10100" cy="13275"/>
              </a:xfrm>
              <a:custGeom>
                <a:rect b="b" l="l" r="r" t="t"/>
                <a:pathLst>
                  <a:path extrusionOk="0" h="531" w="404">
                    <a:moveTo>
                      <a:pt x="87" y="1"/>
                    </a:moveTo>
                    <a:cubicBezTo>
                      <a:pt x="72" y="1"/>
                      <a:pt x="57" y="4"/>
                      <a:pt x="45" y="11"/>
                    </a:cubicBezTo>
                    <a:cubicBezTo>
                      <a:pt x="15" y="26"/>
                      <a:pt x="0" y="55"/>
                      <a:pt x="30" y="100"/>
                    </a:cubicBezTo>
                    <a:cubicBezTo>
                      <a:pt x="105" y="235"/>
                      <a:pt x="179" y="369"/>
                      <a:pt x="284" y="489"/>
                    </a:cubicBezTo>
                    <a:cubicBezTo>
                      <a:pt x="294" y="510"/>
                      <a:pt x="313" y="531"/>
                      <a:pt x="333" y="531"/>
                    </a:cubicBezTo>
                    <a:cubicBezTo>
                      <a:pt x="341" y="531"/>
                      <a:pt x="350" y="527"/>
                      <a:pt x="359" y="518"/>
                    </a:cubicBezTo>
                    <a:cubicBezTo>
                      <a:pt x="388" y="504"/>
                      <a:pt x="403" y="459"/>
                      <a:pt x="388" y="429"/>
                    </a:cubicBezTo>
                    <a:cubicBezTo>
                      <a:pt x="299" y="294"/>
                      <a:pt x="209" y="175"/>
                      <a:pt x="135" y="26"/>
                    </a:cubicBezTo>
                    <a:cubicBezTo>
                      <a:pt x="126" y="8"/>
                      <a:pt x="107" y="1"/>
                      <a:pt x="8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9" name="Google Shape;889;p56"/>
              <p:cNvGrpSpPr/>
              <p:nvPr/>
            </p:nvGrpSpPr>
            <p:grpSpPr>
              <a:xfrm>
                <a:off x="-3208775" y="1525125"/>
                <a:ext cx="115025" cy="308825"/>
                <a:chOff x="-3208775" y="1525125"/>
                <a:chExt cx="115025" cy="308825"/>
              </a:xfrm>
            </p:grpSpPr>
            <p:sp>
              <p:nvSpPr>
                <p:cNvPr id="890" name="Google Shape;890;p56"/>
                <p:cNvSpPr/>
                <p:nvPr/>
              </p:nvSpPr>
              <p:spPr>
                <a:xfrm>
                  <a:off x="-3142675" y="1525125"/>
                  <a:ext cx="48925" cy="104950"/>
                </a:xfrm>
                <a:custGeom>
                  <a:rect b="b" l="l" r="r" t="t"/>
                  <a:pathLst>
                    <a:path extrusionOk="0" h="4198" w="1957">
                      <a:moveTo>
                        <a:pt x="523" y="1"/>
                      </a:moveTo>
                      <a:cubicBezTo>
                        <a:pt x="478" y="31"/>
                        <a:pt x="434" y="60"/>
                        <a:pt x="389" y="90"/>
                      </a:cubicBezTo>
                      <a:cubicBezTo>
                        <a:pt x="344" y="120"/>
                        <a:pt x="299" y="150"/>
                        <a:pt x="254" y="180"/>
                      </a:cubicBezTo>
                      <a:cubicBezTo>
                        <a:pt x="284" y="314"/>
                        <a:pt x="314" y="449"/>
                        <a:pt x="359" y="598"/>
                      </a:cubicBezTo>
                      <a:cubicBezTo>
                        <a:pt x="239" y="673"/>
                        <a:pt x="120" y="762"/>
                        <a:pt x="0" y="867"/>
                      </a:cubicBezTo>
                      <a:cubicBezTo>
                        <a:pt x="284" y="1330"/>
                        <a:pt x="1001" y="2644"/>
                        <a:pt x="1509" y="4198"/>
                      </a:cubicBezTo>
                      <a:cubicBezTo>
                        <a:pt x="1569" y="4168"/>
                        <a:pt x="1643" y="4138"/>
                        <a:pt x="1733" y="4108"/>
                      </a:cubicBezTo>
                      <a:cubicBezTo>
                        <a:pt x="1808" y="4078"/>
                        <a:pt x="1882" y="4063"/>
                        <a:pt x="1957" y="4048"/>
                      </a:cubicBezTo>
                      <a:cubicBezTo>
                        <a:pt x="1838" y="2734"/>
                        <a:pt x="1584" y="1435"/>
                        <a:pt x="1180" y="180"/>
                      </a:cubicBezTo>
                      <a:cubicBezTo>
                        <a:pt x="1031" y="225"/>
                        <a:pt x="897" y="284"/>
                        <a:pt x="762" y="359"/>
                      </a:cubicBezTo>
                      <a:cubicBezTo>
                        <a:pt x="687" y="240"/>
                        <a:pt x="613" y="120"/>
                        <a:pt x="52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56"/>
                <p:cNvSpPr/>
                <p:nvPr/>
              </p:nvSpPr>
              <p:spPr>
                <a:xfrm>
                  <a:off x="-3165075" y="1545300"/>
                  <a:ext cx="60500" cy="92250"/>
                </a:xfrm>
                <a:custGeom>
                  <a:rect b="b" l="l" r="r" t="t"/>
                  <a:pathLst>
                    <a:path extrusionOk="0" h="3690" w="2420">
                      <a:moveTo>
                        <a:pt x="971" y="0"/>
                      </a:moveTo>
                      <a:cubicBezTo>
                        <a:pt x="852" y="75"/>
                        <a:pt x="747" y="179"/>
                        <a:pt x="628" y="284"/>
                      </a:cubicBezTo>
                      <a:cubicBezTo>
                        <a:pt x="538" y="194"/>
                        <a:pt x="448" y="120"/>
                        <a:pt x="359" y="45"/>
                      </a:cubicBezTo>
                      <a:cubicBezTo>
                        <a:pt x="314" y="90"/>
                        <a:pt x="269" y="120"/>
                        <a:pt x="239" y="165"/>
                      </a:cubicBezTo>
                      <a:cubicBezTo>
                        <a:pt x="194" y="224"/>
                        <a:pt x="165" y="254"/>
                        <a:pt x="120" y="299"/>
                      </a:cubicBezTo>
                      <a:cubicBezTo>
                        <a:pt x="179" y="418"/>
                        <a:pt x="239" y="538"/>
                        <a:pt x="284" y="657"/>
                      </a:cubicBezTo>
                      <a:cubicBezTo>
                        <a:pt x="194" y="777"/>
                        <a:pt x="105" y="896"/>
                        <a:pt x="0" y="1016"/>
                      </a:cubicBezTo>
                      <a:cubicBezTo>
                        <a:pt x="344" y="1374"/>
                        <a:pt x="1255" y="2375"/>
                        <a:pt x="2017" y="3689"/>
                      </a:cubicBezTo>
                      <a:cubicBezTo>
                        <a:pt x="2076" y="3615"/>
                        <a:pt x="2151" y="3555"/>
                        <a:pt x="2211" y="3510"/>
                      </a:cubicBezTo>
                      <a:cubicBezTo>
                        <a:pt x="2285" y="3465"/>
                        <a:pt x="2345" y="3421"/>
                        <a:pt x="2420" y="3376"/>
                      </a:cubicBezTo>
                      <a:cubicBezTo>
                        <a:pt x="2061" y="2181"/>
                        <a:pt x="1569" y="1046"/>
                        <a:pt x="9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56"/>
                <p:cNvSpPr/>
                <p:nvPr/>
              </p:nvSpPr>
              <p:spPr>
                <a:xfrm>
                  <a:off x="-3182250" y="1568825"/>
                  <a:ext cx="68350" cy="78800"/>
                </a:xfrm>
                <a:custGeom>
                  <a:rect b="b" l="l" r="r" t="t"/>
                  <a:pathLst>
                    <a:path extrusionOk="0" h="3152" w="2734">
                      <a:moveTo>
                        <a:pt x="747" y="0"/>
                      </a:moveTo>
                      <a:cubicBezTo>
                        <a:pt x="657" y="105"/>
                        <a:pt x="568" y="239"/>
                        <a:pt x="478" y="374"/>
                      </a:cubicBezTo>
                      <a:cubicBezTo>
                        <a:pt x="389" y="314"/>
                        <a:pt x="284" y="269"/>
                        <a:pt x="179" y="224"/>
                      </a:cubicBezTo>
                      <a:cubicBezTo>
                        <a:pt x="150" y="284"/>
                        <a:pt x="120" y="329"/>
                        <a:pt x="90" y="374"/>
                      </a:cubicBezTo>
                      <a:cubicBezTo>
                        <a:pt x="60" y="433"/>
                        <a:pt x="30" y="478"/>
                        <a:pt x="0" y="538"/>
                      </a:cubicBezTo>
                      <a:cubicBezTo>
                        <a:pt x="75" y="628"/>
                        <a:pt x="150" y="717"/>
                        <a:pt x="209" y="822"/>
                      </a:cubicBezTo>
                      <a:cubicBezTo>
                        <a:pt x="135" y="956"/>
                        <a:pt x="75" y="1091"/>
                        <a:pt x="0" y="1240"/>
                      </a:cubicBezTo>
                      <a:cubicBezTo>
                        <a:pt x="389" y="1479"/>
                        <a:pt x="1404" y="2181"/>
                        <a:pt x="2405" y="3152"/>
                      </a:cubicBezTo>
                      <a:cubicBezTo>
                        <a:pt x="2450" y="3077"/>
                        <a:pt x="2494" y="3002"/>
                        <a:pt x="2554" y="2913"/>
                      </a:cubicBezTo>
                      <a:cubicBezTo>
                        <a:pt x="2614" y="2838"/>
                        <a:pt x="2674" y="2778"/>
                        <a:pt x="2733" y="2719"/>
                      </a:cubicBezTo>
                      <a:cubicBezTo>
                        <a:pt x="2151" y="1703"/>
                        <a:pt x="1479" y="792"/>
                        <a:pt x="74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56"/>
                <p:cNvSpPr/>
                <p:nvPr/>
              </p:nvSpPr>
              <p:spPr>
                <a:xfrm>
                  <a:off x="-3196825" y="1596825"/>
                  <a:ext cx="75450" cy="62375"/>
                </a:xfrm>
                <a:custGeom>
                  <a:rect b="b" l="l" r="r" t="t"/>
                  <a:pathLst>
                    <a:path extrusionOk="0" h="2495" w="3018">
                      <a:moveTo>
                        <a:pt x="628" y="0"/>
                      </a:moveTo>
                      <a:cubicBezTo>
                        <a:pt x="568" y="150"/>
                        <a:pt x="509" y="299"/>
                        <a:pt x="449" y="434"/>
                      </a:cubicBezTo>
                      <a:cubicBezTo>
                        <a:pt x="329" y="419"/>
                        <a:pt x="240" y="404"/>
                        <a:pt x="120" y="374"/>
                      </a:cubicBezTo>
                      <a:cubicBezTo>
                        <a:pt x="105" y="434"/>
                        <a:pt x="90" y="493"/>
                        <a:pt x="60" y="538"/>
                      </a:cubicBezTo>
                      <a:cubicBezTo>
                        <a:pt x="46" y="598"/>
                        <a:pt x="31" y="643"/>
                        <a:pt x="1" y="702"/>
                      </a:cubicBezTo>
                      <a:cubicBezTo>
                        <a:pt x="90" y="777"/>
                        <a:pt x="165" y="837"/>
                        <a:pt x="255" y="926"/>
                      </a:cubicBezTo>
                      <a:cubicBezTo>
                        <a:pt x="210" y="1061"/>
                        <a:pt x="150" y="1210"/>
                        <a:pt x="120" y="1360"/>
                      </a:cubicBezTo>
                      <a:cubicBezTo>
                        <a:pt x="523" y="1494"/>
                        <a:pt x="1644" y="1912"/>
                        <a:pt x="2779" y="2495"/>
                      </a:cubicBezTo>
                      <a:cubicBezTo>
                        <a:pt x="2809" y="2405"/>
                        <a:pt x="2839" y="2315"/>
                        <a:pt x="2883" y="2226"/>
                      </a:cubicBezTo>
                      <a:cubicBezTo>
                        <a:pt x="2913" y="2136"/>
                        <a:pt x="2973" y="2062"/>
                        <a:pt x="3018" y="1972"/>
                      </a:cubicBezTo>
                      <a:cubicBezTo>
                        <a:pt x="2271" y="1210"/>
                        <a:pt x="1464" y="553"/>
                        <a:pt x="62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56"/>
                <p:cNvSpPr/>
                <p:nvPr/>
              </p:nvSpPr>
              <p:spPr>
                <a:xfrm>
                  <a:off x="-3205775" y="1628550"/>
                  <a:ext cx="78800" cy="44475"/>
                </a:xfrm>
                <a:custGeom>
                  <a:rect b="b" l="l" r="r" t="t"/>
                  <a:pathLst>
                    <a:path extrusionOk="0" h="1779" w="3152">
                      <a:moveTo>
                        <a:pt x="508" y="1"/>
                      </a:moveTo>
                      <a:cubicBezTo>
                        <a:pt x="463" y="150"/>
                        <a:pt x="418" y="285"/>
                        <a:pt x="389" y="449"/>
                      </a:cubicBezTo>
                      <a:lnTo>
                        <a:pt x="60" y="449"/>
                      </a:lnTo>
                      <a:cubicBezTo>
                        <a:pt x="60" y="509"/>
                        <a:pt x="45" y="569"/>
                        <a:pt x="30" y="628"/>
                      </a:cubicBezTo>
                      <a:cubicBezTo>
                        <a:pt x="30" y="673"/>
                        <a:pt x="15" y="733"/>
                        <a:pt x="0" y="793"/>
                      </a:cubicBezTo>
                      <a:cubicBezTo>
                        <a:pt x="90" y="837"/>
                        <a:pt x="194" y="897"/>
                        <a:pt x="284" y="942"/>
                      </a:cubicBezTo>
                      <a:cubicBezTo>
                        <a:pt x="254" y="1091"/>
                        <a:pt x="239" y="1241"/>
                        <a:pt x="224" y="1390"/>
                      </a:cubicBezTo>
                      <a:cubicBezTo>
                        <a:pt x="657" y="1435"/>
                        <a:pt x="1807" y="1584"/>
                        <a:pt x="3032" y="1778"/>
                      </a:cubicBezTo>
                      <a:cubicBezTo>
                        <a:pt x="3032" y="1674"/>
                        <a:pt x="3062" y="1584"/>
                        <a:pt x="3077" y="1480"/>
                      </a:cubicBezTo>
                      <a:cubicBezTo>
                        <a:pt x="3107" y="1390"/>
                        <a:pt x="3122" y="1300"/>
                        <a:pt x="3152" y="1196"/>
                      </a:cubicBezTo>
                      <a:cubicBezTo>
                        <a:pt x="2285" y="718"/>
                        <a:pt x="1404" y="315"/>
                        <a:pt x="50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56"/>
                <p:cNvSpPr/>
                <p:nvPr/>
              </p:nvSpPr>
              <p:spPr>
                <a:xfrm>
                  <a:off x="-3208775" y="1661050"/>
                  <a:ext cx="78825" cy="35500"/>
                </a:xfrm>
                <a:custGeom>
                  <a:rect b="b" l="l" r="r" t="t"/>
                  <a:pathLst>
                    <a:path extrusionOk="0" h="1420" w="3153">
                      <a:moveTo>
                        <a:pt x="359" y="0"/>
                      </a:moveTo>
                      <a:cubicBezTo>
                        <a:pt x="329" y="135"/>
                        <a:pt x="314" y="299"/>
                        <a:pt x="314" y="448"/>
                      </a:cubicBezTo>
                      <a:cubicBezTo>
                        <a:pt x="210" y="478"/>
                        <a:pt x="105" y="508"/>
                        <a:pt x="1" y="523"/>
                      </a:cubicBezTo>
                      <a:lnTo>
                        <a:pt x="1" y="702"/>
                      </a:lnTo>
                      <a:cubicBezTo>
                        <a:pt x="1" y="747"/>
                        <a:pt x="1" y="807"/>
                        <a:pt x="1" y="867"/>
                      </a:cubicBezTo>
                      <a:cubicBezTo>
                        <a:pt x="90" y="897"/>
                        <a:pt x="210" y="926"/>
                        <a:pt x="299" y="956"/>
                      </a:cubicBezTo>
                      <a:cubicBezTo>
                        <a:pt x="299" y="1121"/>
                        <a:pt x="314" y="1270"/>
                        <a:pt x="314" y="1419"/>
                      </a:cubicBezTo>
                      <a:cubicBezTo>
                        <a:pt x="748" y="1389"/>
                        <a:pt x="1913" y="1255"/>
                        <a:pt x="3137" y="1046"/>
                      </a:cubicBezTo>
                      <a:cubicBezTo>
                        <a:pt x="3137" y="941"/>
                        <a:pt x="3137" y="837"/>
                        <a:pt x="3137" y="747"/>
                      </a:cubicBezTo>
                      <a:cubicBezTo>
                        <a:pt x="3137" y="643"/>
                        <a:pt x="3137" y="538"/>
                        <a:pt x="3152" y="448"/>
                      </a:cubicBezTo>
                      <a:cubicBezTo>
                        <a:pt x="2226" y="269"/>
                        <a:pt x="1285" y="120"/>
                        <a:pt x="3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56"/>
                <p:cNvSpPr/>
                <p:nvPr/>
              </p:nvSpPr>
              <p:spPr>
                <a:xfrm>
                  <a:off x="-3207275" y="1685700"/>
                  <a:ext cx="79175" cy="43700"/>
                </a:xfrm>
                <a:custGeom>
                  <a:rect b="b" l="l" r="r" t="t"/>
                  <a:pathLst>
                    <a:path extrusionOk="0" h="1748" w="3167">
                      <a:moveTo>
                        <a:pt x="3077" y="0"/>
                      </a:moveTo>
                      <a:cubicBezTo>
                        <a:pt x="2136" y="149"/>
                        <a:pt x="1195" y="254"/>
                        <a:pt x="254" y="314"/>
                      </a:cubicBezTo>
                      <a:cubicBezTo>
                        <a:pt x="254" y="478"/>
                        <a:pt x="269" y="627"/>
                        <a:pt x="284" y="777"/>
                      </a:cubicBezTo>
                      <a:cubicBezTo>
                        <a:pt x="195" y="837"/>
                        <a:pt x="90" y="881"/>
                        <a:pt x="1" y="926"/>
                      </a:cubicBezTo>
                      <a:cubicBezTo>
                        <a:pt x="1" y="971"/>
                        <a:pt x="15" y="1031"/>
                        <a:pt x="15" y="1090"/>
                      </a:cubicBezTo>
                      <a:cubicBezTo>
                        <a:pt x="30" y="1150"/>
                        <a:pt x="30" y="1210"/>
                        <a:pt x="45" y="1255"/>
                      </a:cubicBezTo>
                      <a:cubicBezTo>
                        <a:pt x="150" y="1270"/>
                        <a:pt x="254" y="1270"/>
                        <a:pt x="359" y="1285"/>
                      </a:cubicBezTo>
                      <a:cubicBezTo>
                        <a:pt x="389" y="1434"/>
                        <a:pt x="419" y="1598"/>
                        <a:pt x="449" y="1748"/>
                      </a:cubicBezTo>
                      <a:cubicBezTo>
                        <a:pt x="867" y="1613"/>
                        <a:pt x="2002" y="1210"/>
                        <a:pt x="3167" y="583"/>
                      </a:cubicBezTo>
                      <a:cubicBezTo>
                        <a:pt x="3137" y="493"/>
                        <a:pt x="3122" y="403"/>
                        <a:pt x="3107" y="299"/>
                      </a:cubicBezTo>
                      <a:cubicBezTo>
                        <a:pt x="3092" y="194"/>
                        <a:pt x="3077" y="105"/>
                        <a:pt x="307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56"/>
                <p:cNvSpPr/>
                <p:nvPr/>
              </p:nvSpPr>
              <p:spPr>
                <a:xfrm>
                  <a:off x="-3200550" y="1699125"/>
                  <a:ext cx="77675" cy="62025"/>
                </a:xfrm>
                <a:custGeom>
                  <a:rect b="b" l="l" r="r" t="t"/>
                  <a:pathLst>
                    <a:path extrusionOk="0" h="2481" w="3107">
                      <a:moveTo>
                        <a:pt x="2898" y="1"/>
                      </a:moveTo>
                      <a:cubicBezTo>
                        <a:pt x="2002" y="449"/>
                        <a:pt x="1076" y="822"/>
                        <a:pt x="165" y="1106"/>
                      </a:cubicBezTo>
                      <a:cubicBezTo>
                        <a:pt x="195" y="1255"/>
                        <a:pt x="239" y="1405"/>
                        <a:pt x="269" y="1554"/>
                      </a:cubicBezTo>
                      <a:cubicBezTo>
                        <a:pt x="180" y="1614"/>
                        <a:pt x="90" y="1689"/>
                        <a:pt x="0" y="1763"/>
                      </a:cubicBezTo>
                      <a:cubicBezTo>
                        <a:pt x="15" y="1808"/>
                        <a:pt x="45" y="1868"/>
                        <a:pt x="60" y="1928"/>
                      </a:cubicBezTo>
                      <a:cubicBezTo>
                        <a:pt x="75" y="1987"/>
                        <a:pt x="90" y="2047"/>
                        <a:pt x="120" y="2092"/>
                      </a:cubicBezTo>
                      <a:cubicBezTo>
                        <a:pt x="224" y="2077"/>
                        <a:pt x="329" y="2062"/>
                        <a:pt x="433" y="2047"/>
                      </a:cubicBezTo>
                      <a:cubicBezTo>
                        <a:pt x="493" y="2196"/>
                        <a:pt x="538" y="2331"/>
                        <a:pt x="613" y="2480"/>
                      </a:cubicBezTo>
                      <a:cubicBezTo>
                        <a:pt x="1001" y="2241"/>
                        <a:pt x="2076" y="1539"/>
                        <a:pt x="3107" y="539"/>
                      </a:cubicBezTo>
                      <a:cubicBezTo>
                        <a:pt x="3047" y="449"/>
                        <a:pt x="3017" y="374"/>
                        <a:pt x="2988" y="270"/>
                      </a:cubicBezTo>
                      <a:cubicBezTo>
                        <a:pt x="2943" y="180"/>
                        <a:pt x="2928" y="105"/>
                        <a:pt x="289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56"/>
                <p:cNvSpPr/>
                <p:nvPr/>
              </p:nvSpPr>
              <p:spPr>
                <a:xfrm>
                  <a:off x="-3187475" y="1711450"/>
                  <a:ext cx="71700" cy="79200"/>
                </a:xfrm>
                <a:custGeom>
                  <a:rect b="b" l="l" r="r" t="t"/>
                  <a:pathLst>
                    <a:path extrusionOk="0" h="3168" w="2868">
                      <a:moveTo>
                        <a:pt x="2554" y="1"/>
                      </a:moveTo>
                      <a:cubicBezTo>
                        <a:pt x="1763" y="747"/>
                        <a:pt x="911" y="1375"/>
                        <a:pt x="45" y="1898"/>
                      </a:cubicBezTo>
                      <a:cubicBezTo>
                        <a:pt x="105" y="2032"/>
                        <a:pt x="164" y="2181"/>
                        <a:pt x="239" y="2316"/>
                      </a:cubicBezTo>
                      <a:cubicBezTo>
                        <a:pt x="164" y="2405"/>
                        <a:pt x="90" y="2510"/>
                        <a:pt x="0" y="2600"/>
                      </a:cubicBezTo>
                      <a:cubicBezTo>
                        <a:pt x="30" y="2659"/>
                        <a:pt x="60" y="2704"/>
                        <a:pt x="90" y="2749"/>
                      </a:cubicBezTo>
                      <a:cubicBezTo>
                        <a:pt x="120" y="2809"/>
                        <a:pt x="149" y="2868"/>
                        <a:pt x="164" y="2913"/>
                      </a:cubicBezTo>
                      <a:cubicBezTo>
                        <a:pt x="284" y="2868"/>
                        <a:pt x="373" y="2824"/>
                        <a:pt x="478" y="2764"/>
                      </a:cubicBezTo>
                      <a:cubicBezTo>
                        <a:pt x="568" y="2913"/>
                        <a:pt x="642" y="3033"/>
                        <a:pt x="732" y="3167"/>
                      </a:cubicBezTo>
                      <a:cubicBezTo>
                        <a:pt x="1090" y="2809"/>
                        <a:pt x="2046" y="1763"/>
                        <a:pt x="2868" y="434"/>
                      </a:cubicBezTo>
                      <a:cubicBezTo>
                        <a:pt x="2808" y="374"/>
                        <a:pt x="2748" y="314"/>
                        <a:pt x="2703" y="240"/>
                      </a:cubicBezTo>
                      <a:cubicBezTo>
                        <a:pt x="2644" y="165"/>
                        <a:pt x="2599" y="90"/>
                        <a:pt x="255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56"/>
                <p:cNvSpPr/>
                <p:nvPr/>
              </p:nvSpPr>
              <p:spPr>
                <a:xfrm>
                  <a:off x="-3171050" y="1721525"/>
                  <a:ext cx="63875" cy="92650"/>
                </a:xfrm>
                <a:custGeom>
                  <a:rect b="b" l="l" r="r" t="t"/>
                  <a:pathLst>
                    <a:path extrusionOk="0" h="3706" w="2555">
                      <a:moveTo>
                        <a:pt x="2181" y="1"/>
                      </a:moveTo>
                      <a:cubicBezTo>
                        <a:pt x="1539" y="1002"/>
                        <a:pt x="807" y="1898"/>
                        <a:pt x="0" y="2674"/>
                      </a:cubicBezTo>
                      <a:cubicBezTo>
                        <a:pt x="105" y="2794"/>
                        <a:pt x="194" y="2913"/>
                        <a:pt x="284" y="3033"/>
                      </a:cubicBezTo>
                      <a:cubicBezTo>
                        <a:pt x="224" y="3167"/>
                        <a:pt x="165" y="3272"/>
                        <a:pt x="90" y="3391"/>
                      </a:cubicBezTo>
                      <a:cubicBezTo>
                        <a:pt x="135" y="3436"/>
                        <a:pt x="165" y="3481"/>
                        <a:pt x="194" y="3526"/>
                      </a:cubicBezTo>
                      <a:cubicBezTo>
                        <a:pt x="239" y="3571"/>
                        <a:pt x="269" y="3615"/>
                        <a:pt x="314" y="3660"/>
                      </a:cubicBezTo>
                      <a:cubicBezTo>
                        <a:pt x="404" y="3586"/>
                        <a:pt x="508" y="3496"/>
                        <a:pt x="613" y="3406"/>
                      </a:cubicBezTo>
                      <a:cubicBezTo>
                        <a:pt x="717" y="3511"/>
                        <a:pt x="822" y="3615"/>
                        <a:pt x="926" y="3705"/>
                      </a:cubicBezTo>
                      <a:cubicBezTo>
                        <a:pt x="1240" y="3227"/>
                        <a:pt x="2017" y="1883"/>
                        <a:pt x="2554" y="315"/>
                      </a:cubicBezTo>
                      <a:cubicBezTo>
                        <a:pt x="2495" y="270"/>
                        <a:pt x="2420" y="225"/>
                        <a:pt x="2360" y="180"/>
                      </a:cubicBezTo>
                      <a:cubicBezTo>
                        <a:pt x="2285" y="120"/>
                        <a:pt x="2241" y="61"/>
                        <a:pt x="218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56"/>
                <p:cNvSpPr/>
                <p:nvPr/>
              </p:nvSpPr>
              <p:spPr>
                <a:xfrm>
                  <a:off x="-3149400" y="1728625"/>
                  <a:ext cx="53050" cy="105325"/>
                </a:xfrm>
                <a:custGeom>
                  <a:rect b="b" l="l" r="r" t="t"/>
                  <a:pathLst>
                    <a:path extrusionOk="0" h="4213" w="2122">
                      <a:moveTo>
                        <a:pt x="1673" y="1"/>
                      </a:moveTo>
                      <a:cubicBezTo>
                        <a:pt x="1225" y="1211"/>
                        <a:pt x="673" y="2316"/>
                        <a:pt x="1" y="3361"/>
                      </a:cubicBezTo>
                      <a:cubicBezTo>
                        <a:pt x="105" y="3451"/>
                        <a:pt x="225" y="3541"/>
                        <a:pt x="344" y="3630"/>
                      </a:cubicBezTo>
                      <a:cubicBezTo>
                        <a:pt x="314" y="3765"/>
                        <a:pt x="269" y="3899"/>
                        <a:pt x="225" y="4048"/>
                      </a:cubicBezTo>
                      <a:cubicBezTo>
                        <a:pt x="269" y="4078"/>
                        <a:pt x="314" y="4093"/>
                        <a:pt x="359" y="4123"/>
                      </a:cubicBezTo>
                      <a:cubicBezTo>
                        <a:pt x="404" y="4153"/>
                        <a:pt x="449" y="4183"/>
                        <a:pt x="493" y="4213"/>
                      </a:cubicBezTo>
                      <a:cubicBezTo>
                        <a:pt x="583" y="4093"/>
                        <a:pt x="673" y="3989"/>
                        <a:pt x="762" y="3869"/>
                      </a:cubicBezTo>
                      <a:cubicBezTo>
                        <a:pt x="897" y="3929"/>
                        <a:pt x="1016" y="3989"/>
                        <a:pt x="1166" y="4033"/>
                      </a:cubicBezTo>
                      <a:cubicBezTo>
                        <a:pt x="1375" y="3451"/>
                        <a:pt x="1897" y="1853"/>
                        <a:pt x="2121" y="150"/>
                      </a:cubicBezTo>
                      <a:cubicBezTo>
                        <a:pt x="2047" y="135"/>
                        <a:pt x="1957" y="120"/>
                        <a:pt x="1882" y="105"/>
                      </a:cubicBezTo>
                      <a:cubicBezTo>
                        <a:pt x="1808" y="75"/>
                        <a:pt x="1733" y="46"/>
                        <a:pt x="167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1" name="Google Shape;901;p56"/>
              <p:cNvSpPr/>
              <p:nvPr/>
            </p:nvSpPr>
            <p:spPr>
              <a:xfrm>
                <a:off x="-3088150" y="1795100"/>
                <a:ext cx="8225" cy="40350"/>
              </a:xfrm>
              <a:custGeom>
                <a:rect b="b" l="l" r="r" t="t"/>
                <a:pathLst>
                  <a:path extrusionOk="0" h="1614" w="329">
                    <a:moveTo>
                      <a:pt x="60" y="0"/>
                    </a:moveTo>
                    <a:cubicBezTo>
                      <a:pt x="45" y="0"/>
                      <a:pt x="45" y="0"/>
                      <a:pt x="45" y="15"/>
                    </a:cubicBezTo>
                    <a:cubicBezTo>
                      <a:pt x="30" y="15"/>
                      <a:pt x="30" y="15"/>
                      <a:pt x="30" y="30"/>
                    </a:cubicBezTo>
                    <a:lnTo>
                      <a:pt x="30" y="45"/>
                    </a:lnTo>
                    <a:lnTo>
                      <a:pt x="30" y="105"/>
                    </a:lnTo>
                    <a:lnTo>
                      <a:pt x="15" y="209"/>
                    </a:lnTo>
                    <a:lnTo>
                      <a:pt x="15" y="404"/>
                    </a:lnTo>
                    <a:cubicBezTo>
                      <a:pt x="15" y="538"/>
                      <a:pt x="0" y="672"/>
                      <a:pt x="0" y="822"/>
                    </a:cubicBezTo>
                    <a:cubicBezTo>
                      <a:pt x="0" y="956"/>
                      <a:pt x="0" y="1091"/>
                      <a:pt x="15" y="1225"/>
                    </a:cubicBezTo>
                    <a:lnTo>
                      <a:pt x="30" y="1419"/>
                    </a:lnTo>
                    <a:cubicBezTo>
                      <a:pt x="30" y="1449"/>
                      <a:pt x="30" y="1494"/>
                      <a:pt x="45" y="1524"/>
                    </a:cubicBezTo>
                    <a:cubicBezTo>
                      <a:pt x="45" y="1539"/>
                      <a:pt x="45" y="1554"/>
                      <a:pt x="60" y="1569"/>
                    </a:cubicBezTo>
                    <a:cubicBezTo>
                      <a:pt x="60" y="1584"/>
                      <a:pt x="75" y="1598"/>
                      <a:pt x="120" y="1613"/>
                    </a:cubicBezTo>
                    <a:lnTo>
                      <a:pt x="269" y="1613"/>
                    </a:lnTo>
                    <a:cubicBezTo>
                      <a:pt x="299" y="1598"/>
                      <a:pt x="314" y="1569"/>
                      <a:pt x="314" y="1554"/>
                    </a:cubicBezTo>
                    <a:cubicBezTo>
                      <a:pt x="314" y="1539"/>
                      <a:pt x="329" y="1524"/>
                      <a:pt x="329" y="1494"/>
                    </a:cubicBezTo>
                    <a:cubicBezTo>
                      <a:pt x="329" y="1464"/>
                      <a:pt x="329" y="1434"/>
                      <a:pt x="329" y="1404"/>
                    </a:cubicBezTo>
                    <a:lnTo>
                      <a:pt x="314" y="1195"/>
                    </a:lnTo>
                    <a:cubicBezTo>
                      <a:pt x="299" y="1076"/>
                      <a:pt x="284" y="926"/>
                      <a:pt x="254" y="792"/>
                    </a:cubicBezTo>
                    <a:cubicBezTo>
                      <a:pt x="239" y="672"/>
                      <a:pt x="209" y="523"/>
                      <a:pt x="179" y="404"/>
                    </a:cubicBezTo>
                    <a:lnTo>
                      <a:pt x="149" y="195"/>
                    </a:lnTo>
                    <a:lnTo>
                      <a:pt x="134" y="90"/>
                    </a:lnTo>
                    <a:cubicBezTo>
                      <a:pt x="134" y="75"/>
                      <a:pt x="134" y="60"/>
                      <a:pt x="120" y="45"/>
                    </a:cubicBezTo>
                    <a:lnTo>
                      <a:pt x="120" y="30"/>
                    </a:lnTo>
                    <a:cubicBezTo>
                      <a:pt x="120" y="15"/>
                      <a:pt x="120" y="15"/>
                      <a:pt x="105" y="15"/>
                    </a:cubicBezTo>
                    <a:cubicBezTo>
                      <a:pt x="105" y="15"/>
                      <a:pt x="105"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56"/>
              <p:cNvSpPr/>
              <p:nvPr/>
            </p:nvSpPr>
            <p:spPr>
              <a:xfrm>
                <a:off x="-3163275" y="1612950"/>
                <a:ext cx="61700" cy="131800"/>
              </a:xfrm>
              <a:custGeom>
                <a:rect b="b" l="l" r="r" t="t"/>
                <a:pathLst>
                  <a:path extrusionOk="0" h="5272" w="2468">
                    <a:moveTo>
                      <a:pt x="2121" y="122"/>
                    </a:moveTo>
                    <a:cubicBezTo>
                      <a:pt x="2106" y="122"/>
                      <a:pt x="2091" y="126"/>
                      <a:pt x="2079" y="132"/>
                    </a:cubicBezTo>
                    <a:cubicBezTo>
                      <a:pt x="2049" y="147"/>
                      <a:pt x="2034" y="192"/>
                      <a:pt x="2049" y="207"/>
                    </a:cubicBezTo>
                    <a:cubicBezTo>
                      <a:pt x="2154" y="356"/>
                      <a:pt x="2243" y="491"/>
                      <a:pt x="2333" y="625"/>
                    </a:cubicBezTo>
                    <a:cubicBezTo>
                      <a:pt x="2344" y="647"/>
                      <a:pt x="2371" y="661"/>
                      <a:pt x="2396" y="661"/>
                    </a:cubicBezTo>
                    <a:cubicBezTo>
                      <a:pt x="2405" y="661"/>
                      <a:pt x="2415" y="659"/>
                      <a:pt x="2423" y="655"/>
                    </a:cubicBezTo>
                    <a:cubicBezTo>
                      <a:pt x="2452" y="640"/>
                      <a:pt x="2467" y="595"/>
                      <a:pt x="2437" y="565"/>
                    </a:cubicBezTo>
                    <a:cubicBezTo>
                      <a:pt x="2348" y="431"/>
                      <a:pt x="2258" y="296"/>
                      <a:pt x="2169" y="147"/>
                    </a:cubicBezTo>
                    <a:cubicBezTo>
                      <a:pt x="2160" y="130"/>
                      <a:pt x="2141" y="122"/>
                      <a:pt x="2121" y="122"/>
                    </a:cubicBezTo>
                    <a:close/>
                    <a:moveTo>
                      <a:pt x="966" y="0"/>
                    </a:moveTo>
                    <a:cubicBezTo>
                      <a:pt x="910" y="0"/>
                      <a:pt x="851" y="69"/>
                      <a:pt x="899" y="117"/>
                    </a:cubicBezTo>
                    <a:cubicBezTo>
                      <a:pt x="1243" y="401"/>
                      <a:pt x="1571" y="700"/>
                      <a:pt x="1885" y="1013"/>
                    </a:cubicBezTo>
                    <a:cubicBezTo>
                      <a:pt x="1899" y="1027"/>
                      <a:pt x="1913" y="1033"/>
                      <a:pt x="1927" y="1033"/>
                    </a:cubicBezTo>
                    <a:cubicBezTo>
                      <a:pt x="1973" y="1033"/>
                      <a:pt x="2009" y="970"/>
                      <a:pt x="1974" y="924"/>
                    </a:cubicBezTo>
                    <a:cubicBezTo>
                      <a:pt x="1661" y="610"/>
                      <a:pt x="1332" y="311"/>
                      <a:pt x="1004" y="13"/>
                    </a:cubicBezTo>
                    <a:cubicBezTo>
                      <a:pt x="992" y="4"/>
                      <a:pt x="980" y="0"/>
                      <a:pt x="966" y="0"/>
                    </a:cubicBezTo>
                    <a:close/>
                    <a:moveTo>
                      <a:pt x="1019" y="2193"/>
                    </a:moveTo>
                    <a:cubicBezTo>
                      <a:pt x="989" y="2193"/>
                      <a:pt x="944" y="2208"/>
                      <a:pt x="944" y="2238"/>
                    </a:cubicBezTo>
                    <a:cubicBezTo>
                      <a:pt x="944" y="2283"/>
                      <a:pt x="959" y="2298"/>
                      <a:pt x="989" y="2313"/>
                    </a:cubicBezTo>
                    <a:cubicBezTo>
                      <a:pt x="1093" y="2358"/>
                      <a:pt x="1213" y="2402"/>
                      <a:pt x="1332" y="2447"/>
                    </a:cubicBezTo>
                    <a:cubicBezTo>
                      <a:pt x="1362" y="2447"/>
                      <a:pt x="1407" y="2432"/>
                      <a:pt x="1407" y="2402"/>
                    </a:cubicBezTo>
                    <a:cubicBezTo>
                      <a:pt x="1422" y="2358"/>
                      <a:pt x="1407" y="2328"/>
                      <a:pt x="1362" y="2313"/>
                    </a:cubicBezTo>
                    <a:cubicBezTo>
                      <a:pt x="1243" y="2283"/>
                      <a:pt x="1123" y="2238"/>
                      <a:pt x="1019" y="2193"/>
                    </a:cubicBezTo>
                    <a:close/>
                    <a:moveTo>
                      <a:pt x="1934" y="4368"/>
                    </a:moveTo>
                    <a:cubicBezTo>
                      <a:pt x="1913" y="4368"/>
                      <a:pt x="1895" y="4378"/>
                      <a:pt x="1885" y="4389"/>
                    </a:cubicBezTo>
                    <a:cubicBezTo>
                      <a:pt x="1810" y="4493"/>
                      <a:pt x="1765" y="4583"/>
                      <a:pt x="1735" y="4702"/>
                    </a:cubicBezTo>
                    <a:cubicBezTo>
                      <a:pt x="1735" y="4732"/>
                      <a:pt x="1750" y="4762"/>
                      <a:pt x="1780" y="4777"/>
                    </a:cubicBezTo>
                    <a:cubicBezTo>
                      <a:pt x="1810" y="4777"/>
                      <a:pt x="1855" y="4762"/>
                      <a:pt x="1870" y="4732"/>
                    </a:cubicBezTo>
                    <a:cubicBezTo>
                      <a:pt x="1870" y="4702"/>
                      <a:pt x="1885" y="4673"/>
                      <a:pt x="1885" y="4658"/>
                    </a:cubicBezTo>
                    <a:cubicBezTo>
                      <a:pt x="1900" y="4643"/>
                      <a:pt x="1900" y="4628"/>
                      <a:pt x="1900" y="4613"/>
                    </a:cubicBezTo>
                    <a:cubicBezTo>
                      <a:pt x="1900" y="4598"/>
                      <a:pt x="1915" y="4598"/>
                      <a:pt x="1915" y="4598"/>
                    </a:cubicBezTo>
                    <a:cubicBezTo>
                      <a:pt x="1930" y="4553"/>
                      <a:pt x="1960" y="4508"/>
                      <a:pt x="1989" y="4463"/>
                    </a:cubicBezTo>
                    <a:cubicBezTo>
                      <a:pt x="2004" y="4434"/>
                      <a:pt x="1989" y="4389"/>
                      <a:pt x="1960" y="4374"/>
                    </a:cubicBezTo>
                    <a:cubicBezTo>
                      <a:pt x="1951" y="4369"/>
                      <a:pt x="1942" y="4368"/>
                      <a:pt x="1934" y="4368"/>
                    </a:cubicBezTo>
                    <a:close/>
                    <a:moveTo>
                      <a:pt x="1466" y="3592"/>
                    </a:moveTo>
                    <a:cubicBezTo>
                      <a:pt x="1451" y="3592"/>
                      <a:pt x="1436" y="3598"/>
                      <a:pt x="1422" y="3612"/>
                    </a:cubicBezTo>
                    <a:cubicBezTo>
                      <a:pt x="959" y="4000"/>
                      <a:pt x="496" y="4389"/>
                      <a:pt x="48" y="4792"/>
                    </a:cubicBezTo>
                    <a:cubicBezTo>
                      <a:pt x="1" y="4827"/>
                      <a:pt x="46" y="4900"/>
                      <a:pt x="97" y="4900"/>
                    </a:cubicBezTo>
                    <a:cubicBezTo>
                      <a:pt x="111" y="4900"/>
                      <a:pt x="125" y="4894"/>
                      <a:pt x="137" y="4882"/>
                    </a:cubicBezTo>
                    <a:cubicBezTo>
                      <a:pt x="600" y="4493"/>
                      <a:pt x="1048" y="4090"/>
                      <a:pt x="1511" y="3702"/>
                    </a:cubicBezTo>
                    <a:cubicBezTo>
                      <a:pt x="1557" y="3656"/>
                      <a:pt x="1515" y="3592"/>
                      <a:pt x="1466" y="3592"/>
                    </a:cubicBezTo>
                    <a:close/>
                    <a:moveTo>
                      <a:pt x="1636" y="4006"/>
                    </a:moveTo>
                    <a:cubicBezTo>
                      <a:pt x="1617" y="4006"/>
                      <a:pt x="1599" y="4013"/>
                      <a:pt x="1586" y="4030"/>
                    </a:cubicBezTo>
                    <a:cubicBezTo>
                      <a:pt x="1377" y="4404"/>
                      <a:pt x="1153" y="4792"/>
                      <a:pt x="944" y="5180"/>
                    </a:cubicBezTo>
                    <a:cubicBezTo>
                      <a:pt x="912" y="5222"/>
                      <a:pt x="954" y="5271"/>
                      <a:pt x="998" y="5271"/>
                    </a:cubicBezTo>
                    <a:cubicBezTo>
                      <a:pt x="1016" y="5271"/>
                      <a:pt x="1035" y="5262"/>
                      <a:pt x="1048" y="5240"/>
                    </a:cubicBezTo>
                    <a:cubicBezTo>
                      <a:pt x="1258" y="4852"/>
                      <a:pt x="1482" y="4478"/>
                      <a:pt x="1706" y="4090"/>
                    </a:cubicBezTo>
                    <a:cubicBezTo>
                      <a:pt x="1727" y="4048"/>
                      <a:pt x="1681" y="4006"/>
                      <a:pt x="1636" y="400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56"/>
              <p:cNvSpPr/>
              <p:nvPr/>
            </p:nvSpPr>
            <p:spPr>
              <a:xfrm>
                <a:off x="-3215500" y="1519550"/>
                <a:ext cx="104950" cy="320725"/>
              </a:xfrm>
              <a:custGeom>
                <a:rect b="b" l="l" r="r" t="t"/>
                <a:pathLst>
                  <a:path extrusionOk="0" h="12829" w="4198">
                    <a:moveTo>
                      <a:pt x="3202" y="0"/>
                    </a:moveTo>
                    <a:cubicBezTo>
                      <a:pt x="3185" y="0"/>
                      <a:pt x="3168" y="5"/>
                      <a:pt x="3152" y="15"/>
                    </a:cubicBezTo>
                    <a:cubicBezTo>
                      <a:pt x="2973" y="134"/>
                      <a:pt x="3272" y="687"/>
                      <a:pt x="2958" y="1030"/>
                    </a:cubicBezTo>
                    <a:cubicBezTo>
                      <a:pt x="2869" y="1093"/>
                      <a:pt x="2783" y="1116"/>
                      <a:pt x="2701" y="1116"/>
                    </a:cubicBezTo>
                    <a:cubicBezTo>
                      <a:pt x="2465" y="1116"/>
                      <a:pt x="2265" y="923"/>
                      <a:pt x="2137" y="923"/>
                    </a:cubicBezTo>
                    <a:cubicBezTo>
                      <a:pt x="2108" y="923"/>
                      <a:pt x="2083" y="932"/>
                      <a:pt x="2062" y="956"/>
                    </a:cubicBezTo>
                    <a:cubicBezTo>
                      <a:pt x="1913" y="1135"/>
                      <a:pt x="2331" y="1583"/>
                      <a:pt x="2032" y="2016"/>
                    </a:cubicBezTo>
                    <a:cubicBezTo>
                      <a:pt x="1917" y="2131"/>
                      <a:pt x="1796" y="2162"/>
                      <a:pt x="1681" y="2162"/>
                    </a:cubicBezTo>
                    <a:cubicBezTo>
                      <a:pt x="1546" y="2162"/>
                      <a:pt x="1421" y="2119"/>
                      <a:pt x="1331" y="2119"/>
                    </a:cubicBezTo>
                    <a:cubicBezTo>
                      <a:pt x="1277" y="2119"/>
                      <a:pt x="1236" y="2134"/>
                      <a:pt x="1211" y="2180"/>
                    </a:cubicBezTo>
                    <a:cubicBezTo>
                      <a:pt x="1091" y="2360"/>
                      <a:pt x="1539" y="2658"/>
                      <a:pt x="1360" y="3136"/>
                    </a:cubicBezTo>
                    <a:cubicBezTo>
                      <a:pt x="1106" y="3584"/>
                      <a:pt x="643" y="3301"/>
                      <a:pt x="568" y="3525"/>
                    </a:cubicBezTo>
                    <a:cubicBezTo>
                      <a:pt x="479" y="3734"/>
                      <a:pt x="1002" y="3913"/>
                      <a:pt x="852" y="4451"/>
                    </a:cubicBezTo>
                    <a:lnTo>
                      <a:pt x="867" y="4451"/>
                    </a:lnTo>
                    <a:cubicBezTo>
                      <a:pt x="673" y="4869"/>
                      <a:pt x="210" y="4719"/>
                      <a:pt x="180" y="4929"/>
                    </a:cubicBezTo>
                    <a:cubicBezTo>
                      <a:pt x="120" y="5138"/>
                      <a:pt x="613" y="5212"/>
                      <a:pt x="613" y="5675"/>
                    </a:cubicBezTo>
                    <a:cubicBezTo>
                      <a:pt x="524" y="6198"/>
                      <a:pt x="1" y="6123"/>
                      <a:pt x="1" y="6347"/>
                    </a:cubicBezTo>
                    <a:cubicBezTo>
                      <a:pt x="1" y="6571"/>
                      <a:pt x="539" y="6527"/>
                      <a:pt x="583" y="7064"/>
                    </a:cubicBezTo>
                    <a:cubicBezTo>
                      <a:pt x="539" y="7512"/>
                      <a:pt x="61" y="7572"/>
                      <a:pt x="105" y="7781"/>
                    </a:cubicBezTo>
                    <a:cubicBezTo>
                      <a:pt x="135" y="8005"/>
                      <a:pt x="628" y="7856"/>
                      <a:pt x="778" y="8334"/>
                    </a:cubicBezTo>
                    <a:cubicBezTo>
                      <a:pt x="852" y="8842"/>
                      <a:pt x="359" y="9006"/>
                      <a:pt x="419" y="9215"/>
                    </a:cubicBezTo>
                    <a:cubicBezTo>
                      <a:pt x="494" y="9439"/>
                      <a:pt x="957" y="9185"/>
                      <a:pt x="1181" y="9618"/>
                    </a:cubicBezTo>
                    <a:cubicBezTo>
                      <a:pt x="1345" y="10111"/>
                      <a:pt x="882" y="10395"/>
                      <a:pt x="987" y="10589"/>
                    </a:cubicBezTo>
                    <a:cubicBezTo>
                      <a:pt x="1010" y="10644"/>
                      <a:pt x="1056" y="10661"/>
                      <a:pt x="1115" y="10661"/>
                    </a:cubicBezTo>
                    <a:cubicBezTo>
                      <a:pt x="1208" y="10661"/>
                      <a:pt x="1335" y="10620"/>
                      <a:pt x="1467" y="10620"/>
                    </a:cubicBezTo>
                    <a:cubicBezTo>
                      <a:pt x="1572" y="10620"/>
                      <a:pt x="1681" y="10646"/>
                      <a:pt x="1778" y="10739"/>
                    </a:cubicBezTo>
                    <a:lnTo>
                      <a:pt x="1778" y="10753"/>
                    </a:lnTo>
                    <a:cubicBezTo>
                      <a:pt x="2077" y="11202"/>
                      <a:pt x="1614" y="11680"/>
                      <a:pt x="1763" y="11844"/>
                    </a:cubicBezTo>
                    <a:cubicBezTo>
                      <a:pt x="1787" y="11872"/>
                      <a:pt x="1815" y="11883"/>
                      <a:pt x="1848" y="11883"/>
                    </a:cubicBezTo>
                    <a:cubicBezTo>
                      <a:pt x="1984" y="11883"/>
                      <a:pt x="2195" y="11689"/>
                      <a:pt x="2434" y="11689"/>
                    </a:cubicBezTo>
                    <a:cubicBezTo>
                      <a:pt x="2507" y="11689"/>
                      <a:pt x="2583" y="11707"/>
                      <a:pt x="2659" y="11754"/>
                    </a:cubicBezTo>
                    <a:cubicBezTo>
                      <a:pt x="3033" y="12098"/>
                      <a:pt x="2645" y="12695"/>
                      <a:pt x="2839" y="12815"/>
                    </a:cubicBezTo>
                    <a:cubicBezTo>
                      <a:pt x="2854" y="12824"/>
                      <a:pt x="2871" y="12829"/>
                      <a:pt x="2888" y="12829"/>
                    </a:cubicBezTo>
                    <a:cubicBezTo>
                      <a:pt x="3059" y="12829"/>
                      <a:pt x="3297" y="12375"/>
                      <a:pt x="3658" y="12375"/>
                    </a:cubicBezTo>
                    <a:cubicBezTo>
                      <a:pt x="3702" y="12375"/>
                      <a:pt x="3747" y="12382"/>
                      <a:pt x="3795" y="12396"/>
                    </a:cubicBezTo>
                    <a:cubicBezTo>
                      <a:pt x="3839" y="12262"/>
                      <a:pt x="3884" y="12143"/>
                      <a:pt x="3944" y="12008"/>
                    </a:cubicBezTo>
                    <a:cubicBezTo>
                      <a:pt x="3906" y="11998"/>
                      <a:pt x="3869" y="11994"/>
                      <a:pt x="3833" y="11994"/>
                    </a:cubicBezTo>
                    <a:cubicBezTo>
                      <a:pt x="3467" y="11994"/>
                      <a:pt x="3223" y="12467"/>
                      <a:pt x="3059" y="12467"/>
                    </a:cubicBezTo>
                    <a:cubicBezTo>
                      <a:pt x="3045" y="12467"/>
                      <a:pt x="3031" y="12464"/>
                      <a:pt x="3018" y="12456"/>
                    </a:cubicBezTo>
                    <a:cubicBezTo>
                      <a:pt x="2854" y="12352"/>
                      <a:pt x="3167" y="11799"/>
                      <a:pt x="2913" y="11470"/>
                    </a:cubicBezTo>
                    <a:cubicBezTo>
                      <a:pt x="2898" y="11455"/>
                      <a:pt x="2898" y="11455"/>
                      <a:pt x="2884" y="11455"/>
                    </a:cubicBezTo>
                    <a:cubicBezTo>
                      <a:pt x="2869" y="11441"/>
                      <a:pt x="2854" y="11426"/>
                      <a:pt x="2839" y="11411"/>
                    </a:cubicBezTo>
                    <a:lnTo>
                      <a:pt x="2839" y="11426"/>
                    </a:lnTo>
                    <a:cubicBezTo>
                      <a:pt x="2783" y="11400"/>
                      <a:pt x="2728" y="11390"/>
                      <a:pt x="2674" y="11390"/>
                    </a:cubicBezTo>
                    <a:cubicBezTo>
                      <a:pt x="2429" y="11390"/>
                      <a:pt x="2206" y="11605"/>
                      <a:pt x="2072" y="11605"/>
                    </a:cubicBezTo>
                    <a:cubicBezTo>
                      <a:pt x="2045" y="11605"/>
                      <a:pt x="2021" y="11596"/>
                      <a:pt x="2002" y="11575"/>
                    </a:cubicBezTo>
                    <a:cubicBezTo>
                      <a:pt x="1883" y="11426"/>
                      <a:pt x="2256" y="10992"/>
                      <a:pt x="2077" y="10604"/>
                    </a:cubicBezTo>
                    <a:lnTo>
                      <a:pt x="2092" y="10589"/>
                    </a:lnTo>
                    <a:cubicBezTo>
                      <a:pt x="2077" y="10559"/>
                      <a:pt x="2062" y="10544"/>
                      <a:pt x="2047" y="10529"/>
                    </a:cubicBezTo>
                    <a:cubicBezTo>
                      <a:pt x="2047" y="10529"/>
                      <a:pt x="2032" y="10515"/>
                      <a:pt x="2032" y="10515"/>
                    </a:cubicBezTo>
                    <a:cubicBezTo>
                      <a:pt x="1936" y="10432"/>
                      <a:pt x="1833" y="10407"/>
                      <a:pt x="1733" y="10407"/>
                    </a:cubicBezTo>
                    <a:cubicBezTo>
                      <a:pt x="1582" y="10407"/>
                      <a:pt x="1440" y="10464"/>
                      <a:pt x="1344" y="10464"/>
                    </a:cubicBezTo>
                    <a:cubicBezTo>
                      <a:pt x="1297" y="10464"/>
                      <a:pt x="1261" y="10451"/>
                      <a:pt x="1241" y="10410"/>
                    </a:cubicBezTo>
                    <a:cubicBezTo>
                      <a:pt x="1136" y="10231"/>
                      <a:pt x="1554" y="9932"/>
                      <a:pt x="1465" y="9514"/>
                    </a:cubicBezTo>
                    <a:lnTo>
                      <a:pt x="1480" y="9499"/>
                    </a:lnTo>
                    <a:cubicBezTo>
                      <a:pt x="1465" y="9469"/>
                      <a:pt x="1450" y="9454"/>
                      <a:pt x="1435" y="9439"/>
                    </a:cubicBezTo>
                    <a:cubicBezTo>
                      <a:pt x="1435" y="9424"/>
                      <a:pt x="1435" y="9409"/>
                      <a:pt x="1435" y="9409"/>
                    </a:cubicBezTo>
                    <a:lnTo>
                      <a:pt x="1420" y="9409"/>
                    </a:lnTo>
                    <a:cubicBezTo>
                      <a:pt x="1181" y="9066"/>
                      <a:pt x="748" y="9290"/>
                      <a:pt x="688" y="9096"/>
                    </a:cubicBezTo>
                    <a:cubicBezTo>
                      <a:pt x="628" y="8901"/>
                      <a:pt x="1076" y="8737"/>
                      <a:pt x="1061" y="8304"/>
                    </a:cubicBezTo>
                    <a:lnTo>
                      <a:pt x="1061" y="8289"/>
                    </a:lnTo>
                    <a:cubicBezTo>
                      <a:pt x="1061" y="8274"/>
                      <a:pt x="1061" y="8259"/>
                      <a:pt x="1046" y="8244"/>
                    </a:cubicBezTo>
                    <a:cubicBezTo>
                      <a:pt x="1046" y="8229"/>
                      <a:pt x="1046" y="8214"/>
                      <a:pt x="1046" y="8199"/>
                    </a:cubicBezTo>
                    <a:lnTo>
                      <a:pt x="1031" y="8199"/>
                    </a:lnTo>
                    <a:cubicBezTo>
                      <a:pt x="852" y="7811"/>
                      <a:pt x="404" y="7931"/>
                      <a:pt x="374" y="7736"/>
                    </a:cubicBezTo>
                    <a:cubicBezTo>
                      <a:pt x="344" y="7527"/>
                      <a:pt x="822" y="7468"/>
                      <a:pt x="867" y="7049"/>
                    </a:cubicBezTo>
                    <a:lnTo>
                      <a:pt x="867" y="7034"/>
                    </a:lnTo>
                    <a:cubicBezTo>
                      <a:pt x="867" y="7005"/>
                      <a:pt x="867" y="6975"/>
                      <a:pt x="867" y="6945"/>
                    </a:cubicBezTo>
                    <a:lnTo>
                      <a:pt x="852" y="6945"/>
                    </a:lnTo>
                    <a:cubicBezTo>
                      <a:pt x="748" y="6542"/>
                      <a:pt x="285" y="6557"/>
                      <a:pt x="300" y="6362"/>
                    </a:cubicBezTo>
                    <a:cubicBezTo>
                      <a:pt x="300" y="6153"/>
                      <a:pt x="763" y="6198"/>
                      <a:pt x="882" y="5795"/>
                    </a:cubicBezTo>
                    <a:lnTo>
                      <a:pt x="897" y="5795"/>
                    </a:lnTo>
                    <a:cubicBezTo>
                      <a:pt x="897" y="5765"/>
                      <a:pt x="897" y="5750"/>
                      <a:pt x="897" y="5720"/>
                    </a:cubicBezTo>
                    <a:cubicBezTo>
                      <a:pt x="897" y="5720"/>
                      <a:pt x="897" y="5705"/>
                      <a:pt x="897" y="5690"/>
                    </a:cubicBezTo>
                    <a:cubicBezTo>
                      <a:pt x="867" y="5257"/>
                      <a:pt x="419" y="5182"/>
                      <a:pt x="449" y="4988"/>
                    </a:cubicBezTo>
                    <a:cubicBezTo>
                      <a:pt x="494" y="4794"/>
                      <a:pt x="942" y="4929"/>
                      <a:pt x="1136" y="4555"/>
                    </a:cubicBezTo>
                    <a:cubicBezTo>
                      <a:pt x="1136" y="4540"/>
                      <a:pt x="1136" y="4525"/>
                      <a:pt x="1136" y="4525"/>
                    </a:cubicBezTo>
                    <a:cubicBezTo>
                      <a:pt x="1151" y="4495"/>
                      <a:pt x="1166" y="4480"/>
                      <a:pt x="1166" y="4451"/>
                    </a:cubicBezTo>
                    <a:lnTo>
                      <a:pt x="1151" y="4451"/>
                    </a:lnTo>
                    <a:cubicBezTo>
                      <a:pt x="1211" y="4017"/>
                      <a:pt x="763" y="3838"/>
                      <a:pt x="837" y="3644"/>
                    </a:cubicBezTo>
                    <a:cubicBezTo>
                      <a:pt x="912" y="3450"/>
                      <a:pt x="1330" y="3689"/>
                      <a:pt x="1584" y="3360"/>
                    </a:cubicBezTo>
                    <a:lnTo>
                      <a:pt x="1584" y="3375"/>
                    </a:lnTo>
                    <a:cubicBezTo>
                      <a:pt x="1599" y="3360"/>
                      <a:pt x="1599" y="3345"/>
                      <a:pt x="1614" y="3330"/>
                    </a:cubicBezTo>
                    <a:cubicBezTo>
                      <a:pt x="1614" y="3315"/>
                      <a:pt x="1629" y="3301"/>
                      <a:pt x="1644" y="3271"/>
                    </a:cubicBezTo>
                    <a:lnTo>
                      <a:pt x="1629" y="3271"/>
                    </a:lnTo>
                    <a:cubicBezTo>
                      <a:pt x="1748" y="2852"/>
                      <a:pt x="1345" y="2554"/>
                      <a:pt x="1450" y="2374"/>
                    </a:cubicBezTo>
                    <a:cubicBezTo>
                      <a:pt x="1473" y="2335"/>
                      <a:pt x="1508" y="2322"/>
                      <a:pt x="1553" y="2322"/>
                    </a:cubicBezTo>
                    <a:cubicBezTo>
                      <a:pt x="1654" y="2322"/>
                      <a:pt x="1801" y="2389"/>
                      <a:pt x="1956" y="2389"/>
                    </a:cubicBezTo>
                    <a:cubicBezTo>
                      <a:pt x="2051" y="2389"/>
                      <a:pt x="2149" y="2364"/>
                      <a:pt x="2241" y="2285"/>
                    </a:cubicBezTo>
                    <a:lnTo>
                      <a:pt x="2256" y="2270"/>
                    </a:lnTo>
                    <a:cubicBezTo>
                      <a:pt x="2271" y="2255"/>
                      <a:pt x="2286" y="2240"/>
                      <a:pt x="2301" y="2210"/>
                    </a:cubicBezTo>
                    <a:lnTo>
                      <a:pt x="2301" y="2195"/>
                    </a:lnTo>
                    <a:cubicBezTo>
                      <a:pt x="2495" y="1792"/>
                      <a:pt x="2137" y="1374"/>
                      <a:pt x="2271" y="1239"/>
                    </a:cubicBezTo>
                    <a:cubicBezTo>
                      <a:pt x="2294" y="1215"/>
                      <a:pt x="2320" y="1204"/>
                      <a:pt x="2348" y="1204"/>
                    </a:cubicBezTo>
                    <a:cubicBezTo>
                      <a:pt x="2483" y="1204"/>
                      <a:pt x="2684" y="1424"/>
                      <a:pt x="2920" y="1424"/>
                    </a:cubicBezTo>
                    <a:cubicBezTo>
                      <a:pt x="2971" y="1424"/>
                      <a:pt x="3024" y="1413"/>
                      <a:pt x="3078" y="1389"/>
                    </a:cubicBezTo>
                    <a:lnTo>
                      <a:pt x="3093" y="1404"/>
                    </a:lnTo>
                    <a:cubicBezTo>
                      <a:pt x="3108" y="1389"/>
                      <a:pt x="3123" y="1374"/>
                      <a:pt x="3137" y="1359"/>
                    </a:cubicBezTo>
                    <a:cubicBezTo>
                      <a:pt x="3137" y="1359"/>
                      <a:pt x="3152" y="1344"/>
                      <a:pt x="3167" y="1344"/>
                    </a:cubicBezTo>
                    <a:lnTo>
                      <a:pt x="3167" y="1329"/>
                    </a:lnTo>
                    <a:cubicBezTo>
                      <a:pt x="3436" y="1000"/>
                      <a:pt x="3152" y="463"/>
                      <a:pt x="3317" y="358"/>
                    </a:cubicBezTo>
                    <a:cubicBezTo>
                      <a:pt x="3332" y="349"/>
                      <a:pt x="3348" y="344"/>
                      <a:pt x="3365" y="344"/>
                    </a:cubicBezTo>
                    <a:cubicBezTo>
                      <a:pt x="3533" y="344"/>
                      <a:pt x="3740" y="809"/>
                      <a:pt x="4082" y="809"/>
                    </a:cubicBezTo>
                    <a:cubicBezTo>
                      <a:pt x="4119" y="809"/>
                      <a:pt x="4158" y="803"/>
                      <a:pt x="4198" y="791"/>
                    </a:cubicBezTo>
                    <a:cubicBezTo>
                      <a:pt x="4153" y="657"/>
                      <a:pt x="4123" y="522"/>
                      <a:pt x="4078" y="403"/>
                    </a:cubicBezTo>
                    <a:cubicBezTo>
                      <a:pt x="4026" y="421"/>
                      <a:pt x="3976" y="429"/>
                      <a:pt x="3929" y="429"/>
                    </a:cubicBezTo>
                    <a:cubicBezTo>
                      <a:pt x="3581" y="429"/>
                      <a:pt x="3367" y="0"/>
                      <a:pt x="32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56"/>
              <p:cNvSpPr/>
              <p:nvPr/>
            </p:nvSpPr>
            <p:spPr>
              <a:xfrm>
                <a:off x="-3231550" y="1510950"/>
                <a:ext cx="37750" cy="42200"/>
              </a:xfrm>
              <a:custGeom>
                <a:rect b="b" l="l" r="r" t="t"/>
                <a:pathLst>
                  <a:path extrusionOk="0" h="1688" w="1510">
                    <a:moveTo>
                      <a:pt x="762" y="0"/>
                    </a:moveTo>
                    <a:cubicBezTo>
                      <a:pt x="762" y="0"/>
                      <a:pt x="733" y="0"/>
                      <a:pt x="703" y="15"/>
                    </a:cubicBezTo>
                    <a:lnTo>
                      <a:pt x="583" y="120"/>
                    </a:lnTo>
                    <a:cubicBezTo>
                      <a:pt x="568" y="150"/>
                      <a:pt x="568" y="164"/>
                      <a:pt x="568" y="179"/>
                    </a:cubicBezTo>
                    <a:cubicBezTo>
                      <a:pt x="568" y="209"/>
                      <a:pt x="583" y="224"/>
                      <a:pt x="583" y="224"/>
                    </a:cubicBezTo>
                    <a:cubicBezTo>
                      <a:pt x="598" y="254"/>
                      <a:pt x="613" y="269"/>
                      <a:pt x="628" y="284"/>
                    </a:cubicBezTo>
                    <a:lnTo>
                      <a:pt x="747" y="388"/>
                    </a:lnTo>
                    <a:cubicBezTo>
                      <a:pt x="822" y="463"/>
                      <a:pt x="897" y="523"/>
                      <a:pt x="972" y="598"/>
                    </a:cubicBezTo>
                    <a:cubicBezTo>
                      <a:pt x="1046" y="672"/>
                      <a:pt x="1136" y="732"/>
                      <a:pt x="1210" y="792"/>
                    </a:cubicBezTo>
                    <a:lnTo>
                      <a:pt x="1345" y="881"/>
                    </a:lnTo>
                    <a:lnTo>
                      <a:pt x="1405" y="926"/>
                    </a:lnTo>
                    <a:cubicBezTo>
                      <a:pt x="1405" y="941"/>
                      <a:pt x="1420" y="941"/>
                      <a:pt x="1435" y="956"/>
                    </a:cubicBezTo>
                    <a:lnTo>
                      <a:pt x="1479" y="956"/>
                    </a:lnTo>
                    <a:cubicBezTo>
                      <a:pt x="1494" y="926"/>
                      <a:pt x="1494" y="926"/>
                      <a:pt x="1509" y="926"/>
                    </a:cubicBezTo>
                    <a:lnTo>
                      <a:pt x="1509" y="911"/>
                    </a:lnTo>
                    <a:lnTo>
                      <a:pt x="1509" y="896"/>
                    </a:lnTo>
                    <a:cubicBezTo>
                      <a:pt x="1494" y="881"/>
                      <a:pt x="1494" y="866"/>
                      <a:pt x="1479" y="851"/>
                    </a:cubicBezTo>
                    <a:lnTo>
                      <a:pt x="1435" y="792"/>
                    </a:lnTo>
                    <a:lnTo>
                      <a:pt x="1345" y="672"/>
                    </a:lnTo>
                    <a:cubicBezTo>
                      <a:pt x="1285" y="583"/>
                      <a:pt x="1225" y="508"/>
                      <a:pt x="1166" y="433"/>
                    </a:cubicBezTo>
                    <a:cubicBezTo>
                      <a:pt x="1091" y="344"/>
                      <a:pt x="1031" y="269"/>
                      <a:pt x="972" y="179"/>
                    </a:cubicBezTo>
                    <a:cubicBezTo>
                      <a:pt x="927" y="150"/>
                      <a:pt x="897" y="105"/>
                      <a:pt x="852" y="75"/>
                    </a:cubicBezTo>
                    <a:cubicBezTo>
                      <a:pt x="837" y="45"/>
                      <a:pt x="822" y="30"/>
                      <a:pt x="807" y="15"/>
                    </a:cubicBezTo>
                    <a:cubicBezTo>
                      <a:pt x="792" y="15"/>
                      <a:pt x="777" y="15"/>
                      <a:pt x="762" y="0"/>
                    </a:cubicBezTo>
                    <a:close/>
                    <a:moveTo>
                      <a:pt x="90" y="1195"/>
                    </a:moveTo>
                    <a:cubicBezTo>
                      <a:pt x="75" y="1195"/>
                      <a:pt x="60" y="1195"/>
                      <a:pt x="31" y="1240"/>
                    </a:cubicBezTo>
                    <a:lnTo>
                      <a:pt x="1" y="1389"/>
                    </a:lnTo>
                    <a:cubicBezTo>
                      <a:pt x="1" y="1434"/>
                      <a:pt x="1" y="1449"/>
                      <a:pt x="16" y="1449"/>
                    </a:cubicBezTo>
                    <a:cubicBezTo>
                      <a:pt x="31" y="1464"/>
                      <a:pt x="45" y="1464"/>
                      <a:pt x="60" y="1479"/>
                    </a:cubicBezTo>
                    <a:cubicBezTo>
                      <a:pt x="75" y="1494"/>
                      <a:pt x="105" y="1494"/>
                      <a:pt x="135" y="1509"/>
                    </a:cubicBezTo>
                    <a:lnTo>
                      <a:pt x="284" y="1539"/>
                    </a:lnTo>
                    <a:cubicBezTo>
                      <a:pt x="389" y="1568"/>
                      <a:pt x="494" y="1598"/>
                      <a:pt x="598" y="1613"/>
                    </a:cubicBezTo>
                    <a:cubicBezTo>
                      <a:pt x="703" y="1628"/>
                      <a:pt x="807" y="1643"/>
                      <a:pt x="927" y="1658"/>
                    </a:cubicBezTo>
                    <a:lnTo>
                      <a:pt x="1076" y="1673"/>
                    </a:lnTo>
                    <a:lnTo>
                      <a:pt x="1166" y="1688"/>
                    </a:lnTo>
                    <a:lnTo>
                      <a:pt x="1225" y="1688"/>
                    </a:lnTo>
                    <a:cubicBezTo>
                      <a:pt x="1225" y="1673"/>
                      <a:pt x="1225" y="1673"/>
                      <a:pt x="1240" y="1673"/>
                    </a:cubicBezTo>
                    <a:cubicBezTo>
                      <a:pt x="1240" y="1673"/>
                      <a:pt x="1240" y="1673"/>
                      <a:pt x="1255" y="1658"/>
                    </a:cubicBezTo>
                    <a:lnTo>
                      <a:pt x="1240" y="1643"/>
                    </a:lnTo>
                    <a:cubicBezTo>
                      <a:pt x="1255" y="1628"/>
                      <a:pt x="1240" y="1628"/>
                      <a:pt x="1240" y="1628"/>
                    </a:cubicBezTo>
                    <a:lnTo>
                      <a:pt x="1240" y="1613"/>
                    </a:lnTo>
                    <a:lnTo>
                      <a:pt x="1225" y="1598"/>
                    </a:lnTo>
                    <a:cubicBezTo>
                      <a:pt x="1210" y="1598"/>
                      <a:pt x="1196" y="1598"/>
                      <a:pt x="1181" y="1583"/>
                    </a:cubicBezTo>
                    <a:lnTo>
                      <a:pt x="1106" y="1553"/>
                    </a:lnTo>
                    <a:lnTo>
                      <a:pt x="957" y="1479"/>
                    </a:lnTo>
                    <a:cubicBezTo>
                      <a:pt x="852" y="1449"/>
                      <a:pt x="762" y="1404"/>
                      <a:pt x="658" y="1359"/>
                    </a:cubicBezTo>
                    <a:cubicBezTo>
                      <a:pt x="553" y="1315"/>
                      <a:pt x="464" y="1285"/>
                      <a:pt x="359" y="1255"/>
                    </a:cubicBezTo>
                    <a:lnTo>
                      <a:pt x="210" y="1210"/>
                    </a:lnTo>
                    <a:cubicBezTo>
                      <a:pt x="180" y="1195"/>
                      <a:pt x="150" y="1195"/>
                      <a:pt x="120" y="119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5" name="Google Shape;905;p56"/>
            <p:cNvGrpSpPr/>
            <p:nvPr/>
          </p:nvGrpSpPr>
          <p:grpSpPr>
            <a:xfrm rot="-6203871">
              <a:off x="-645909" y="4430835"/>
              <a:ext cx="2119947" cy="346319"/>
              <a:chOff x="-2497825" y="2229500"/>
              <a:chExt cx="368200" cy="60150"/>
            </a:xfrm>
          </p:grpSpPr>
          <p:sp>
            <p:nvSpPr>
              <p:cNvPr id="906" name="Google Shape;906;p56"/>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56"/>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56"/>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56"/>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56"/>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56"/>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56"/>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56"/>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56"/>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56"/>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56"/>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56"/>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56"/>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56"/>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56"/>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56"/>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56"/>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56"/>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56"/>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56"/>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26" name="Shape 926"/>
        <p:cNvGrpSpPr/>
        <p:nvPr/>
      </p:nvGrpSpPr>
      <p:grpSpPr>
        <a:xfrm>
          <a:off x="0" y="0"/>
          <a:ext cx="0" cy="0"/>
          <a:chOff x="0" y="0"/>
          <a:chExt cx="0" cy="0"/>
        </a:xfrm>
      </p:grpSpPr>
      <p:grpSp>
        <p:nvGrpSpPr>
          <p:cNvPr id="927" name="Google Shape;927;p57"/>
          <p:cNvGrpSpPr/>
          <p:nvPr/>
        </p:nvGrpSpPr>
        <p:grpSpPr>
          <a:xfrm>
            <a:off x="-65" y="-15"/>
            <a:ext cx="9144128" cy="5143530"/>
            <a:chOff x="-2163850" y="-134475"/>
            <a:chExt cx="3075000" cy="5336719"/>
          </a:xfrm>
        </p:grpSpPr>
        <p:cxnSp>
          <p:nvCxnSpPr>
            <p:cNvPr id="928" name="Google Shape;928;p57"/>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29" name="Google Shape;929;p57"/>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0" name="Google Shape;930;p57"/>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1" name="Google Shape;931;p57"/>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2" name="Google Shape;932;p57"/>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3" name="Google Shape;933;p57"/>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4" name="Google Shape;934;p57"/>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5" name="Google Shape;935;p57"/>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6" name="Google Shape;936;p57"/>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7" name="Google Shape;937;p57"/>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8" name="Google Shape;938;p57"/>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39" name="Google Shape;939;p57"/>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40" name="Google Shape;940;p57"/>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41" name="Google Shape;941;p57"/>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42" name="Google Shape;942;p57"/>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43" name="Google Shape;943;p57"/>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944" name="Google Shape;944;p57"/>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5" name="Google Shape;945;p57"/>
          <p:cNvSpPr txBox="1"/>
          <p:nvPr>
            <p:ph idx="1" type="subTitle"/>
          </p:nvPr>
        </p:nvSpPr>
        <p:spPr>
          <a:xfrm>
            <a:off x="882276" y="1991539"/>
            <a:ext cx="2115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6" name="Google Shape;946;p57"/>
          <p:cNvSpPr txBox="1"/>
          <p:nvPr>
            <p:ph idx="2" type="subTitle"/>
          </p:nvPr>
        </p:nvSpPr>
        <p:spPr>
          <a:xfrm>
            <a:off x="3514050" y="1991539"/>
            <a:ext cx="2115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7" name="Google Shape;947;p57"/>
          <p:cNvSpPr txBox="1"/>
          <p:nvPr>
            <p:ph idx="3" type="subTitle"/>
          </p:nvPr>
        </p:nvSpPr>
        <p:spPr>
          <a:xfrm>
            <a:off x="882276" y="3631977"/>
            <a:ext cx="2115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8" name="Google Shape;948;p57"/>
          <p:cNvSpPr txBox="1"/>
          <p:nvPr>
            <p:ph idx="4" type="subTitle"/>
          </p:nvPr>
        </p:nvSpPr>
        <p:spPr>
          <a:xfrm>
            <a:off x="3514050" y="3631977"/>
            <a:ext cx="2115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9" name="Google Shape;949;p57"/>
          <p:cNvSpPr txBox="1"/>
          <p:nvPr>
            <p:ph idx="5" type="subTitle"/>
          </p:nvPr>
        </p:nvSpPr>
        <p:spPr>
          <a:xfrm>
            <a:off x="6145824" y="1991539"/>
            <a:ext cx="2115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0" name="Google Shape;950;p57"/>
          <p:cNvSpPr txBox="1"/>
          <p:nvPr>
            <p:ph idx="6" type="subTitle"/>
          </p:nvPr>
        </p:nvSpPr>
        <p:spPr>
          <a:xfrm>
            <a:off x="6145824" y="3631977"/>
            <a:ext cx="2115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1" name="Google Shape;951;p57"/>
          <p:cNvSpPr txBox="1"/>
          <p:nvPr>
            <p:ph idx="7" type="subTitle"/>
          </p:nvPr>
        </p:nvSpPr>
        <p:spPr>
          <a:xfrm>
            <a:off x="883235" y="1492370"/>
            <a:ext cx="21141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952" name="Google Shape;952;p57"/>
          <p:cNvSpPr txBox="1"/>
          <p:nvPr>
            <p:ph idx="8" type="subTitle"/>
          </p:nvPr>
        </p:nvSpPr>
        <p:spPr>
          <a:xfrm>
            <a:off x="3515009" y="1492370"/>
            <a:ext cx="21141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953" name="Google Shape;953;p57"/>
          <p:cNvSpPr txBox="1"/>
          <p:nvPr>
            <p:ph idx="9" type="subTitle"/>
          </p:nvPr>
        </p:nvSpPr>
        <p:spPr>
          <a:xfrm>
            <a:off x="6146783" y="1492370"/>
            <a:ext cx="21141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954" name="Google Shape;954;p57"/>
          <p:cNvSpPr txBox="1"/>
          <p:nvPr>
            <p:ph idx="13" type="subTitle"/>
          </p:nvPr>
        </p:nvSpPr>
        <p:spPr>
          <a:xfrm>
            <a:off x="883235" y="3132783"/>
            <a:ext cx="21141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955" name="Google Shape;955;p57"/>
          <p:cNvSpPr txBox="1"/>
          <p:nvPr>
            <p:ph idx="14" type="subTitle"/>
          </p:nvPr>
        </p:nvSpPr>
        <p:spPr>
          <a:xfrm>
            <a:off x="3515009" y="3132783"/>
            <a:ext cx="21141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sp>
        <p:nvSpPr>
          <p:cNvPr id="956" name="Google Shape;956;p57"/>
          <p:cNvSpPr txBox="1"/>
          <p:nvPr>
            <p:ph idx="15" type="subTitle"/>
          </p:nvPr>
        </p:nvSpPr>
        <p:spPr>
          <a:xfrm>
            <a:off x="6146783" y="3132783"/>
            <a:ext cx="2114100" cy="554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elius"/>
              <a:buNone/>
              <a:defRPr b="1" sz="2400">
                <a:solidFill>
                  <a:schemeClr val="dk1"/>
                </a:solidFill>
                <a:latin typeface="Delius"/>
                <a:ea typeface="Delius"/>
                <a:cs typeface="Delius"/>
                <a:sym typeface="Delius"/>
              </a:defRPr>
            </a:lvl1pPr>
            <a:lvl2pPr lvl="1" algn="ctr">
              <a:lnSpc>
                <a:spcPct val="100000"/>
              </a:lnSpc>
              <a:spcBef>
                <a:spcPts val="0"/>
              </a:spcBef>
              <a:spcAft>
                <a:spcPts val="0"/>
              </a:spcAft>
              <a:buSzPts val="2400"/>
              <a:buFont typeface="Delius"/>
              <a:buNone/>
              <a:defRPr b="1" sz="2400">
                <a:latin typeface="Delius"/>
                <a:ea typeface="Delius"/>
                <a:cs typeface="Delius"/>
                <a:sym typeface="Delius"/>
              </a:defRPr>
            </a:lvl2pPr>
            <a:lvl3pPr lvl="2" algn="ctr">
              <a:lnSpc>
                <a:spcPct val="100000"/>
              </a:lnSpc>
              <a:spcBef>
                <a:spcPts val="0"/>
              </a:spcBef>
              <a:spcAft>
                <a:spcPts val="0"/>
              </a:spcAft>
              <a:buSzPts val="2400"/>
              <a:buFont typeface="Delius"/>
              <a:buNone/>
              <a:defRPr b="1" sz="2400">
                <a:latin typeface="Delius"/>
                <a:ea typeface="Delius"/>
                <a:cs typeface="Delius"/>
                <a:sym typeface="Delius"/>
              </a:defRPr>
            </a:lvl3pPr>
            <a:lvl4pPr lvl="3" algn="ctr">
              <a:lnSpc>
                <a:spcPct val="100000"/>
              </a:lnSpc>
              <a:spcBef>
                <a:spcPts val="0"/>
              </a:spcBef>
              <a:spcAft>
                <a:spcPts val="0"/>
              </a:spcAft>
              <a:buSzPts val="2400"/>
              <a:buFont typeface="Delius"/>
              <a:buNone/>
              <a:defRPr b="1" sz="2400">
                <a:latin typeface="Delius"/>
                <a:ea typeface="Delius"/>
                <a:cs typeface="Delius"/>
                <a:sym typeface="Delius"/>
              </a:defRPr>
            </a:lvl4pPr>
            <a:lvl5pPr lvl="4" algn="ctr">
              <a:lnSpc>
                <a:spcPct val="100000"/>
              </a:lnSpc>
              <a:spcBef>
                <a:spcPts val="0"/>
              </a:spcBef>
              <a:spcAft>
                <a:spcPts val="0"/>
              </a:spcAft>
              <a:buSzPts val="2400"/>
              <a:buFont typeface="Delius"/>
              <a:buNone/>
              <a:defRPr b="1" sz="2400">
                <a:latin typeface="Delius"/>
                <a:ea typeface="Delius"/>
                <a:cs typeface="Delius"/>
                <a:sym typeface="Delius"/>
              </a:defRPr>
            </a:lvl5pPr>
            <a:lvl6pPr lvl="5" algn="ctr">
              <a:lnSpc>
                <a:spcPct val="100000"/>
              </a:lnSpc>
              <a:spcBef>
                <a:spcPts val="0"/>
              </a:spcBef>
              <a:spcAft>
                <a:spcPts val="0"/>
              </a:spcAft>
              <a:buSzPts val="2400"/>
              <a:buFont typeface="Delius"/>
              <a:buNone/>
              <a:defRPr b="1" sz="2400">
                <a:latin typeface="Delius"/>
                <a:ea typeface="Delius"/>
                <a:cs typeface="Delius"/>
                <a:sym typeface="Delius"/>
              </a:defRPr>
            </a:lvl6pPr>
            <a:lvl7pPr lvl="6" algn="ctr">
              <a:lnSpc>
                <a:spcPct val="100000"/>
              </a:lnSpc>
              <a:spcBef>
                <a:spcPts val="0"/>
              </a:spcBef>
              <a:spcAft>
                <a:spcPts val="0"/>
              </a:spcAft>
              <a:buSzPts val="2400"/>
              <a:buFont typeface="Delius"/>
              <a:buNone/>
              <a:defRPr b="1" sz="2400">
                <a:latin typeface="Delius"/>
                <a:ea typeface="Delius"/>
                <a:cs typeface="Delius"/>
                <a:sym typeface="Delius"/>
              </a:defRPr>
            </a:lvl7pPr>
            <a:lvl8pPr lvl="7" algn="ctr">
              <a:lnSpc>
                <a:spcPct val="100000"/>
              </a:lnSpc>
              <a:spcBef>
                <a:spcPts val="0"/>
              </a:spcBef>
              <a:spcAft>
                <a:spcPts val="0"/>
              </a:spcAft>
              <a:buSzPts val="2400"/>
              <a:buFont typeface="Delius"/>
              <a:buNone/>
              <a:defRPr b="1" sz="2400">
                <a:latin typeface="Delius"/>
                <a:ea typeface="Delius"/>
                <a:cs typeface="Delius"/>
                <a:sym typeface="Delius"/>
              </a:defRPr>
            </a:lvl8pPr>
            <a:lvl9pPr lvl="8" algn="ctr">
              <a:lnSpc>
                <a:spcPct val="100000"/>
              </a:lnSpc>
              <a:spcBef>
                <a:spcPts val="0"/>
              </a:spcBef>
              <a:spcAft>
                <a:spcPts val="0"/>
              </a:spcAft>
              <a:buSzPts val="2400"/>
              <a:buFont typeface="Delius"/>
              <a:buNone/>
              <a:defRPr b="1" sz="2400">
                <a:latin typeface="Delius"/>
                <a:ea typeface="Delius"/>
                <a:cs typeface="Delius"/>
                <a:sym typeface="Delius"/>
              </a:defRPr>
            </a:lvl9pPr>
          </a:lstStyle>
          <a:p/>
        </p:txBody>
      </p:sp>
      <p:grpSp>
        <p:nvGrpSpPr>
          <p:cNvPr id="957" name="Google Shape;957;p57"/>
          <p:cNvGrpSpPr/>
          <p:nvPr/>
        </p:nvGrpSpPr>
        <p:grpSpPr>
          <a:xfrm>
            <a:off x="-513341" y="-1081586"/>
            <a:ext cx="9657321" cy="7651296"/>
            <a:chOff x="-513341" y="-1081586"/>
            <a:chExt cx="9657321" cy="7651296"/>
          </a:xfrm>
        </p:grpSpPr>
        <p:grpSp>
          <p:nvGrpSpPr>
            <p:cNvPr id="958" name="Google Shape;958;p57"/>
            <p:cNvGrpSpPr/>
            <p:nvPr/>
          </p:nvGrpSpPr>
          <p:grpSpPr>
            <a:xfrm flipH="1" rot="544638">
              <a:off x="-433521" y="1926620"/>
              <a:ext cx="980209" cy="1089678"/>
              <a:chOff x="-1997850" y="2320850"/>
              <a:chExt cx="230400" cy="256125"/>
            </a:xfrm>
          </p:grpSpPr>
          <p:sp>
            <p:nvSpPr>
              <p:cNvPr id="959" name="Google Shape;959;p57"/>
              <p:cNvSpPr/>
              <p:nvPr/>
            </p:nvSpPr>
            <p:spPr>
              <a:xfrm>
                <a:off x="-1997850" y="2387400"/>
                <a:ext cx="230400" cy="189575"/>
              </a:xfrm>
              <a:custGeom>
                <a:rect b="b" l="l" r="r" t="t"/>
                <a:pathLst>
                  <a:path extrusionOk="0" h="7583" w="9216">
                    <a:moveTo>
                      <a:pt x="2599" y="0"/>
                    </a:moveTo>
                    <a:cubicBezTo>
                      <a:pt x="2501" y="0"/>
                      <a:pt x="2401" y="9"/>
                      <a:pt x="2301" y="26"/>
                    </a:cubicBezTo>
                    <a:cubicBezTo>
                      <a:pt x="1375" y="161"/>
                      <a:pt x="703" y="609"/>
                      <a:pt x="299" y="1401"/>
                    </a:cubicBezTo>
                    <a:cubicBezTo>
                      <a:pt x="105" y="1789"/>
                      <a:pt x="30" y="2207"/>
                      <a:pt x="15" y="2625"/>
                    </a:cubicBezTo>
                    <a:cubicBezTo>
                      <a:pt x="1" y="3058"/>
                      <a:pt x="30" y="3477"/>
                      <a:pt x="105" y="3895"/>
                    </a:cubicBezTo>
                    <a:cubicBezTo>
                      <a:pt x="225" y="4582"/>
                      <a:pt x="464" y="5224"/>
                      <a:pt x="822" y="5837"/>
                    </a:cubicBezTo>
                    <a:cubicBezTo>
                      <a:pt x="1166" y="6389"/>
                      <a:pt x="1614" y="6867"/>
                      <a:pt x="2166" y="7226"/>
                    </a:cubicBezTo>
                    <a:cubicBezTo>
                      <a:pt x="2360" y="7360"/>
                      <a:pt x="2570" y="7465"/>
                      <a:pt x="2794" y="7524"/>
                    </a:cubicBezTo>
                    <a:cubicBezTo>
                      <a:pt x="2928" y="7562"/>
                      <a:pt x="3062" y="7577"/>
                      <a:pt x="3199" y="7577"/>
                    </a:cubicBezTo>
                    <a:cubicBezTo>
                      <a:pt x="3335" y="7577"/>
                      <a:pt x="3473" y="7562"/>
                      <a:pt x="3615" y="7539"/>
                    </a:cubicBezTo>
                    <a:cubicBezTo>
                      <a:pt x="3794" y="7509"/>
                      <a:pt x="3973" y="7479"/>
                      <a:pt x="4153" y="7435"/>
                    </a:cubicBezTo>
                    <a:cubicBezTo>
                      <a:pt x="4334" y="7387"/>
                      <a:pt x="4516" y="7369"/>
                      <a:pt x="4697" y="7369"/>
                    </a:cubicBezTo>
                    <a:cubicBezTo>
                      <a:pt x="4859" y="7369"/>
                      <a:pt x="5021" y="7384"/>
                      <a:pt x="5183" y="7405"/>
                    </a:cubicBezTo>
                    <a:cubicBezTo>
                      <a:pt x="5452" y="7450"/>
                      <a:pt x="5706" y="7509"/>
                      <a:pt x="5975" y="7554"/>
                    </a:cubicBezTo>
                    <a:cubicBezTo>
                      <a:pt x="6081" y="7571"/>
                      <a:pt x="6188" y="7582"/>
                      <a:pt x="6297" y="7582"/>
                    </a:cubicBezTo>
                    <a:cubicBezTo>
                      <a:pt x="6387" y="7582"/>
                      <a:pt x="6478" y="7574"/>
                      <a:pt x="6572" y="7554"/>
                    </a:cubicBezTo>
                    <a:cubicBezTo>
                      <a:pt x="6826" y="7509"/>
                      <a:pt x="7050" y="7405"/>
                      <a:pt x="7259" y="7255"/>
                    </a:cubicBezTo>
                    <a:cubicBezTo>
                      <a:pt x="7543" y="7046"/>
                      <a:pt x="7752" y="6792"/>
                      <a:pt x="7931" y="6509"/>
                    </a:cubicBezTo>
                    <a:cubicBezTo>
                      <a:pt x="8185" y="6105"/>
                      <a:pt x="8394" y="5702"/>
                      <a:pt x="8589" y="5284"/>
                    </a:cubicBezTo>
                    <a:cubicBezTo>
                      <a:pt x="8857" y="4716"/>
                      <a:pt x="9082" y="4134"/>
                      <a:pt x="9156" y="3507"/>
                    </a:cubicBezTo>
                    <a:cubicBezTo>
                      <a:pt x="9216" y="3148"/>
                      <a:pt x="9216" y="2805"/>
                      <a:pt x="9156" y="2446"/>
                    </a:cubicBezTo>
                    <a:cubicBezTo>
                      <a:pt x="9052" y="1849"/>
                      <a:pt x="8783" y="1326"/>
                      <a:pt x="8365" y="863"/>
                    </a:cubicBezTo>
                    <a:cubicBezTo>
                      <a:pt x="8096" y="579"/>
                      <a:pt x="7767" y="325"/>
                      <a:pt x="7394" y="161"/>
                    </a:cubicBezTo>
                    <a:cubicBezTo>
                      <a:pt x="7154" y="60"/>
                      <a:pt x="6915" y="4"/>
                      <a:pt x="6672" y="4"/>
                    </a:cubicBezTo>
                    <a:cubicBezTo>
                      <a:pt x="6521" y="4"/>
                      <a:pt x="6369" y="25"/>
                      <a:pt x="6214" y="71"/>
                    </a:cubicBezTo>
                    <a:cubicBezTo>
                      <a:pt x="6005" y="131"/>
                      <a:pt x="5811" y="221"/>
                      <a:pt x="5601" y="295"/>
                    </a:cubicBezTo>
                    <a:cubicBezTo>
                      <a:pt x="5377" y="385"/>
                      <a:pt x="5168" y="489"/>
                      <a:pt x="4929" y="534"/>
                    </a:cubicBezTo>
                    <a:cubicBezTo>
                      <a:pt x="4870" y="534"/>
                      <a:pt x="4825" y="549"/>
                      <a:pt x="4750" y="549"/>
                    </a:cubicBezTo>
                    <a:cubicBezTo>
                      <a:pt x="4713" y="557"/>
                      <a:pt x="4646" y="560"/>
                      <a:pt x="4575" y="560"/>
                    </a:cubicBezTo>
                    <a:cubicBezTo>
                      <a:pt x="4504" y="560"/>
                      <a:pt x="4429" y="557"/>
                      <a:pt x="4377" y="549"/>
                    </a:cubicBezTo>
                    <a:cubicBezTo>
                      <a:pt x="4257" y="519"/>
                      <a:pt x="4153" y="489"/>
                      <a:pt x="4063" y="460"/>
                    </a:cubicBezTo>
                    <a:cubicBezTo>
                      <a:pt x="3869" y="385"/>
                      <a:pt x="3690" y="310"/>
                      <a:pt x="3496" y="221"/>
                    </a:cubicBezTo>
                    <a:cubicBezTo>
                      <a:pt x="3212" y="84"/>
                      <a:pt x="2911" y="0"/>
                      <a:pt x="259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57"/>
              <p:cNvSpPr/>
              <p:nvPr/>
            </p:nvSpPr>
            <p:spPr>
              <a:xfrm>
                <a:off x="-1948175" y="2324200"/>
                <a:ext cx="63125" cy="76950"/>
              </a:xfrm>
              <a:custGeom>
                <a:rect b="b" l="l" r="r" t="t"/>
                <a:pathLst>
                  <a:path extrusionOk="0" h="3078" w="2525">
                    <a:moveTo>
                      <a:pt x="149" y="0"/>
                    </a:moveTo>
                    <a:cubicBezTo>
                      <a:pt x="0" y="493"/>
                      <a:pt x="30" y="867"/>
                      <a:pt x="105" y="1210"/>
                    </a:cubicBezTo>
                    <a:cubicBezTo>
                      <a:pt x="164" y="1554"/>
                      <a:pt x="314" y="1852"/>
                      <a:pt x="508" y="2121"/>
                    </a:cubicBezTo>
                    <a:cubicBezTo>
                      <a:pt x="702" y="2375"/>
                      <a:pt x="941" y="2599"/>
                      <a:pt x="1255" y="2779"/>
                    </a:cubicBezTo>
                    <a:cubicBezTo>
                      <a:pt x="1568" y="2943"/>
                      <a:pt x="1927" y="3077"/>
                      <a:pt x="2420" y="3077"/>
                    </a:cubicBezTo>
                    <a:cubicBezTo>
                      <a:pt x="2524" y="2584"/>
                      <a:pt x="2479" y="2226"/>
                      <a:pt x="2405" y="1882"/>
                    </a:cubicBezTo>
                    <a:cubicBezTo>
                      <a:pt x="2315" y="1539"/>
                      <a:pt x="2181" y="1270"/>
                      <a:pt x="2001" y="1016"/>
                    </a:cubicBezTo>
                    <a:cubicBezTo>
                      <a:pt x="1807" y="762"/>
                      <a:pt x="1583" y="538"/>
                      <a:pt x="1284" y="359"/>
                    </a:cubicBezTo>
                    <a:cubicBezTo>
                      <a:pt x="986" y="195"/>
                      <a:pt x="642" y="45"/>
                      <a:pt x="14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57"/>
              <p:cNvSpPr/>
              <p:nvPr/>
            </p:nvSpPr>
            <p:spPr>
              <a:xfrm>
                <a:off x="-1937400" y="2339100"/>
                <a:ext cx="52350" cy="64175"/>
              </a:xfrm>
              <a:custGeom>
                <a:rect b="b" l="l" r="r" t="t"/>
                <a:pathLst>
                  <a:path extrusionOk="0" h="2567" w="2094">
                    <a:moveTo>
                      <a:pt x="86" y="0"/>
                    </a:moveTo>
                    <a:cubicBezTo>
                      <a:pt x="43" y="0"/>
                      <a:pt x="1" y="50"/>
                      <a:pt x="32" y="91"/>
                    </a:cubicBezTo>
                    <a:cubicBezTo>
                      <a:pt x="629" y="943"/>
                      <a:pt x="1272" y="1764"/>
                      <a:pt x="1959" y="2541"/>
                    </a:cubicBezTo>
                    <a:cubicBezTo>
                      <a:pt x="1973" y="2559"/>
                      <a:pt x="1990" y="2567"/>
                      <a:pt x="2006" y="2567"/>
                    </a:cubicBezTo>
                    <a:cubicBezTo>
                      <a:pt x="2054" y="2567"/>
                      <a:pt x="2093" y="2496"/>
                      <a:pt x="2048" y="2451"/>
                    </a:cubicBezTo>
                    <a:cubicBezTo>
                      <a:pt x="1899" y="2272"/>
                      <a:pt x="1735" y="2093"/>
                      <a:pt x="1585" y="1914"/>
                    </a:cubicBezTo>
                    <a:cubicBezTo>
                      <a:pt x="1406" y="1495"/>
                      <a:pt x="1257" y="1077"/>
                      <a:pt x="1107" y="644"/>
                    </a:cubicBezTo>
                    <a:cubicBezTo>
                      <a:pt x="1101" y="614"/>
                      <a:pt x="1076" y="601"/>
                      <a:pt x="1050" y="601"/>
                    </a:cubicBezTo>
                    <a:cubicBezTo>
                      <a:pt x="1011" y="601"/>
                      <a:pt x="970" y="629"/>
                      <a:pt x="988" y="674"/>
                    </a:cubicBezTo>
                    <a:cubicBezTo>
                      <a:pt x="1092" y="988"/>
                      <a:pt x="1212" y="1301"/>
                      <a:pt x="1331" y="1615"/>
                    </a:cubicBezTo>
                    <a:cubicBezTo>
                      <a:pt x="913" y="1107"/>
                      <a:pt x="510" y="569"/>
                      <a:pt x="137" y="32"/>
                    </a:cubicBezTo>
                    <a:cubicBezTo>
                      <a:pt x="123" y="9"/>
                      <a:pt x="104" y="0"/>
                      <a:pt x="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57"/>
              <p:cNvSpPr/>
              <p:nvPr/>
            </p:nvSpPr>
            <p:spPr>
              <a:xfrm>
                <a:off x="-1896150" y="2320850"/>
                <a:ext cx="35350" cy="96625"/>
              </a:xfrm>
              <a:custGeom>
                <a:rect b="b" l="l" r="r" t="t"/>
                <a:pathLst>
                  <a:path extrusionOk="0" h="3865" w="1414">
                    <a:moveTo>
                      <a:pt x="891" y="0"/>
                    </a:moveTo>
                    <a:cubicBezTo>
                      <a:pt x="279" y="1165"/>
                      <a:pt x="115" y="2524"/>
                      <a:pt x="443" y="3734"/>
                    </a:cubicBezTo>
                    <a:cubicBezTo>
                      <a:pt x="324" y="3734"/>
                      <a:pt x="219" y="3734"/>
                      <a:pt x="115" y="3704"/>
                    </a:cubicBezTo>
                    <a:cubicBezTo>
                      <a:pt x="109" y="3703"/>
                      <a:pt x="104" y="3703"/>
                      <a:pt x="99" y="3703"/>
                    </a:cubicBezTo>
                    <a:cubicBezTo>
                      <a:pt x="22" y="3703"/>
                      <a:pt x="0" y="3810"/>
                      <a:pt x="85" y="3839"/>
                    </a:cubicBezTo>
                    <a:cubicBezTo>
                      <a:pt x="165" y="3856"/>
                      <a:pt x="248" y="3865"/>
                      <a:pt x="331" y="3865"/>
                    </a:cubicBezTo>
                    <a:cubicBezTo>
                      <a:pt x="528" y="3865"/>
                      <a:pt x="728" y="3818"/>
                      <a:pt x="906" y="3734"/>
                    </a:cubicBezTo>
                    <a:cubicBezTo>
                      <a:pt x="968" y="3697"/>
                      <a:pt x="927" y="3619"/>
                      <a:pt x="877" y="3619"/>
                    </a:cubicBezTo>
                    <a:cubicBezTo>
                      <a:pt x="867" y="3619"/>
                      <a:pt x="857" y="3622"/>
                      <a:pt x="846" y="3629"/>
                    </a:cubicBezTo>
                    <a:cubicBezTo>
                      <a:pt x="772" y="3659"/>
                      <a:pt x="712" y="3674"/>
                      <a:pt x="637" y="3704"/>
                    </a:cubicBezTo>
                    <a:cubicBezTo>
                      <a:pt x="473" y="2509"/>
                      <a:pt x="757" y="1270"/>
                      <a:pt x="1414" y="329"/>
                    </a:cubicBezTo>
                    <a:lnTo>
                      <a:pt x="8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57"/>
              <p:cNvSpPr/>
              <p:nvPr/>
            </p:nvSpPr>
            <p:spPr>
              <a:xfrm>
                <a:off x="-1937725" y="2540400"/>
                <a:ext cx="11600" cy="11225"/>
              </a:xfrm>
              <a:custGeom>
                <a:rect b="b" l="l" r="r" t="t"/>
                <a:pathLst>
                  <a:path extrusionOk="0" h="449" w="464">
                    <a:moveTo>
                      <a:pt x="150" y="0"/>
                    </a:moveTo>
                    <a:cubicBezTo>
                      <a:pt x="135" y="0"/>
                      <a:pt x="135" y="0"/>
                      <a:pt x="120" y="15"/>
                    </a:cubicBezTo>
                    <a:lnTo>
                      <a:pt x="90" y="30"/>
                    </a:lnTo>
                    <a:cubicBezTo>
                      <a:pt x="90" y="45"/>
                      <a:pt x="90" y="45"/>
                      <a:pt x="75" y="60"/>
                    </a:cubicBezTo>
                    <a:cubicBezTo>
                      <a:pt x="75" y="60"/>
                      <a:pt x="75" y="75"/>
                      <a:pt x="75" y="90"/>
                    </a:cubicBezTo>
                    <a:cubicBezTo>
                      <a:pt x="75" y="90"/>
                      <a:pt x="75" y="105"/>
                      <a:pt x="75" y="105"/>
                    </a:cubicBezTo>
                    <a:cubicBezTo>
                      <a:pt x="75" y="120"/>
                      <a:pt x="90" y="120"/>
                      <a:pt x="90" y="135"/>
                    </a:cubicBezTo>
                    <a:lnTo>
                      <a:pt x="120" y="135"/>
                    </a:lnTo>
                    <a:cubicBezTo>
                      <a:pt x="120" y="150"/>
                      <a:pt x="135" y="150"/>
                      <a:pt x="150" y="150"/>
                    </a:cubicBezTo>
                    <a:lnTo>
                      <a:pt x="165" y="150"/>
                    </a:lnTo>
                    <a:cubicBezTo>
                      <a:pt x="165" y="150"/>
                      <a:pt x="179" y="135"/>
                      <a:pt x="194" y="135"/>
                    </a:cubicBezTo>
                    <a:lnTo>
                      <a:pt x="209" y="105"/>
                    </a:lnTo>
                    <a:cubicBezTo>
                      <a:pt x="224" y="105"/>
                      <a:pt x="224" y="90"/>
                      <a:pt x="224" y="90"/>
                    </a:cubicBezTo>
                    <a:cubicBezTo>
                      <a:pt x="239" y="75"/>
                      <a:pt x="239" y="60"/>
                      <a:pt x="239" y="60"/>
                    </a:cubicBezTo>
                    <a:cubicBezTo>
                      <a:pt x="239" y="45"/>
                      <a:pt x="239" y="45"/>
                      <a:pt x="224" y="30"/>
                    </a:cubicBezTo>
                    <a:cubicBezTo>
                      <a:pt x="224" y="30"/>
                      <a:pt x="224" y="15"/>
                      <a:pt x="209" y="15"/>
                    </a:cubicBezTo>
                    <a:cubicBezTo>
                      <a:pt x="209" y="15"/>
                      <a:pt x="209" y="0"/>
                      <a:pt x="194" y="0"/>
                    </a:cubicBezTo>
                    <a:close/>
                    <a:moveTo>
                      <a:pt x="374" y="224"/>
                    </a:moveTo>
                    <a:cubicBezTo>
                      <a:pt x="374" y="224"/>
                      <a:pt x="359" y="224"/>
                      <a:pt x="359" y="239"/>
                    </a:cubicBezTo>
                    <a:cubicBezTo>
                      <a:pt x="344" y="239"/>
                      <a:pt x="344" y="239"/>
                      <a:pt x="329" y="254"/>
                    </a:cubicBezTo>
                    <a:cubicBezTo>
                      <a:pt x="314" y="254"/>
                      <a:pt x="314" y="269"/>
                      <a:pt x="314" y="269"/>
                    </a:cubicBezTo>
                    <a:cubicBezTo>
                      <a:pt x="299" y="284"/>
                      <a:pt x="299" y="284"/>
                      <a:pt x="299" y="299"/>
                    </a:cubicBezTo>
                    <a:lnTo>
                      <a:pt x="299" y="314"/>
                    </a:lnTo>
                    <a:cubicBezTo>
                      <a:pt x="299" y="329"/>
                      <a:pt x="314" y="344"/>
                      <a:pt x="314" y="344"/>
                    </a:cubicBezTo>
                    <a:cubicBezTo>
                      <a:pt x="329" y="344"/>
                      <a:pt x="329" y="359"/>
                      <a:pt x="344" y="359"/>
                    </a:cubicBezTo>
                    <a:lnTo>
                      <a:pt x="418" y="359"/>
                    </a:lnTo>
                    <a:cubicBezTo>
                      <a:pt x="418" y="359"/>
                      <a:pt x="433" y="344"/>
                      <a:pt x="433" y="344"/>
                    </a:cubicBezTo>
                    <a:cubicBezTo>
                      <a:pt x="448" y="329"/>
                      <a:pt x="448" y="329"/>
                      <a:pt x="448" y="314"/>
                    </a:cubicBezTo>
                    <a:cubicBezTo>
                      <a:pt x="463" y="314"/>
                      <a:pt x="463" y="299"/>
                      <a:pt x="463" y="284"/>
                    </a:cubicBezTo>
                    <a:lnTo>
                      <a:pt x="463" y="269"/>
                    </a:lnTo>
                    <a:cubicBezTo>
                      <a:pt x="463" y="269"/>
                      <a:pt x="448" y="254"/>
                      <a:pt x="448" y="239"/>
                    </a:cubicBezTo>
                    <a:lnTo>
                      <a:pt x="433" y="239"/>
                    </a:lnTo>
                    <a:cubicBezTo>
                      <a:pt x="418" y="224"/>
                      <a:pt x="403" y="224"/>
                      <a:pt x="403" y="224"/>
                    </a:cubicBezTo>
                    <a:close/>
                    <a:moveTo>
                      <a:pt x="75" y="269"/>
                    </a:moveTo>
                    <a:cubicBezTo>
                      <a:pt x="60" y="269"/>
                      <a:pt x="60" y="284"/>
                      <a:pt x="60" y="284"/>
                    </a:cubicBezTo>
                    <a:lnTo>
                      <a:pt x="30" y="314"/>
                    </a:lnTo>
                    <a:cubicBezTo>
                      <a:pt x="30" y="329"/>
                      <a:pt x="15" y="344"/>
                      <a:pt x="15" y="359"/>
                    </a:cubicBezTo>
                    <a:cubicBezTo>
                      <a:pt x="0" y="374"/>
                      <a:pt x="0" y="374"/>
                      <a:pt x="0" y="389"/>
                    </a:cubicBezTo>
                    <a:lnTo>
                      <a:pt x="0" y="404"/>
                    </a:lnTo>
                    <a:cubicBezTo>
                      <a:pt x="0" y="419"/>
                      <a:pt x="15" y="419"/>
                      <a:pt x="15" y="433"/>
                    </a:cubicBezTo>
                    <a:cubicBezTo>
                      <a:pt x="15" y="433"/>
                      <a:pt x="15" y="448"/>
                      <a:pt x="30" y="448"/>
                    </a:cubicBezTo>
                    <a:lnTo>
                      <a:pt x="90" y="448"/>
                    </a:lnTo>
                    <a:cubicBezTo>
                      <a:pt x="105" y="448"/>
                      <a:pt x="120" y="433"/>
                      <a:pt x="120" y="419"/>
                    </a:cubicBezTo>
                    <a:cubicBezTo>
                      <a:pt x="120" y="404"/>
                      <a:pt x="135" y="389"/>
                      <a:pt x="135" y="374"/>
                    </a:cubicBezTo>
                    <a:cubicBezTo>
                      <a:pt x="150" y="359"/>
                      <a:pt x="150" y="359"/>
                      <a:pt x="150" y="344"/>
                    </a:cubicBezTo>
                    <a:lnTo>
                      <a:pt x="150" y="329"/>
                    </a:lnTo>
                    <a:cubicBezTo>
                      <a:pt x="150" y="314"/>
                      <a:pt x="135" y="314"/>
                      <a:pt x="135" y="299"/>
                    </a:cubicBezTo>
                    <a:cubicBezTo>
                      <a:pt x="135" y="284"/>
                      <a:pt x="135" y="284"/>
                      <a:pt x="120" y="284"/>
                    </a:cubicBezTo>
                    <a:cubicBezTo>
                      <a:pt x="120" y="284"/>
                      <a:pt x="120" y="269"/>
                      <a:pt x="105" y="26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57"/>
              <p:cNvSpPr/>
              <p:nvPr/>
            </p:nvSpPr>
            <p:spPr>
              <a:xfrm>
                <a:off x="-1992625" y="2403350"/>
                <a:ext cx="31025" cy="74675"/>
              </a:xfrm>
              <a:custGeom>
                <a:rect b="b" l="l" r="r" t="t"/>
                <a:pathLst>
                  <a:path extrusionOk="0" h="2987" w="1241">
                    <a:moveTo>
                      <a:pt x="1181" y="1"/>
                    </a:moveTo>
                    <a:cubicBezTo>
                      <a:pt x="1166" y="1"/>
                      <a:pt x="1151" y="1"/>
                      <a:pt x="1136" y="16"/>
                    </a:cubicBezTo>
                    <a:cubicBezTo>
                      <a:pt x="1106" y="31"/>
                      <a:pt x="1076" y="46"/>
                      <a:pt x="1061" y="76"/>
                    </a:cubicBezTo>
                    <a:cubicBezTo>
                      <a:pt x="1031" y="90"/>
                      <a:pt x="1016" y="120"/>
                      <a:pt x="1001" y="135"/>
                    </a:cubicBezTo>
                    <a:cubicBezTo>
                      <a:pt x="986" y="150"/>
                      <a:pt x="986" y="150"/>
                      <a:pt x="986" y="165"/>
                    </a:cubicBezTo>
                    <a:lnTo>
                      <a:pt x="986" y="180"/>
                    </a:lnTo>
                    <a:cubicBezTo>
                      <a:pt x="1001" y="195"/>
                      <a:pt x="1001" y="210"/>
                      <a:pt x="1016" y="225"/>
                    </a:cubicBezTo>
                    <a:cubicBezTo>
                      <a:pt x="1026" y="225"/>
                      <a:pt x="1036" y="232"/>
                      <a:pt x="1046" y="232"/>
                    </a:cubicBezTo>
                    <a:cubicBezTo>
                      <a:pt x="1051" y="232"/>
                      <a:pt x="1056" y="230"/>
                      <a:pt x="1061" y="225"/>
                    </a:cubicBezTo>
                    <a:lnTo>
                      <a:pt x="1076" y="225"/>
                    </a:lnTo>
                    <a:cubicBezTo>
                      <a:pt x="1091" y="210"/>
                      <a:pt x="1091" y="210"/>
                      <a:pt x="1106" y="195"/>
                    </a:cubicBezTo>
                    <a:cubicBezTo>
                      <a:pt x="1121" y="180"/>
                      <a:pt x="1151" y="165"/>
                      <a:pt x="1166" y="150"/>
                    </a:cubicBezTo>
                    <a:lnTo>
                      <a:pt x="1151" y="150"/>
                    </a:lnTo>
                    <a:cubicBezTo>
                      <a:pt x="1166" y="150"/>
                      <a:pt x="1181" y="135"/>
                      <a:pt x="1196" y="120"/>
                    </a:cubicBezTo>
                    <a:cubicBezTo>
                      <a:pt x="1210" y="120"/>
                      <a:pt x="1225" y="105"/>
                      <a:pt x="1225" y="90"/>
                    </a:cubicBezTo>
                    <a:cubicBezTo>
                      <a:pt x="1240" y="76"/>
                      <a:pt x="1225" y="46"/>
                      <a:pt x="1225" y="46"/>
                    </a:cubicBezTo>
                    <a:cubicBezTo>
                      <a:pt x="1210" y="31"/>
                      <a:pt x="1196" y="16"/>
                      <a:pt x="1181" y="1"/>
                    </a:cubicBezTo>
                    <a:close/>
                    <a:moveTo>
                      <a:pt x="688" y="462"/>
                    </a:moveTo>
                    <a:cubicBezTo>
                      <a:pt x="668" y="462"/>
                      <a:pt x="646" y="471"/>
                      <a:pt x="628" y="494"/>
                    </a:cubicBezTo>
                    <a:cubicBezTo>
                      <a:pt x="165" y="1211"/>
                      <a:pt x="1" y="2107"/>
                      <a:pt x="165" y="2943"/>
                    </a:cubicBezTo>
                    <a:cubicBezTo>
                      <a:pt x="171" y="2973"/>
                      <a:pt x="194" y="2986"/>
                      <a:pt x="218" y="2986"/>
                    </a:cubicBezTo>
                    <a:cubicBezTo>
                      <a:pt x="254" y="2986"/>
                      <a:pt x="293" y="2958"/>
                      <a:pt x="284" y="2913"/>
                    </a:cubicBezTo>
                    <a:cubicBezTo>
                      <a:pt x="135" y="2107"/>
                      <a:pt x="299" y="1255"/>
                      <a:pt x="747" y="553"/>
                    </a:cubicBezTo>
                    <a:cubicBezTo>
                      <a:pt x="779" y="512"/>
                      <a:pt x="737" y="462"/>
                      <a:pt x="688" y="46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5" name="Google Shape;965;p57"/>
            <p:cNvGrpSpPr/>
            <p:nvPr/>
          </p:nvGrpSpPr>
          <p:grpSpPr>
            <a:xfrm flipH="1" rot="9885871">
              <a:off x="6464650" y="-783869"/>
              <a:ext cx="2496551" cy="1724982"/>
              <a:chOff x="-3498900" y="598825"/>
              <a:chExt cx="435400" cy="300825"/>
            </a:xfrm>
          </p:grpSpPr>
          <p:sp>
            <p:nvSpPr>
              <p:cNvPr id="966" name="Google Shape;966;p57"/>
              <p:cNvSpPr/>
              <p:nvPr/>
            </p:nvSpPr>
            <p:spPr>
              <a:xfrm>
                <a:off x="-3156500" y="598825"/>
                <a:ext cx="93000" cy="67525"/>
              </a:xfrm>
              <a:custGeom>
                <a:rect b="b" l="l" r="r" t="t"/>
                <a:pathLst>
                  <a:path extrusionOk="0" h="2701" w="3720">
                    <a:moveTo>
                      <a:pt x="3253" y="0"/>
                    </a:moveTo>
                    <a:cubicBezTo>
                      <a:pt x="2769" y="0"/>
                      <a:pt x="2333" y="136"/>
                      <a:pt x="1957" y="340"/>
                    </a:cubicBezTo>
                    <a:cubicBezTo>
                      <a:pt x="1464" y="624"/>
                      <a:pt x="1046" y="1027"/>
                      <a:pt x="658" y="1446"/>
                    </a:cubicBezTo>
                    <a:cubicBezTo>
                      <a:pt x="748" y="1237"/>
                      <a:pt x="852" y="1013"/>
                      <a:pt x="957" y="788"/>
                    </a:cubicBezTo>
                    <a:lnTo>
                      <a:pt x="957" y="788"/>
                    </a:lnTo>
                    <a:cubicBezTo>
                      <a:pt x="688" y="893"/>
                      <a:pt x="494" y="1147"/>
                      <a:pt x="314" y="1386"/>
                    </a:cubicBezTo>
                    <a:cubicBezTo>
                      <a:pt x="150" y="1610"/>
                      <a:pt x="46" y="1804"/>
                      <a:pt x="1" y="2088"/>
                    </a:cubicBezTo>
                    <a:lnTo>
                      <a:pt x="434" y="2700"/>
                    </a:lnTo>
                    <a:cubicBezTo>
                      <a:pt x="1211" y="2581"/>
                      <a:pt x="1927" y="2431"/>
                      <a:pt x="2570" y="2043"/>
                    </a:cubicBezTo>
                    <a:cubicBezTo>
                      <a:pt x="2424" y="1976"/>
                      <a:pt x="2270" y="1942"/>
                      <a:pt x="2127" y="1942"/>
                    </a:cubicBezTo>
                    <a:cubicBezTo>
                      <a:pt x="2079" y="1942"/>
                      <a:pt x="2032" y="1946"/>
                      <a:pt x="1987" y="1953"/>
                    </a:cubicBezTo>
                    <a:cubicBezTo>
                      <a:pt x="2540" y="1744"/>
                      <a:pt x="2928" y="1281"/>
                      <a:pt x="3212" y="744"/>
                    </a:cubicBezTo>
                    <a:cubicBezTo>
                      <a:pt x="3331" y="460"/>
                      <a:pt x="3451" y="161"/>
                      <a:pt x="3720" y="42"/>
                    </a:cubicBezTo>
                    <a:cubicBezTo>
                      <a:pt x="3560" y="13"/>
                      <a:pt x="3404" y="0"/>
                      <a:pt x="325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57"/>
              <p:cNvSpPr/>
              <p:nvPr/>
            </p:nvSpPr>
            <p:spPr>
              <a:xfrm>
                <a:off x="-3498900" y="657700"/>
                <a:ext cx="354375" cy="241950"/>
              </a:xfrm>
              <a:custGeom>
                <a:rect b="b" l="l" r="r" t="t"/>
                <a:pathLst>
                  <a:path extrusionOk="0" h="9678" w="14175">
                    <a:moveTo>
                      <a:pt x="13796" y="1"/>
                    </a:moveTo>
                    <a:cubicBezTo>
                      <a:pt x="13105" y="1"/>
                      <a:pt x="9961" y="1853"/>
                      <a:pt x="6453" y="4333"/>
                    </a:cubicBezTo>
                    <a:cubicBezTo>
                      <a:pt x="2749" y="6962"/>
                      <a:pt x="1" y="9307"/>
                      <a:pt x="240" y="9635"/>
                    </a:cubicBezTo>
                    <a:cubicBezTo>
                      <a:pt x="259" y="9664"/>
                      <a:pt x="299" y="9678"/>
                      <a:pt x="358" y="9678"/>
                    </a:cubicBezTo>
                    <a:cubicBezTo>
                      <a:pt x="1006" y="9678"/>
                      <a:pt x="3939" y="7986"/>
                      <a:pt x="7349" y="5603"/>
                    </a:cubicBezTo>
                    <a:cubicBezTo>
                      <a:pt x="11188" y="2914"/>
                      <a:pt x="14175" y="390"/>
                      <a:pt x="13921" y="47"/>
                    </a:cubicBezTo>
                    <a:cubicBezTo>
                      <a:pt x="13900" y="16"/>
                      <a:pt x="13858" y="1"/>
                      <a:pt x="1379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57"/>
              <p:cNvSpPr/>
              <p:nvPr/>
            </p:nvSpPr>
            <p:spPr>
              <a:xfrm>
                <a:off x="-3244625" y="651000"/>
                <a:ext cx="98975" cy="80325"/>
              </a:xfrm>
              <a:custGeom>
                <a:rect b="b" l="l" r="r" t="t"/>
                <a:pathLst>
                  <a:path extrusionOk="0" h="3213" w="3959">
                    <a:moveTo>
                      <a:pt x="3526" y="1"/>
                    </a:moveTo>
                    <a:lnTo>
                      <a:pt x="1" y="2122"/>
                    </a:lnTo>
                    <a:lnTo>
                      <a:pt x="778" y="3212"/>
                    </a:lnTo>
                    <a:lnTo>
                      <a:pt x="3959" y="613"/>
                    </a:lnTo>
                    <a:lnTo>
                      <a:pt x="3526"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57"/>
              <p:cNvSpPr/>
              <p:nvPr/>
            </p:nvSpPr>
            <p:spPr>
              <a:xfrm>
                <a:off x="-3240500" y="654000"/>
                <a:ext cx="90375" cy="75075"/>
              </a:xfrm>
              <a:custGeom>
                <a:rect b="b" l="l" r="r" t="t"/>
                <a:pathLst>
                  <a:path extrusionOk="0" h="3003" w="3615">
                    <a:moveTo>
                      <a:pt x="3167" y="0"/>
                    </a:moveTo>
                    <a:lnTo>
                      <a:pt x="3062" y="60"/>
                    </a:lnTo>
                    <a:cubicBezTo>
                      <a:pt x="3211" y="284"/>
                      <a:pt x="3361" y="493"/>
                      <a:pt x="3525" y="702"/>
                    </a:cubicBezTo>
                    <a:lnTo>
                      <a:pt x="3615" y="643"/>
                    </a:lnTo>
                    <a:cubicBezTo>
                      <a:pt x="3450" y="434"/>
                      <a:pt x="3301" y="224"/>
                      <a:pt x="3167" y="0"/>
                    </a:cubicBezTo>
                    <a:close/>
                    <a:moveTo>
                      <a:pt x="374" y="1673"/>
                    </a:moveTo>
                    <a:lnTo>
                      <a:pt x="269" y="1748"/>
                    </a:lnTo>
                    <a:cubicBezTo>
                      <a:pt x="478" y="2121"/>
                      <a:pt x="702" y="2480"/>
                      <a:pt x="956" y="2808"/>
                    </a:cubicBezTo>
                    <a:lnTo>
                      <a:pt x="1046" y="2734"/>
                    </a:lnTo>
                    <a:cubicBezTo>
                      <a:pt x="792" y="2405"/>
                      <a:pt x="568" y="2047"/>
                      <a:pt x="374" y="1673"/>
                    </a:cubicBezTo>
                    <a:close/>
                    <a:moveTo>
                      <a:pt x="90" y="1837"/>
                    </a:moveTo>
                    <a:lnTo>
                      <a:pt x="0" y="1897"/>
                    </a:lnTo>
                    <a:cubicBezTo>
                      <a:pt x="239" y="2271"/>
                      <a:pt x="478" y="2629"/>
                      <a:pt x="732" y="3002"/>
                    </a:cubicBezTo>
                    <a:lnTo>
                      <a:pt x="822" y="2928"/>
                    </a:lnTo>
                    <a:cubicBezTo>
                      <a:pt x="568" y="2569"/>
                      <a:pt x="329" y="2211"/>
                      <a:pt x="90" y="183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0" name="Google Shape;970;p57"/>
            <p:cNvGrpSpPr/>
            <p:nvPr/>
          </p:nvGrpSpPr>
          <p:grpSpPr>
            <a:xfrm>
              <a:off x="4546764" y="4414956"/>
              <a:ext cx="2315675" cy="2154754"/>
              <a:chOff x="4546764" y="4414956"/>
              <a:chExt cx="2315675" cy="2154754"/>
            </a:xfrm>
          </p:grpSpPr>
          <p:sp>
            <p:nvSpPr>
              <p:cNvPr id="971" name="Google Shape;971;p57"/>
              <p:cNvSpPr/>
              <p:nvPr/>
            </p:nvSpPr>
            <p:spPr>
              <a:xfrm flipH="1" rot="-9900018">
                <a:off x="4735183" y="4636701"/>
                <a:ext cx="1938838" cy="1711263"/>
              </a:xfrm>
              <a:custGeom>
                <a:rect b="b" l="l" r="r" t="t"/>
                <a:pathLst>
                  <a:path extrusionOk="0" h="13315" w="15086">
                    <a:moveTo>
                      <a:pt x="11151" y="8653"/>
                    </a:moveTo>
                    <a:cubicBezTo>
                      <a:pt x="11173" y="8653"/>
                      <a:pt x="11195" y="8654"/>
                      <a:pt x="11217" y="8657"/>
                    </a:cubicBezTo>
                    <a:lnTo>
                      <a:pt x="11396" y="8657"/>
                    </a:lnTo>
                    <a:cubicBezTo>
                      <a:pt x="11650" y="8686"/>
                      <a:pt x="11874" y="8761"/>
                      <a:pt x="12068" y="8896"/>
                    </a:cubicBezTo>
                    <a:cubicBezTo>
                      <a:pt x="12501" y="9224"/>
                      <a:pt x="12621" y="9836"/>
                      <a:pt x="12367" y="10314"/>
                    </a:cubicBezTo>
                    <a:cubicBezTo>
                      <a:pt x="12132" y="10720"/>
                      <a:pt x="11609" y="10988"/>
                      <a:pt x="11102" y="10988"/>
                    </a:cubicBezTo>
                    <a:cubicBezTo>
                      <a:pt x="11030" y="10988"/>
                      <a:pt x="10959" y="10983"/>
                      <a:pt x="10888" y="10972"/>
                    </a:cubicBezTo>
                    <a:cubicBezTo>
                      <a:pt x="10321" y="10882"/>
                      <a:pt x="9873" y="10404"/>
                      <a:pt x="9873" y="9896"/>
                    </a:cubicBezTo>
                    <a:lnTo>
                      <a:pt x="9873" y="9807"/>
                    </a:lnTo>
                    <a:cubicBezTo>
                      <a:pt x="9858" y="9732"/>
                      <a:pt x="9858" y="9657"/>
                      <a:pt x="9873" y="9568"/>
                    </a:cubicBezTo>
                    <a:cubicBezTo>
                      <a:pt x="9932" y="9344"/>
                      <a:pt x="10082" y="9164"/>
                      <a:pt x="10276" y="9030"/>
                    </a:cubicBezTo>
                    <a:cubicBezTo>
                      <a:pt x="10440" y="8881"/>
                      <a:pt x="10634" y="8761"/>
                      <a:pt x="10859" y="8701"/>
                    </a:cubicBezTo>
                    <a:cubicBezTo>
                      <a:pt x="10956" y="8677"/>
                      <a:pt x="11054" y="8653"/>
                      <a:pt x="11151" y="8653"/>
                    </a:cubicBezTo>
                    <a:close/>
                    <a:moveTo>
                      <a:pt x="9735" y="0"/>
                    </a:moveTo>
                    <a:cubicBezTo>
                      <a:pt x="7428" y="0"/>
                      <a:pt x="5101" y="1090"/>
                      <a:pt x="3256" y="2294"/>
                    </a:cubicBezTo>
                    <a:cubicBezTo>
                      <a:pt x="2509" y="2787"/>
                      <a:pt x="1807" y="3324"/>
                      <a:pt x="1255" y="3997"/>
                    </a:cubicBezTo>
                    <a:cubicBezTo>
                      <a:pt x="418" y="5027"/>
                      <a:pt x="0" y="6312"/>
                      <a:pt x="105" y="7551"/>
                    </a:cubicBezTo>
                    <a:cubicBezTo>
                      <a:pt x="150" y="8134"/>
                      <a:pt x="254" y="8791"/>
                      <a:pt x="433" y="9359"/>
                    </a:cubicBezTo>
                    <a:lnTo>
                      <a:pt x="448" y="9359"/>
                    </a:lnTo>
                    <a:cubicBezTo>
                      <a:pt x="1150" y="11345"/>
                      <a:pt x="3167" y="12883"/>
                      <a:pt x="5497" y="13197"/>
                    </a:cubicBezTo>
                    <a:cubicBezTo>
                      <a:pt x="6042" y="13274"/>
                      <a:pt x="6604" y="13315"/>
                      <a:pt x="7170" y="13315"/>
                    </a:cubicBezTo>
                    <a:cubicBezTo>
                      <a:pt x="8910" y="13315"/>
                      <a:pt x="10685" y="12927"/>
                      <a:pt x="12128" y="12002"/>
                    </a:cubicBezTo>
                    <a:cubicBezTo>
                      <a:pt x="12815" y="11554"/>
                      <a:pt x="13398" y="10942"/>
                      <a:pt x="13592" y="10225"/>
                    </a:cubicBezTo>
                    <a:cubicBezTo>
                      <a:pt x="13786" y="9508"/>
                      <a:pt x="13547" y="8671"/>
                      <a:pt x="12875" y="8283"/>
                    </a:cubicBezTo>
                    <a:cubicBezTo>
                      <a:pt x="12457" y="8029"/>
                      <a:pt x="11934" y="7775"/>
                      <a:pt x="12233" y="7223"/>
                    </a:cubicBezTo>
                    <a:cubicBezTo>
                      <a:pt x="12367" y="6969"/>
                      <a:pt x="12621" y="6805"/>
                      <a:pt x="12860" y="6640"/>
                    </a:cubicBezTo>
                    <a:cubicBezTo>
                      <a:pt x="13607" y="6103"/>
                      <a:pt x="14174" y="5386"/>
                      <a:pt x="14413" y="4579"/>
                    </a:cubicBezTo>
                    <a:cubicBezTo>
                      <a:pt x="15085" y="2369"/>
                      <a:pt x="13009" y="397"/>
                      <a:pt x="10709" y="68"/>
                    </a:cubicBezTo>
                    <a:cubicBezTo>
                      <a:pt x="10386" y="22"/>
                      <a:pt x="10060" y="0"/>
                      <a:pt x="973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57"/>
              <p:cNvSpPr/>
              <p:nvPr/>
            </p:nvSpPr>
            <p:spPr>
              <a:xfrm flipH="1" rot="-9900018">
                <a:off x="4875888" y="4720045"/>
                <a:ext cx="1631163" cy="1521437"/>
              </a:xfrm>
              <a:custGeom>
                <a:rect b="b" l="l" r="r" t="t"/>
                <a:pathLst>
                  <a:path extrusionOk="0" h="11838" w="12692">
                    <a:moveTo>
                      <a:pt x="9517" y="123"/>
                    </a:moveTo>
                    <a:cubicBezTo>
                      <a:pt x="9660" y="123"/>
                      <a:pt x="9805" y="143"/>
                      <a:pt x="9948" y="181"/>
                    </a:cubicBezTo>
                    <a:cubicBezTo>
                      <a:pt x="10261" y="270"/>
                      <a:pt x="10575" y="434"/>
                      <a:pt x="10739" y="718"/>
                    </a:cubicBezTo>
                    <a:cubicBezTo>
                      <a:pt x="10874" y="957"/>
                      <a:pt x="10874" y="1241"/>
                      <a:pt x="10799" y="1495"/>
                    </a:cubicBezTo>
                    <a:cubicBezTo>
                      <a:pt x="10596" y="2161"/>
                      <a:pt x="9902" y="2616"/>
                      <a:pt x="9221" y="2616"/>
                    </a:cubicBezTo>
                    <a:cubicBezTo>
                      <a:pt x="9199" y="2616"/>
                      <a:pt x="9178" y="2616"/>
                      <a:pt x="9156" y="2615"/>
                    </a:cubicBezTo>
                    <a:cubicBezTo>
                      <a:pt x="9153" y="2615"/>
                      <a:pt x="9150" y="2615"/>
                      <a:pt x="9147" y="2615"/>
                    </a:cubicBezTo>
                    <a:lnTo>
                      <a:pt x="9147" y="2615"/>
                    </a:lnTo>
                    <a:cubicBezTo>
                      <a:pt x="9145" y="2615"/>
                      <a:pt x="9143" y="2615"/>
                      <a:pt x="9141" y="2615"/>
                    </a:cubicBezTo>
                    <a:cubicBezTo>
                      <a:pt x="8096" y="2540"/>
                      <a:pt x="8006" y="1226"/>
                      <a:pt x="8559" y="554"/>
                    </a:cubicBezTo>
                    <a:cubicBezTo>
                      <a:pt x="8806" y="253"/>
                      <a:pt x="9153" y="123"/>
                      <a:pt x="9517" y="123"/>
                    </a:cubicBezTo>
                    <a:close/>
                    <a:moveTo>
                      <a:pt x="9495" y="1"/>
                    </a:moveTo>
                    <a:cubicBezTo>
                      <a:pt x="9172" y="1"/>
                      <a:pt x="8859" y="100"/>
                      <a:pt x="8604" y="330"/>
                    </a:cubicBezTo>
                    <a:cubicBezTo>
                      <a:pt x="8230" y="658"/>
                      <a:pt x="8036" y="1196"/>
                      <a:pt x="8096" y="1689"/>
                    </a:cubicBezTo>
                    <a:cubicBezTo>
                      <a:pt x="8141" y="2182"/>
                      <a:pt x="8439" y="2615"/>
                      <a:pt x="8932" y="2720"/>
                    </a:cubicBezTo>
                    <a:cubicBezTo>
                      <a:pt x="9007" y="2720"/>
                      <a:pt x="9067" y="2735"/>
                      <a:pt x="9141" y="2735"/>
                    </a:cubicBezTo>
                    <a:cubicBezTo>
                      <a:pt x="9141" y="2735"/>
                      <a:pt x="9141" y="2735"/>
                      <a:pt x="9141" y="2735"/>
                    </a:cubicBezTo>
                    <a:lnTo>
                      <a:pt x="9141" y="2735"/>
                    </a:lnTo>
                    <a:cubicBezTo>
                      <a:pt x="9145" y="2735"/>
                      <a:pt x="9149" y="2736"/>
                      <a:pt x="9152" y="2736"/>
                    </a:cubicBezTo>
                    <a:cubicBezTo>
                      <a:pt x="9154" y="2736"/>
                      <a:pt x="9155" y="2736"/>
                      <a:pt x="9157" y="2735"/>
                    </a:cubicBezTo>
                    <a:lnTo>
                      <a:pt x="9157" y="2735"/>
                    </a:lnTo>
                    <a:cubicBezTo>
                      <a:pt x="9187" y="2737"/>
                      <a:pt x="9216" y="2738"/>
                      <a:pt x="9246" y="2738"/>
                    </a:cubicBezTo>
                    <a:cubicBezTo>
                      <a:pt x="9897" y="2738"/>
                      <a:pt x="10531" y="2344"/>
                      <a:pt x="10829" y="1749"/>
                    </a:cubicBezTo>
                    <a:cubicBezTo>
                      <a:pt x="10963" y="1480"/>
                      <a:pt x="11023" y="1151"/>
                      <a:pt x="10934" y="868"/>
                    </a:cubicBezTo>
                    <a:cubicBezTo>
                      <a:pt x="10844" y="554"/>
                      <a:pt x="10575" y="315"/>
                      <a:pt x="10276" y="181"/>
                    </a:cubicBezTo>
                    <a:cubicBezTo>
                      <a:pt x="10028" y="66"/>
                      <a:pt x="9759" y="1"/>
                      <a:pt x="9495" y="1"/>
                    </a:cubicBezTo>
                    <a:close/>
                    <a:moveTo>
                      <a:pt x="6053" y="772"/>
                    </a:moveTo>
                    <a:cubicBezTo>
                      <a:pt x="6428" y="772"/>
                      <a:pt x="6811" y="905"/>
                      <a:pt x="7065" y="1196"/>
                    </a:cubicBezTo>
                    <a:cubicBezTo>
                      <a:pt x="7334" y="1510"/>
                      <a:pt x="7454" y="1958"/>
                      <a:pt x="7289" y="2346"/>
                    </a:cubicBezTo>
                    <a:cubicBezTo>
                      <a:pt x="7200" y="2555"/>
                      <a:pt x="7020" y="2735"/>
                      <a:pt x="6826" y="2854"/>
                    </a:cubicBezTo>
                    <a:cubicBezTo>
                      <a:pt x="6557" y="3003"/>
                      <a:pt x="6229" y="3123"/>
                      <a:pt x="5915" y="3123"/>
                    </a:cubicBezTo>
                    <a:cubicBezTo>
                      <a:pt x="5557" y="3123"/>
                      <a:pt x="5198" y="2974"/>
                      <a:pt x="4929" y="2735"/>
                    </a:cubicBezTo>
                    <a:cubicBezTo>
                      <a:pt x="4675" y="2511"/>
                      <a:pt x="4496" y="2197"/>
                      <a:pt x="4586" y="1853"/>
                    </a:cubicBezTo>
                    <a:cubicBezTo>
                      <a:pt x="4750" y="1286"/>
                      <a:pt x="5213" y="883"/>
                      <a:pt x="5796" y="793"/>
                    </a:cubicBezTo>
                    <a:cubicBezTo>
                      <a:pt x="5880" y="779"/>
                      <a:pt x="5966" y="772"/>
                      <a:pt x="6053" y="772"/>
                    </a:cubicBezTo>
                    <a:close/>
                    <a:moveTo>
                      <a:pt x="6041" y="643"/>
                    </a:moveTo>
                    <a:cubicBezTo>
                      <a:pt x="6024" y="643"/>
                      <a:pt x="6007" y="643"/>
                      <a:pt x="5990" y="644"/>
                    </a:cubicBezTo>
                    <a:cubicBezTo>
                      <a:pt x="5676" y="658"/>
                      <a:pt x="5348" y="763"/>
                      <a:pt x="5079" y="942"/>
                    </a:cubicBezTo>
                    <a:cubicBezTo>
                      <a:pt x="4767" y="1150"/>
                      <a:pt x="4559" y="1461"/>
                      <a:pt x="4468" y="1817"/>
                    </a:cubicBezTo>
                    <a:lnTo>
                      <a:pt x="4468" y="1817"/>
                    </a:lnTo>
                    <a:cubicBezTo>
                      <a:pt x="4467" y="1819"/>
                      <a:pt x="4467" y="1821"/>
                      <a:pt x="4466" y="1823"/>
                    </a:cubicBezTo>
                    <a:cubicBezTo>
                      <a:pt x="4466" y="1823"/>
                      <a:pt x="4466" y="1823"/>
                      <a:pt x="4466" y="1823"/>
                    </a:cubicBezTo>
                    <a:lnTo>
                      <a:pt x="4466" y="1823"/>
                    </a:lnTo>
                    <a:cubicBezTo>
                      <a:pt x="4464" y="1829"/>
                      <a:pt x="4463" y="1834"/>
                      <a:pt x="4462" y="1839"/>
                    </a:cubicBezTo>
                    <a:lnTo>
                      <a:pt x="4462" y="1839"/>
                    </a:lnTo>
                    <a:cubicBezTo>
                      <a:pt x="4283" y="2519"/>
                      <a:pt x="4978" y="3064"/>
                      <a:pt x="5557" y="3198"/>
                    </a:cubicBezTo>
                    <a:cubicBezTo>
                      <a:pt x="5679" y="3227"/>
                      <a:pt x="5799" y="3240"/>
                      <a:pt x="5918" y="3240"/>
                    </a:cubicBezTo>
                    <a:cubicBezTo>
                      <a:pt x="6163" y="3240"/>
                      <a:pt x="6401" y="3184"/>
                      <a:pt x="6632" y="3093"/>
                    </a:cubicBezTo>
                    <a:cubicBezTo>
                      <a:pt x="6886" y="2974"/>
                      <a:pt x="7125" y="2824"/>
                      <a:pt x="7289" y="2585"/>
                    </a:cubicBezTo>
                    <a:cubicBezTo>
                      <a:pt x="7573" y="2197"/>
                      <a:pt x="7543" y="1674"/>
                      <a:pt x="7289" y="1286"/>
                    </a:cubicBezTo>
                    <a:cubicBezTo>
                      <a:pt x="7015" y="853"/>
                      <a:pt x="6531" y="643"/>
                      <a:pt x="6041" y="643"/>
                    </a:cubicBezTo>
                    <a:close/>
                    <a:moveTo>
                      <a:pt x="3018" y="2500"/>
                    </a:moveTo>
                    <a:cubicBezTo>
                      <a:pt x="3273" y="2500"/>
                      <a:pt x="3518" y="2567"/>
                      <a:pt x="3705" y="2735"/>
                    </a:cubicBezTo>
                    <a:cubicBezTo>
                      <a:pt x="3959" y="2974"/>
                      <a:pt x="4138" y="3287"/>
                      <a:pt x="4138" y="3631"/>
                    </a:cubicBezTo>
                    <a:cubicBezTo>
                      <a:pt x="4138" y="3914"/>
                      <a:pt x="4018" y="4198"/>
                      <a:pt x="3839" y="4422"/>
                    </a:cubicBezTo>
                    <a:cubicBezTo>
                      <a:pt x="3539" y="4748"/>
                      <a:pt x="3102" y="4926"/>
                      <a:pt x="2658" y="4926"/>
                    </a:cubicBezTo>
                    <a:cubicBezTo>
                      <a:pt x="2594" y="4926"/>
                      <a:pt x="2529" y="4923"/>
                      <a:pt x="2465" y="4915"/>
                    </a:cubicBezTo>
                    <a:cubicBezTo>
                      <a:pt x="2032" y="4841"/>
                      <a:pt x="1599" y="4587"/>
                      <a:pt x="1479" y="4139"/>
                    </a:cubicBezTo>
                    <a:cubicBezTo>
                      <a:pt x="1405" y="3885"/>
                      <a:pt x="1464" y="3601"/>
                      <a:pt x="1569" y="3362"/>
                    </a:cubicBezTo>
                    <a:cubicBezTo>
                      <a:pt x="1673" y="3108"/>
                      <a:pt x="1838" y="2914"/>
                      <a:pt x="2062" y="2779"/>
                    </a:cubicBezTo>
                    <a:cubicBezTo>
                      <a:pt x="2325" y="2618"/>
                      <a:pt x="2681" y="2500"/>
                      <a:pt x="3018" y="2500"/>
                    </a:cubicBezTo>
                    <a:close/>
                    <a:moveTo>
                      <a:pt x="3019" y="2365"/>
                    </a:moveTo>
                    <a:cubicBezTo>
                      <a:pt x="2730" y="2365"/>
                      <a:pt x="2435" y="2443"/>
                      <a:pt x="2196" y="2555"/>
                    </a:cubicBezTo>
                    <a:cubicBezTo>
                      <a:pt x="1942" y="2675"/>
                      <a:pt x="1703" y="2869"/>
                      <a:pt x="1554" y="3108"/>
                    </a:cubicBezTo>
                    <a:cubicBezTo>
                      <a:pt x="1390" y="3362"/>
                      <a:pt x="1300" y="3690"/>
                      <a:pt x="1330" y="3989"/>
                    </a:cubicBezTo>
                    <a:cubicBezTo>
                      <a:pt x="1375" y="4497"/>
                      <a:pt x="1778" y="4855"/>
                      <a:pt x="2271" y="4990"/>
                    </a:cubicBezTo>
                    <a:cubicBezTo>
                      <a:pt x="2407" y="5024"/>
                      <a:pt x="2546" y="5041"/>
                      <a:pt x="2685" y="5041"/>
                    </a:cubicBezTo>
                    <a:cubicBezTo>
                      <a:pt x="3093" y="5041"/>
                      <a:pt x="3497" y="4895"/>
                      <a:pt x="3809" y="4616"/>
                    </a:cubicBezTo>
                    <a:cubicBezTo>
                      <a:pt x="4063" y="4377"/>
                      <a:pt x="4242" y="4064"/>
                      <a:pt x="4272" y="3705"/>
                    </a:cubicBezTo>
                    <a:cubicBezTo>
                      <a:pt x="4302" y="3302"/>
                      <a:pt x="4093" y="2929"/>
                      <a:pt x="3809" y="2645"/>
                    </a:cubicBezTo>
                    <a:cubicBezTo>
                      <a:pt x="3593" y="2443"/>
                      <a:pt x="3309" y="2365"/>
                      <a:pt x="3019" y="2365"/>
                    </a:cubicBezTo>
                    <a:close/>
                    <a:moveTo>
                      <a:pt x="12616" y="4941"/>
                    </a:moveTo>
                    <a:cubicBezTo>
                      <a:pt x="12597" y="4941"/>
                      <a:pt x="12576" y="4951"/>
                      <a:pt x="12562" y="4975"/>
                    </a:cubicBezTo>
                    <a:cubicBezTo>
                      <a:pt x="12233" y="5453"/>
                      <a:pt x="11665" y="5677"/>
                      <a:pt x="11292" y="6125"/>
                    </a:cubicBezTo>
                    <a:cubicBezTo>
                      <a:pt x="11143" y="6334"/>
                      <a:pt x="11008" y="6588"/>
                      <a:pt x="11038" y="6842"/>
                    </a:cubicBezTo>
                    <a:cubicBezTo>
                      <a:pt x="11053" y="7111"/>
                      <a:pt x="11292" y="7245"/>
                      <a:pt x="11501" y="7350"/>
                    </a:cubicBezTo>
                    <a:cubicBezTo>
                      <a:pt x="11512" y="7353"/>
                      <a:pt x="11523" y="7355"/>
                      <a:pt x="11533" y="7355"/>
                    </a:cubicBezTo>
                    <a:cubicBezTo>
                      <a:pt x="11603" y="7355"/>
                      <a:pt x="11639" y="7271"/>
                      <a:pt x="11561" y="7245"/>
                    </a:cubicBezTo>
                    <a:cubicBezTo>
                      <a:pt x="11471" y="7200"/>
                      <a:pt x="11352" y="7141"/>
                      <a:pt x="11262" y="7051"/>
                    </a:cubicBezTo>
                    <a:cubicBezTo>
                      <a:pt x="11158" y="6946"/>
                      <a:pt x="11143" y="6812"/>
                      <a:pt x="11173" y="6663"/>
                    </a:cubicBezTo>
                    <a:cubicBezTo>
                      <a:pt x="11217" y="6424"/>
                      <a:pt x="11367" y="6215"/>
                      <a:pt x="11546" y="6035"/>
                    </a:cubicBezTo>
                    <a:cubicBezTo>
                      <a:pt x="11904" y="5692"/>
                      <a:pt x="12367" y="5453"/>
                      <a:pt x="12651" y="5035"/>
                    </a:cubicBezTo>
                    <a:cubicBezTo>
                      <a:pt x="12692" y="4984"/>
                      <a:pt x="12657" y="4941"/>
                      <a:pt x="12616" y="4941"/>
                    </a:cubicBezTo>
                    <a:close/>
                    <a:moveTo>
                      <a:pt x="1692" y="5465"/>
                    </a:moveTo>
                    <a:cubicBezTo>
                      <a:pt x="1891" y="5465"/>
                      <a:pt x="2088" y="5505"/>
                      <a:pt x="2271" y="5602"/>
                    </a:cubicBezTo>
                    <a:cubicBezTo>
                      <a:pt x="2614" y="5781"/>
                      <a:pt x="2838" y="6140"/>
                      <a:pt x="2838" y="6528"/>
                    </a:cubicBezTo>
                    <a:cubicBezTo>
                      <a:pt x="2853" y="6961"/>
                      <a:pt x="2614" y="7335"/>
                      <a:pt x="2241" y="7544"/>
                    </a:cubicBezTo>
                    <a:cubicBezTo>
                      <a:pt x="1987" y="7693"/>
                      <a:pt x="1703" y="7753"/>
                      <a:pt x="1405" y="7783"/>
                    </a:cubicBezTo>
                    <a:cubicBezTo>
                      <a:pt x="1381" y="7784"/>
                      <a:pt x="1358" y="7785"/>
                      <a:pt x="1334" y="7785"/>
                    </a:cubicBezTo>
                    <a:cubicBezTo>
                      <a:pt x="1077" y="7785"/>
                      <a:pt x="833" y="7708"/>
                      <a:pt x="628" y="7544"/>
                    </a:cubicBezTo>
                    <a:cubicBezTo>
                      <a:pt x="374" y="7335"/>
                      <a:pt x="180" y="7036"/>
                      <a:pt x="165" y="6693"/>
                    </a:cubicBezTo>
                    <a:cubicBezTo>
                      <a:pt x="136" y="6285"/>
                      <a:pt x="404" y="5949"/>
                      <a:pt x="722" y="5711"/>
                    </a:cubicBezTo>
                    <a:lnTo>
                      <a:pt x="722" y="5711"/>
                    </a:lnTo>
                    <a:cubicBezTo>
                      <a:pt x="726" y="5712"/>
                      <a:pt x="730" y="5712"/>
                      <a:pt x="735" y="5712"/>
                    </a:cubicBezTo>
                    <a:cubicBezTo>
                      <a:pt x="744" y="5712"/>
                      <a:pt x="753" y="5710"/>
                      <a:pt x="762" y="5707"/>
                    </a:cubicBezTo>
                    <a:cubicBezTo>
                      <a:pt x="1048" y="5569"/>
                      <a:pt x="1373" y="5465"/>
                      <a:pt x="1692" y="5465"/>
                    </a:cubicBezTo>
                    <a:close/>
                    <a:moveTo>
                      <a:pt x="1692" y="5340"/>
                    </a:moveTo>
                    <a:cubicBezTo>
                      <a:pt x="1363" y="5340"/>
                      <a:pt x="1023" y="5439"/>
                      <a:pt x="719" y="5587"/>
                    </a:cubicBezTo>
                    <a:lnTo>
                      <a:pt x="719" y="5587"/>
                    </a:lnTo>
                    <a:cubicBezTo>
                      <a:pt x="709" y="5589"/>
                      <a:pt x="699" y="5593"/>
                      <a:pt x="688" y="5602"/>
                    </a:cubicBezTo>
                    <a:cubicBezTo>
                      <a:pt x="688" y="5602"/>
                      <a:pt x="688" y="5602"/>
                      <a:pt x="688" y="5602"/>
                    </a:cubicBezTo>
                    <a:lnTo>
                      <a:pt x="688" y="5602"/>
                    </a:lnTo>
                    <a:cubicBezTo>
                      <a:pt x="677" y="5607"/>
                      <a:pt x="669" y="5612"/>
                      <a:pt x="664" y="5619"/>
                    </a:cubicBezTo>
                    <a:lnTo>
                      <a:pt x="664" y="5619"/>
                    </a:lnTo>
                    <a:cubicBezTo>
                      <a:pt x="360" y="5842"/>
                      <a:pt x="89" y="6150"/>
                      <a:pt x="45" y="6543"/>
                    </a:cubicBezTo>
                    <a:cubicBezTo>
                      <a:pt x="1" y="6857"/>
                      <a:pt x="135" y="7171"/>
                      <a:pt x="329" y="7424"/>
                    </a:cubicBezTo>
                    <a:cubicBezTo>
                      <a:pt x="523" y="7663"/>
                      <a:pt x="792" y="7843"/>
                      <a:pt x="1091" y="7902"/>
                    </a:cubicBezTo>
                    <a:cubicBezTo>
                      <a:pt x="1167" y="7917"/>
                      <a:pt x="1245" y="7923"/>
                      <a:pt x="1324" y="7923"/>
                    </a:cubicBezTo>
                    <a:cubicBezTo>
                      <a:pt x="1573" y="7923"/>
                      <a:pt x="1832" y="7859"/>
                      <a:pt x="2047" y="7768"/>
                    </a:cubicBezTo>
                    <a:cubicBezTo>
                      <a:pt x="2510" y="7589"/>
                      <a:pt x="2883" y="7230"/>
                      <a:pt x="2958" y="6737"/>
                    </a:cubicBezTo>
                    <a:cubicBezTo>
                      <a:pt x="3018" y="6304"/>
                      <a:pt x="2838" y="5856"/>
                      <a:pt x="2480" y="5587"/>
                    </a:cubicBezTo>
                    <a:cubicBezTo>
                      <a:pt x="2244" y="5412"/>
                      <a:pt x="1972" y="5340"/>
                      <a:pt x="1692" y="5340"/>
                    </a:cubicBezTo>
                    <a:close/>
                    <a:moveTo>
                      <a:pt x="10045" y="7394"/>
                    </a:moveTo>
                    <a:cubicBezTo>
                      <a:pt x="9814" y="7394"/>
                      <a:pt x="9583" y="7437"/>
                      <a:pt x="9365" y="7529"/>
                    </a:cubicBezTo>
                    <a:cubicBezTo>
                      <a:pt x="9111" y="7619"/>
                      <a:pt x="8887" y="7783"/>
                      <a:pt x="8693" y="7977"/>
                    </a:cubicBezTo>
                    <a:cubicBezTo>
                      <a:pt x="8499" y="8186"/>
                      <a:pt x="8290" y="8470"/>
                      <a:pt x="8305" y="8754"/>
                    </a:cubicBezTo>
                    <a:cubicBezTo>
                      <a:pt x="8313" y="8801"/>
                      <a:pt x="8353" y="8823"/>
                      <a:pt x="8388" y="8823"/>
                    </a:cubicBezTo>
                    <a:cubicBezTo>
                      <a:pt x="8420" y="8823"/>
                      <a:pt x="8446" y="8804"/>
                      <a:pt x="8439" y="8769"/>
                    </a:cubicBezTo>
                    <a:cubicBezTo>
                      <a:pt x="8424" y="8485"/>
                      <a:pt x="8633" y="8231"/>
                      <a:pt x="8813" y="8037"/>
                    </a:cubicBezTo>
                    <a:cubicBezTo>
                      <a:pt x="8992" y="7858"/>
                      <a:pt x="9216" y="7723"/>
                      <a:pt x="9455" y="7619"/>
                    </a:cubicBezTo>
                    <a:cubicBezTo>
                      <a:pt x="9649" y="7554"/>
                      <a:pt x="9849" y="7522"/>
                      <a:pt x="10046" y="7522"/>
                    </a:cubicBezTo>
                    <a:cubicBezTo>
                      <a:pt x="10397" y="7522"/>
                      <a:pt x="10742" y="7622"/>
                      <a:pt x="11038" y="7813"/>
                    </a:cubicBezTo>
                    <a:cubicBezTo>
                      <a:pt x="11048" y="7820"/>
                      <a:pt x="11059" y="7824"/>
                      <a:pt x="11069" y="7824"/>
                    </a:cubicBezTo>
                    <a:cubicBezTo>
                      <a:pt x="11119" y="7824"/>
                      <a:pt x="11160" y="7745"/>
                      <a:pt x="11098" y="7708"/>
                    </a:cubicBezTo>
                    <a:cubicBezTo>
                      <a:pt x="10785" y="7506"/>
                      <a:pt x="10415" y="7394"/>
                      <a:pt x="10045" y="7394"/>
                    </a:cubicBezTo>
                    <a:close/>
                    <a:moveTo>
                      <a:pt x="2721" y="8155"/>
                    </a:moveTo>
                    <a:cubicBezTo>
                      <a:pt x="2740" y="8155"/>
                      <a:pt x="2759" y="8155"/>
                      <a:pt x="2779" y="8156"/>
                    </a:cubicBezTo>
                    <a:cubicBezTo>
                      <a:pt x="3092" y="8186"/>
                      <a:pt x="3391" y="8321"/>
                      <a:pt x="3615" y="8515"/>
                    </a:cubicBezTo>
                    <a:cubicBezTo>
                      <a:pt x="3854" y="8724"/>
                      <a:pt x="4033" y="8978"/>
                      <a:pt x="4078" y="9291"/>
                    </a:cubicBezTo>
                    <a:cubicBezTo>
                      <a:pt x="4138" y="9575"/>
                      <a:pt x="4063" y="9859"/>
                      <a:pt x="3914" y="10098"/>
                    </a:cubicBezTo>
                    <a:cubicBezTo>
                      <a:pt x="3680" y="10465"/>
                      <a:pt x="3291" y="10624"/>
                      <a:pt x="2887" y="10624"/>
                    </a:cubicBezTo>
                    <a:cubicBezTo>
                      <a:pt x="2387" y="10624"/>
                      <a:pt x="1865" y="10381"/>
                      <a:pt x="1584" y="9993"/>
                    </a:cubicBezTo>
                    <a:cubicBezTo>
                      <a:pt x="1449" y="9799"/>
                      <a:pt x="1375" y="9575"/>
                      <a:pt x="1390" y="9351"/>
                    </a:cubicBezTo>
                    <a:cubicBezTo>
                      <a:pt x="1405" y="9217"/>
                      <a:pt x="1449" y="9097"/>
                      <a:pt x="1509" y="8993"/>
                    </a:cubicBezTo>
                    <a:cubicBezTo>
                      <a:pt x="1554" y="8918"/>
                      <a:pt x="1599" y="8858"/>
                      <a:pt x="1643" y="8799"/>
                    </a:cubicBezTo>
                    <a:cubicBezTo>
                      <a:pt x="1718" y="8694"/>
                      <a:pt x="1778" y="8589"/>
                      <a:pt x="1868" y="8500"/>
                    </a:cubicBezTo>
                    <a:cubicBezTo>
                      <a:pt x="1873" y="8492"/>
                      <a:pt x="1877" y="8484"/>
                      <a:pt x="1878" y="8476"/>
                    </a:cubicBezTo>
                    <a:lnTo>
                      <a:pt x="1878" y="8476"/>
                    </a:lnTo>
                    <a:cubicBezTo>
                      <a:pt x="2114" y="8266"/>
                      <a:pt x="2410" y="8155"/>
                      <a:pt x="2721" y="8155"/>
                    </a:cubicBezTo>
                    <a:close/>
                    <a:moveTo>
                      <a:pt x="2686" y="8024"/>
                    </a:moveTo>
                    <a:cubicBezTo>
                      <a:pt x="2339" y="8024"/>
                      <a:pt x="2021" y="8167"/>
                      <a:pt x="1766" y="8407"/>
                    </a:cubicBezTo>
                    <a:lnTo>
                      <a:pt x="1766" y="8407"/>
                    </a:lnTo>
                    <a:cubicBezTo>
                      <a:pt x="1765" y="8408"/>
                      <a:pt x="1764" y="8409"/>
                      <a:pt x="1763" y="8410"/>
                    </a:cubicBezTo>
                    <a:cubicBezTo>
                      <a:pt x="1763" y="8410"/>
                      <a:pt x="1763" y="8410"/>
                      <a:pt x="1763" y="8410"/>
                    </a:cubicBezTo>
                    <a:lnTo>
                      <a:pt x="1763" y="8410"/>
                    </a:lnTo>
                    <a:cubicBezTo>
                      <a:pt x="1758" y="8414"/>
                      <a:pt x="1754" y="8418"/>
                      <a:pt x="1751" y="8422"/>
                    </a:cubicBezTo>
                    <a:lnTo>
                      <a:pt x="1751" y="8422"/>
                    </a:lnTo>
                    <a:cubicBezTo>
                      <a:pt x="1680" y="8494"/>
                      <a:pt x="1610" y="8580"/>
                      <a:pt x="1554" y="8679"/>
                    </a:cubicBezTo>
                    <a:cubicBezTo>
                      <a:pt x="1509" y="8739"/>
                      <a:pt x="1464" y="8813"/>
                      <a:pt x="1405" y="8888"/>
                    </a:cubicBezTo>
                    <a:cubicBezTo>
                      <a:pt x="1345" y="8993"/>
                      <a:pt x="1300" y="9127"/>
                      <a:pt x="1270" y="9262"/>
                    </a:cubicBezTo>
                    <a:cubicBezTo>
                      <a:pt x="1225" y="9486"/>
                      <a:pt x="1270" y="9725"/>
                      <a:pt x="1375" y="9919"/>
                    </a:cubicBezTo>
                    <a:cubicBezTo>
                      <a:pt x="1614" y="10352"/>
                      <a:pt x="2092" y="10621"/>
                      <a:pt x="2555" y="10725"/>
                    </a:cubicBezTo>
                    <a:cubicBezTo>
                      <a:pt x="2659" y="10744"/>
                      <a:pt x="2765" y="10753"/>
                      <a:pt x="2870" y="10753"/>
                    </a:cubicBezTo>
                    <a:cubicBezTo>
                      <a:pt x="3279" y="10753"/>
                      <a:pt x="3679" y="10610"/>
                      <a:pt x="3929" y="10277"/>
                    </a:cubicBezTo>
                    <a:cubicBezTo>
                      <a:pt x="4123" y="10038"/>
                      <a:pt x="4242" y="9739"/>
                      <a:pt x="4227" y="9441"/>
                    </a:cubicBezTo>
                    <a:cubicBezTo>
                      <a:pt x="4212" y="9112"/>
                      <a:pt x="4063" y="8813"/>
                      <a:pt x="3839" y="8574"/>
                    </a:cubicBezTo>
                    <a:cubicBezTo>
                      <a:pt x="3585" y="8291"/>
                      <a:pt x="3242" y="8082"/>
                      <a:pt x="2868" y="8037"/>
                    </a:cubicBezTo>
                    <a:cubicBezTo>
                      <a:pt x="2807" y="8028"/>
                      <a:pt x="2746" y="8024"/>
                      <a:pt x="2686" y="8024"/>
                    </a:cubicBezTo>
                    <a:close/>
                    <a:moveTo>
                      <a:pt x="6204" y="9346"/>
                    </a:moveTo>
                    <a:cubicBezTo>
                      <a:pt x="6557" y="9346"/>
                      <a:pt x="6923" y="9465"/>
                      <a:pt x="7110" y="9799"/>
                    </a:cubicBezTo>
                    <a:cubicBezTo>
                      <a:pt x="7140" y="9859"/>
                      <a:pt x="7155" y="9919"/>
                      <a:pt x="7170" y="9978"/>
                    </a:cubicBezTo>
                    <a:cubicBezTo>
                      <a:pt x="7185" y="10008"/>
                      <a:pt x="7185" y="10038"/>
                      <a:pt x="7200" y="10068"/>
                    </a:cubicBezTo>
                    <a:cubicBezTo>
                      <a:pt x="7215" y="10113"/>
                      <a:pt x="7244" y="10158"/>
                      <a:pt x="7274" y="10202"/>
                    </a:cubicBezTo>
                    <a:cubicBezTo>
                      <a:pt x="7334" y="10367"/>
                      <a:pt x="7379" y="10546"/>
                      <a:pt x="7364" y="10725"/>
                    </a:cubicBezTo>
                    <a:cubicBezTo>
                      <a:pt x="7334" y="11114"/>
                      <a:pt x="7065" y="11397"/>
                      <a:pt x="6722" y="11562"/>
                    </a:cubicBezTo>
                    <a:cubicBezTo>
                      <a:pt x="6709" y="11569"/>
                      <a:pt x="6700" y="11579"/>
                      <a:pt x="6695" y="11589"/>
                    </a:cubicBezTo>
                    <a:lnTo>
                      <a:pt x="6695" y="11589"/>
                    </a:lnTo>
                    <a:cubicBezTo>
                      <a:pt x="6495" y="11676"/>
                      <a:pt x="6276" y="11720"/>
                      <a:pt x="6057" y="11720"/>
                    </a:cubicBezTo>
                    <a:cubicBezTo>
                      <a:pt x="5673" y="11720"/>
                      <a:pt x="5290" y="11583"/>
                      <a:pt x="5019" y="11293"/>
                    </a:cubicBezTo>
                    <a:cubicBezTo>
                      <a:pt x="4675" y="10919"/>
                      <a:pt x="4616" y="10352"/>
                      <a:pt x="4929" y="9934"/>
                    </a:cubicBezTo>
                    <a:cubicBezTo>
                      <a:pt x="5198" y="9605"/>
                      <a:pt x="5646" y="9396"/>
                      <a:pt x="6079" y="9351"/>
                    </a:cubicBezTo>
                    <a:cubicBezTo>
                      <a:pt x="6120" y="9348"/>
                      <a:pt x="6162" y="9346"/>
                      <a:pt x="6204" y="9346"/>
                    </a:cubicBezTo>
                    <a:close/>
                    <a:moveTo>
                      <a:pt x="6177" y="9231"/>
                    </a:moveTo>
                    <a:cubicBezTo>
                      <a:pt x="5715" y="9231"/>
                      <a:pt x="5231" y="9424"/>
                      <a:pt x="4914" y="9769"/>
                    </a:cubicBezTo>
                    <a:cubicBezTo>
                      <a:pt x="4526" y="10173"/>
                      <a:pt x="4466" y="10770"/>
                      <a:pt x="4795" y="11233"/>
                    </a:cubicBezTo>
                    <a:cubicBezTo>
                      <a:pt x="5079" y="11644"/>
                      <a:pt x="5555" y="11837"/>
                      <a:pt x="6039" y="11837"/>
                    </a:cubicBezTo>
                    <a:cubicBezTo>
                      <a:pt x="6294" y="11837"/>
                      <a:pt x="6550" y="11784"/>
                      <a:pt x="6781" y="11681"/>
                    </a:cubicBezTo>
                    <a:cubicBezTo>
                      <a:pt x="6786" y="11679"/>
                      <a:pt x="6790" y="11677"/>
                      <a:pt x="6794" y="11675"/>
                    </a:cubicBezTo>
                    <a:lnTo>
                      <a:pt x="6794" y="11675"/>
                    </a:lnTo>
                    <a:cubicBezTo>
                      <a:pt x="7102" y="11510"/>
                      <a:pt x="7365" y="11258"/>
                      <a:pt x="7454" y="10919"/>
                    </a:cubicBezTo>
                    <a:cubicBezTo>
                      <a:pt x="7483" y="10755"/>
                      <a:pt x="7483" y="10591"/>
                      <a:pt x="7454" y="10427"/>
                    </a:cubicBezTo>
                    <a:cubicBezTo>
                      <a:pt x="7424" y="10262"/>
                      <a:pt x="7334" y="10098"/>
                      <a:pt x="7289" y="9934"/>
                    </a:cubicBezTo>
                    <a:cubicBezTo>
                      <a:pt x="7140" y="9471"/>
                      <a:pt x="6707" y="9232"/>
                      <a:pt x="6229" y="9232"/>
                    </a:cubicBezTo>
                    <a:cubicBezTo>
                      <a:pt x="6212" y="9231"/>
                      <a:pt x="6194" y="9231"/>
                      <a:pt x="6177" y="92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57"/>
              <p:cNvSpPr/>
              <p:nvPr/>
            </p:nvSpPr>
            <p:spPr>
              <a:xfrm flipH="1" rot="-9900018">
                <a:off x="4933267" y="5485725"/>
                <a:ext cx="588746" cy="319376"/>
              </a:xfrm>
              <a:custGeom>
                <a:rect b="b" l="l" r="r" t="t"/>
                <a:pathLst>
                  <a:path extrusionOk="0" h="2485" w="4581">
                    <a:moveTo>
                      <a:pt x="4252" y="1768"/>
                    </a:moveTo>
                    <a:cubicBezTo>
                      <a:pt x="3909" y="1768"/>
                      <a:pt x="3909" y="2291"/>
                      <a:pt x="4252" y="2291"/>
                    </a:cubicBezTo>
                    <a:cubicBezTo>
                      <a:pt x="4581" y="2291"/>
                      <a:pt x="4581" y="1768"/>
                      <a:pt x="4252" y="1768"/>
                    </a:cubicBezTo>
                    <a:close/>
                    <a:moveTo>
                      <a:pt x="1754" y="1"/>
                    </a:moveTo>
                    <a:cubicBezTo>
                      <a:pt x="1159" y="1"/>
                      <a:pt x="520" y="315"/>
                      <a:pt x="250" y="1066"/>
                    </a:cubicBezTo>
                    <a:cubicBezTo>
                      <a:pt x="1" y="1743"/>
                      <a:pt x="827" y="2485"/>
                      <a:pt x="1626" y="2485"/>
                    </a:cubicBezTo>
                    <a:cubicBezTo>
                      <a:pt x="1690" y="2485"/>
                      <a:pt x="1755" y="2480"/>
                      <a:pt x="1818" y="2470"/>
                    </a:cubicBezTo>
                    <a:cubicBezTo>
                      <a:pt x="3476" y="2201"/>
                      <a:pt x="3386" y="737"/>
                      <a:pt x="2550" y="215"/>
                    </a:cubicBezTo>
                    <a:cubicBezTo>
                      <a:pt x="2328" y="77"/>
                      <a:pt x="2046" y="1"/>
                      <a:pt x="175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57"/>
              <p:cNvSpPr/>
              <p:nvPr/>
            </p:nvSpPr>
            <p:spPr>
              <a:xfrm flipH="1" rot="-9900018">
                <a:off x="5543530" y="4604281"/>
                <a:ext cx="615220" cy="619216"/>
              </a:xfrm>
              <a:custGeom>
                <a:rect b="b" l="l" r="r" t="t"/>
                <a:pathLst>
                  <a:path extrusionOk="0" h="4818" w="4787">
                    <a:moveTo>
                      <a:pt x="2903" y="0"/>
                    </a:moveTo>
                    <a:cubicBezTo>
                      <a:pt x="2828" y="0"/>
                      <a:pt x="2758" y="34"/>
                      <a:pt x="2711" y="109"/>
                    </a:cubicBezTo>
                    <a:cubicBezTo>
                      <a:pt x="2687" y="157"/>
                      <a:pt x="2667" y="205"/>
                      <a:pt x="2659" y="255"/>
                    </a:cubicBezTo>
                    <a:lnTo>
                      <a:pt x="2659" y="255"/>
                    </a:lnTo>
                    <a:cubicBezTo>
                      <a:pt x="2603" y="387"/>
                      <a:pt x="2636" y="553"/>
                      <a:pt x="2741" y="647"/>
                    </a:cubicBezTo>
                    <a:cubicBezTo>
                      <a:pt x="2810" y="716"/>
                      <a:pt x="2910" y="753"/>
                      <a:pt x="3010" y="753"/>
                    </a:cubicBezTo>
                    <a:cubicBezTo>
                      <a:pt x="3104" y="753"/>
                      <a:pt x="3198" y="719"/>
                      <a:pt x="3263" y="647"/>
                    </a:cubicBezTo>
                    <a:cubicBezTo>
                      <a:pt x="3279" y="627"/>
                      <a:pt x="3293" y="605"/>
                      <a:pt x="3304" y="580"/>
                    </a:cubicBezTo>
                    <a:lnTo>
                      <a:pt x="3304" y="580"/>
                    </a:lnTo>
                    <a:cubicBezTo>
                      <a:pt x="3313" y="566"/>
                      <a:pt x="3319" y="553"/>
                      <a:pt x="3323" y="542"/>
                    </a:cubicBezTo>
                    <a:cubicBezTo>
                      <a:pt x="3323" y="536"/>
                      <a:pt x="3323" y="530"/>
                      <a:pt x="3323" y="524"/>
                    </a:cubicBezTo>
                    <a:lnTo>
                      <a:pt x="3323" y="524"/>
                    </a:lnTo>
                    <a:cubicBezTo>
                      <a:pt x="3331" y="492"/>
                      <a:pt x="3333" y="459"/>
                      <a:pt x="3329" y="427"/>
                    </a:cubicBezTo>
                    <a:lnTo>
                      <a:pt x="3329" y="427"/>
                    </a:lnTo>
                    <a:cubicBezTo>
                      <a:pt x="3330" y="394"/>
                      <a:pt x="3330" y="361"/>
                      <a:pt x="3323" y="318"/>
                    </a:cubicBezTo>
                    <a:cubicBezTo>
                      <a:pt x="3308" y="258"/>
                      <a:pt x="3263" y="184"/>
                      <a:pt x="3218" y="139"/>
                    </a:cubicBezTo>
                    <a:cubicBezTo>
                      <a:pt x="3178" y="99"/>
                      <a:pt x="3130" y="71"/>
                      <a:pt x="3079" y="55"/>
                    </a:cubicBezTo>
                    <a:lnTo>
                      <a:pt x="3079" y="55"/>
                    </a:lnTo>
                    <a:cubicBezTo>
                      <a:pt x="3066" y="47"/>
                      <a:pt x="3053" y="41"/>
                      <a:pt x="3039" y="34"/>
                    </a:cubicBezTo>
                    <a:cubicBezTo>
                      <a:pt x="2995" y="12"/>
                      <a:pt x="2948" y="0"/>
                      <a:pt x="2903" y="0"/>
                    </a:cubicBezTo>
                    <a:close/>
                    <a:moveTo>
                      <a:pt x="1785" y="1233"/>
                    </a:moveTo>
                    <a:cubicBezTo>
                      <a:pt x="852" y="1233"/>
                      <a:pt x="0" y="2450"/>
                      <a:pt x="635" y="3216"/>
                    </a:cubicBezTo>
                    <a:cubicBezTo>
                      <a:pt x="915" y="3561"/>
                      <a:pt x="1332" y="3725"/>
                      <a:pt x="1753" y="3725"/>
                    </a:cubicBezTo>
                    <a:cubicBezTo>
                      <a:pt x="2298" y="3725"/>
                      <a:pt x="2851" y="3452"/>
                      <a:pt x="3129" y="2947"/>
                    </a:cubicBezTo>
                    <a:cubicBezTo>
                      <a:pt x="3443" y="2409"/>
                      <a:pt x="3204" y="1857"/>
                      <a:pt x="2651" y="1558"/>
                    </a:cubicBezTo>
                    <a:cubicBezTo>
                      <a:pt x="2591" y="1528"/>
                      <a:pt x="2546" y="1498"/>
                      <a:pt x="2472" y="1483"/>
                    </a:cubicBezTo>
                    <a:cubicBezTo>
                      <a:pt x="2252" y="1308"/>
                      <a:pt x="2016" y="1233"/>
                      <a:pt x="1785" y="1233"/>
                    </a:cubicBezTo>
                    <a:close/>
                    <a:moveTo>
                      <a:pt x="3786" y="4420"/>
                    </a:moveTo>
                    <a:lnTo>
                      <a:pt x="3786" y="4440"/>
                    </a:lnTo>
                    <a:cubicBezTo>
                      <a:pt x="3777" y="4445"/>
                      <a:pt x="3771" y="4447"/>
                      <a:pt x="3767" y="4447"/>
                    </a:cubicBezTo>
                    <a:cubicBezTo>
                      <a:pt x="3757" y="4447"/>
                      <a:pt x="3761" y="4436"/>
                      <a:pt x="3771" y="4426"/>
                    </a:cubicBezTo>
                    <a:cubicBezTo>
                      <a:pt x="3776" y="4424"/>
                      <a:pt x="3781" y="4422"/>
                      <a:pt x="3786" y="4420"/>
                    </a:cubicBezTo>
                    <a:close/>
                    <a:moveTo>
                      <a:pt x="4095" y="3655"/>
                    </a:moveTo>
                    <a:cubicBezTo>
                      <a:pt x="3802" y="3655"/>
                      <a:pt x="3459" y="3786"/>
                      <a:pt x="3263" y="4007"/>
                    </a:cubicBezTo>
                    <a:cubicBezTo>
                      <a:pt x="2980" y="4336"/>
                      <a:pt x="3204" y="4769"/>
                      <a:pt x="3607" y="4814"/>
                    </a:cubicBezTo>
                    <a:cubicBezTo>
                      <a:pt x="3634" y="4816"/>
                      <a:pt x="3661" y="4817"/>
                      <a:pt x="3688" y="4817"/>
                    </a:cubicBezTo>
                    <a:cubicBezTo>
                      <a:pt x="4002" y="4817"/>
                      <a:pt x="4298" y="4662"/>
                      <a:pt x="4518" y="4455"/>
                    </a:cubicBezTo>
                    <a:cubicBezTo>
                      <a:pt x="4577" y="4403"/>
                      <a:pt x="4604" y="4341"/>
                      <a:pt x="4609" y="4278"/>
                    </a:cubicBezTo>
                    <a:lnTo>
                      <a:pt x="4609" y="4278"/>
                    </a:lnTo>
                    <a:cubicBezTo>
                      <a:pt x="4620" y="4269"/>
                      <a:pt x="4630" y="4258"/>
                      <a:pt x="4637" y="4246"/>
                    </a:cubicBezTo>
                    <a:cubicBezTo>
                      <a:pt x="4787" y="3948"/>
                      <a:pt x="4473" y="3724"/>
                      <a:pt x="4219" y="3664"/>
                    </a:cubicBezTo>
                    <a:cubicBezTo>
                      <a:pt x="4179" y="3658"/>
                      <a:pt x="4137" y="3655"/>
                      <a:pt x="4095" y="3655"/>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57"/>
              <p:cNvSpPr/>
              <p:nvPr/>
            </p:nvSpPr>
            <p:spPr>
              <a:xfrm flipH="1" rot="-9900018">
                <a:off x="4801437" y="4761410"/>
                <a:ext cx="211285" cy="265140"/>
              </a:xfrm>
              <a:custGeom>
                <a:rect b="b" l="l" r="r" t="t"/>
                <a:pathLst>
                  <a:path extrusionOk="0" h="2063" w="1644">
                    <a:moveTo>
                      <a:pt x="650" y="1"/>
                    </a:moveTo>
                    <a:cubicBezTo>
                      <a:pt x="628" y="1"/>
                      <a:pt x="605" y="2"/>
                      <a:pt x="583" y="5"/>
                    </a:cubicBezTo>
                    <a:cubicBezTo>
                      <a:pt x="150" y="50"/>
                      <a:pt x="0" y="543"/>
                      <a:pt x="374" y="812"/>
                    </a:cubicBezTo>
                    <a:cubicBezTo>
                      <a:pt x="394" y="829"/>
                      <a:pt x="427" y="855"/>
                      <a:pt x="466" y="886"/>
                    </a:cubicBezTo>
                    <a:lnTo>
                      <a:pt x="466" y="886"/>
                    </a:lnTo>
                    <a:cubicBezTo>
                      <a:pt x="507" y="977"/>
                      <a:pt x="557" y="1063"/>
                      <a:pt x="613" y="1140"/>
                    </a:cubicBezTo>
                    <a:cubicBezTo>
                      <a:pt x="622" y="1159"/>
                      <a:pt x="688" y="1240"/>
                      <a:pt x="741" y="1296"/>
                    </a:cubicBezTo>
                    <a:lnTo>
                      <a:pt x="741" y="1296"/>
                    </a:lnTo>
                    <a:lnTo>
                      <a:pt x="628" y="1409"/>
                    </a:lnTo>
                    <a:cubicBezTo>
                      <a:pt x="384" y="1641"/>
                      <a:pt x="608" y="2062"/>
                      <a:pt x="885" y="2062"/>
                    </a:cubicBezTo>
                    <a:cubicBezTo>
                      <a:pt x="948" y="2062"/>
                      <a:pt x="1013" y="2041"/>
                      <a:pt x="1076" y="1992"/>
                    </a:cubicBezTo>
                    <a:cubicBezTo>
                      <a:pt x="1101" y="1972"/>
                      <a:pt x="1125" y="1951"/>
                      <a:pt x="1149" y="1930"/>
                    </a:cubicBezTo>
                    <a:lnTo>
                      <a:pt x="1149" y="1930"/>
                    </a:lnTo>
                    <a:cubicBezTo>
                      <a:pt x="1149" y="1931"/>
                      <a:pt x="1150" y="1931"/>
                      <a:pt x="1150" y="1932"/>
                    </a:cubicBezTo>
                    <a:cubicBezTo>
                      <a:pt x="1404" y="1723"/>
                      <a:pt x="1643" y="1439"/>
                      <a:pt x="1539" y="1095"/>
                    </a:cubicBezTo>
                    <a:cubicBezTo>
                      <a:pt x="1535" y="1078"/>
                      <a:pt x="1531" y="1062"/>
                      <a:pt x="1526" y="1045"/>
                    </a:cubicBezTo>
                    <a:lnTo>
                      <a:pt x="1526" y="1045"/>
                    </a:lnTo>
                    <a:cubicBezTo>
                      <a:pt x="1524" y="993"/>
                      <a:pt x="1518" y="940"/>
                      <a:pt x="1509" y="886"/>
                    </a:cubicBezTo>
                    <a:cubicBezTo>
                      <a:pt x="1438" y="518"/>
                      <a:pt x="1071" y="1"/>
                      <a:pt x="65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57"/>
              <p:cNvSpPr/>
              <p:nvPr/>
            </p:nvSpPr>
            <p:spPr>
              <a:xfrm flipH="1" rot="-9900018">
                <a:off x="4879443" y="5083886"/>
                <a:ext cx="593115" cy="409084"/>
              </a:xfrm>
              <a:custGeom>
                <a:rect b="b" l="l" r="r" t="t"/>
                <a:pathLst>
                  <a:path extrusionOk="0" h="3183" w="4615">
                    <a:moveTo>
                      <a:pt x="537" y="1"/>
                    </a:moveTo>
                    <a:cubicBezTo>
                      <a:pt x="507" y="1"/>
                      <a:pt x="477" y="1"/>
                      <a:pt x="463" y="16"/>
                    </a:cubicBezTo>
                    <a:cubicBezTo>
                      <a:pt x="433" y="16"/>
                      <a:pt x="418" y="31"/>
                      <a:pt x="388" y="61"/>
                    </a:cubicBezTo>
                    <a:cubicBezTo>
                      <a:pt x="373" y="76"/>
                      <a:pt x="358" y="91"/>
                      <a:pt x="343" y="120"/>
                    </a:cubicBezTo>
                    <a:cubicBezTo>
                      <a:pt x="328" y="150"/>
                      <a:pt x="328" y="180"/>
                      <a:pt x="328" y="210"/>
                    </a:cubicBezTo>
                    <a:cubicBezTo>
                      <a:pt x="328" y="225"/>
                      <a:pt x="343" y="240"/>
                      <a:pt x="343" y="255"/>
                    </a:cubicBezTo>
                    <a:cubicBezTo>
                      <a:pt x="343" y="300"/>
                      <a:pt x="373" y="315"/>
                      <a:pt x="388" y="344"/>
                    </a:cubicBezTo>
                    <a:cubicBezTo>
                      <a:pt x="403" y="359"/>
                      <a:pt x="418" y="374"/>
                      <a:pt x="433" y="389"/>
                    </a:cubicBezTo>
                    <a:cubicBezTo>
                      <a:pt x="463" y="404"/>
                      <a:pt x="492" y="419"/>
                      <a:pt x="537" y="419"/>
                    </a:cubicBezTo>
                    <a:cubicBezTo>
                      <a:pt x="567" y="419"/>
                      <a:pt x="582" y="404"/>
                      <a:pt x="612" y="404"/>
                    </a:cubicBezTo>
                    <a:cubicBezTo>
                      <a:pt x="627" y="389"/>
                      <a:pt x="657" y="374"/>
                      <a:pt x="672" y="344"/>
                    </a:cubicBezTo>
                    <a:cubicBezTo>
                      <a:pt x="702" y="330"/>
                      <a:pt x="702" y="315"/>
                      <a:pt x="716" y="285"/>
                    </a:cubicBezTo>
                    <a:cubicBezTo>
                      <a:pt x="731" y="255"/>
                      <a:pt x="731" y="225"/>
                      <a:pt x="731" y="210"/>
                    </a:cubicBezTo>
                    <a:cubicBezTo>
                      <a:pt x="731" y="195"/>
                      <a:pt x="731" y="165"/>
                      <a:pt x="731" y="150"/>
                    </a:cubicBezTo>
                    <a:cubicBezTo>
                      <a:pt x="716" y="106"/>
                      <a:pt x="702" y="91"/>
                      <a:pt x="672" y="61"/>
                    </a:cubicBezTo>
                    <a:cubicBezTo>
                      <a:pt x="657" y="46"/>
                      <a:pt x="642" y="31"/>
                      <a:pt x="642" y="31"/>
                    </a:cubicBezTo>
                    <a:cubicBezTo>
                      <a:pt x="612" y="16"/>
                      <a:pt x="567" y="1"/>
                      <a:pt x="537" y="1"/>
                    </a:cubicBezTo>
                    <a:close/>
                    <a:moveTo>
                      <a:pt x="4089" y="2004"/>
                    </a:moveTo>
                    <a:cubicBezTo>
                      <a:pt x="3908" y="2004"/>
                      <a:pt x="3725" y="2126"/>
                      <a:pt x="3674" y="2331"/>
                    </a:cubicBezTo>
                    <a:cubicBezTo>
                      <a:pt x="3599" y="2641"/>
                      <a:pt x="3864" y="2991"/>
                      <a:pt x="4161" y="2991"/>
                    </a:cubicBezTo>
                    <a:cubicBezTo>
                      <a:pt x="4222" y="2991"/>
                      <a:pt x="4285" y="2976"/>
                      <a:pt x="4346" y="2943"/>
                    </a:cubicBezTo>
                    <a:cubicBezTo>
                      <a:pt x="4591" y="2796"/>
                      <a:pt x="4615" y="2438"/>
                      <a:pt x="4442" y="2240"/>
                    </a:cubicBezTo>
                    <a:lnTo>
                      <a:pt x="4442" y="2240"/>
                    </a:lnTo>
                    <a:cubicBezTo>
                      <a:pt x="4440" y="2235"/>
                      <a:pt x="4438" y="2231"/>
                      <a:pt x="4435" y="2226"/>
                    </a:cubicBezTo>
                    <a:cubicBezTo>
                      <a:pt x="4359" y="2073"/>
                      <a:pt x="4224" y="2004"/>
                      <a:pt x="4089" y="2004"/>
                    </a:cubicBezTo>
                    <a:close/>
                    <a:moveTo>
                      <a:pt x="1565" y="682"/>
                    </a:moveTo>
                    <a:cubicBezTo>
                      <a:pt x="709" y="682"/>
                      <a:pt x="1" y="1492"/>
                      <a:pt x="134" y="2047"/>
                    </a:cubicBezTo>
                    <a:cubicBezTo>
                      <a:pt x="322" y="2858"/>
                      <a:pt x="887" y="3183"/>
                      <a:pt x="1458" y="3183"/>
                    </a:cubicBezTo>
                    <a:cubicBezTo>
                      <a:pt x="2475" y="3183"/>
                      <a:pt x="3512" y="2155"/>
                      <a:pt x="2479" y="1017"/>
                    </a:cubicBezTo>
                    <a:cubicBezTo>
                      <a:pt x="2176" y="779"/>
                      <a:pt x="1862" y="682"/>
                      <a:pt x="1565" y="682"/>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57"/>
              <p:cNvSpPr/>
              <p:nvPr/>
            </p:nvSpPr>
            <p:spPr>
              <a:xfrm flipH="1" rot="-9900018">
                <a:off x="4994203" y="5888083"/>
                <a:ext cx="215398" cy="177617"/>
              </a:xfrm>
              <a:custGeom>
                <a:rect b="b" l="l" r="r" t="t"/>
                <a:pathLst>
                  <a:path extrusionOk="0" h="1382" w="1676">
                    <a:moveTo>
                      <a:pt x="734" y="467"/>
                    </a:moveTo>
                    <a:cubicBezTo>
                      <a:pt x="744" y="467"/>
                      <a:pt x="753" y="470"/>
                      <a:pt x="761" y="473"/>
                    </a:cubicBezTo>
                    <a:lnTo>
                      <a:pt x="761" y="473"/>
                    </a:lnTo>
                    <a:cubicBezTo>
                      <a:pt x="734" y="484"/>
                      <a:pt x="707" y="492"/>
                      <a:pt x="678" y="496"/>
                    </a:cubicBezTo>
                    <a:lnTo>
                      <a:pt x="678" y="496"/>
                    </a:lnTo>
                    <a:cubicBezTo>
                      <a:pt x="695" y="475"/>
                      <a:pt x="715" y="467"/>
                      <a:pt x="734" y="467"/>
                    </a:cubicBezTo>
                    <a:close/>
                    <a:moveTo>
                      <a:pt x="1396" y="1"/>
                    </a:moveTo>
                    <a:cubicBezTo>
                      <a:pt x="1343" y="1"/>
                      <a:pt x="1293" y="23"/>
                      <a:pt x="1255" y="78"/>
                    </a:cubicBezTo>
                    <a:cubicBezTo>
                      <a:pt x="1200" y="140"/>
                      <a:pt x="1133" y="199"/>
                      <a:pt x="1064" y="254"/>
                    </a:cubicBezTo>
                    <a:lnTo>
                      <a:pt x="1064" y="254"/>
                    </a:lnTo>
                    <a:cubicBezTo>
                      <a:pt x="1062" y="254"/>
                      <a:pt x="1060" y="254"/>
                      <a:pt x="1058" y="254"/>
                    </a:cubicBezTo>
                    <a:cubicBezTo>
                      <a:pt x="903" y="254"/>
                      <a:pt x="744" y="355"/>
                      <a:pt x="665" y="498"/>
                    </a:cubicBezTo>
                    <a:lnTo>
                      <a:pt x="665" y="498"/>
                    </a:lnTo>
                    <a:cubicBezTo>
                      <a:pt x="656" y="498"/>
                      <a:pt x="647" y="499"/>
                      <a:pt x="639" y="499"/>
                    </a:cubicBezTo>
                    <a:cubicBezTo>
                      <a:pt x="625" y="499"/>
                      <a:pt x="612" y="498"/>
                      <a:pt x="598" y="496"/>
                    </a:cubicBezTo>
                    <a:lnTo>
                      <a:pt x="598" y="496"/>
                    </a:lnTo>
                    <a:cubicBezTo>
                      <a:pt x="598" y="496"/>
                      <a:pt x="598" y="496"/>
                      <a:pt x="598" y="496"/>
                    </a:cubicBezTo>
                    <a:cubicBezTo>
                      <a:pt x="571" y="492"/>
                      <a:pt x="543" y="490"/>
                      <a:pt x="516" y="490"/>
                    </a:cubicBezTo>
                    <a:cubicBezTo>
                      <a:pt x="318" y="490"/>
                      <a:pt x="126" y="587"/>
                      <a:pt x="60" y="809"/>
                    </a:cubicBezTo>
                    <a:cubicBezTo>
                      <a:pt x="1" y="1019"/>
                      <a:pt x="135" y="1302"/>
                      <a:pt x="374" y="1347"/>
                    </a:cubicBezTo>
                    <a:cubicBezTo>
                      <a:pt x="478" y="1368"/>
                      <a:pt x="588" y="1382"/>
                      <a:pt x="696" y="1382"/>
                    </a:cubicBezTo>
                    <a:cubicBezTo>
                      <a:pt x="899" y="1382"/>
                      <a:pt x="1100" y="1334"/>
                      <a:pt x="1255" y="1198"/>
                    </a:cubicBezTo>
                    <a:cubicBezTo>
                      <a:pt x="1376" y="1091"/>
                      <a:pt x="1442" y="969"/>
                      <a:pt x="1460" y="842"/>
                    </a:cubicBezTo>
                    <a:lnTo>
                      <a:pt x="1460" y="842"/>
                    </a:lnTo>
                    <a:cubicBezTo>
                      <a:pt x="1490" y="804"/>
                      <a:pt x="1518" y="763"/>
                      <a:pt x="1539" y="720"/>
                    </a:cubicBezTo>
                    <a:cubicBezTo>
                      <a:pt x="1599" y="585"/>
                      <a:pt x="1599" y="451"/>
                      <a:pt x="1644" y="302"/>
                    </a:cubicBezTo>
                    <a:cubicBezTo>
                      <a:pt x="1676" y="151"/>
                      <a:pt x="1530" y="1"/>
                      <a:pt x="1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57"/>
              <p:cNvSpPr/>
              <p:nvPr/>
            </p:nvSpPr>
            <p:spPr>
              <a:xfrm flipH="1" rot="-9900018">
                <a:off x="4971661" y="5757440"/>
                <a:ext cx="1799" cy="1028"/>
              </a:xfrm>
              <a:custGeom>
                <a:rect b="b" l="l" r="r" t="t"/>
                <a:pathLst>
                  <a:path extrusionOk="0" h="8" w="14">
                    <a:moveTo>
                      <a:pt x="10" y="0"/>
                    </a:moveTo>
                    <a:cubicBezTo>
                      <a:pt x="8" y="0"/>
                      <a:pt x="5" y="2"/>
                      <a:pt x="0" y="7"/>
                    </a:cubicBezTo>
                    <a:cubicBezTo>
                      <a:pt x="10" y="7"/>
                      <a:pt x="13" y="0"/>
                      <a:pt x="10" y="0"/>
                    </a:cubicBezTo>
                    <a:close/>
                  </a:path>
                </a:pathLst>
              </a:custGeom>
              <a:solidFill>
                <a:srgbClr val="00C7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57"/>
              <p:cNvSpPr/>
              <p:nvPr/>
            </p:nvSpPr>
            <p:spPr>
              <a:xfrm flipH="1" rot="-9900018">
                <a:off x="6239609" y="6001076"/>
                <a:ext cx="286854" cy="247789"/>
              </a:xfrm>
              <a:custGeom>
                <a:rect b="b" l="l" r="r" t="t"/>
                <a:pathLst>
                  <a:path extrusionOk="0" h="1928" w="2232">
                    <a:moveTo>
                      <a:pt x="978" y="822"/>
                    </a:moveTo>
                    <a:cubicBezTo>
                      <a:pt x="1007" y="854"/>
                      <a:pt x="1040" y="881"/>
                      <a:pt x="1074" y="903"/>
                    </a:cubicBezTo>
                    <a:lnTo>
                      <a:pt x="1074" y="903"/>
                    </a:lnTo>
                    <a:cubicBezTo>
                      <a:pt x="1086" y="934"/>
                      <a:pt x="1100" y="963"/>
                      <a:pt x="1116" y="991"/>
                    </a:cubicBezTo>
                    <a:lnTo>
                      <a:pt x="1116" y="991"/>
                    </a:lnTo>
                    <a:cubicBezTo>
                      <a:pt x="1099" y="1056"/>
                      <a:pt x="1104" y="1120"/>
                      <a:pt x="1125" y="1178"/>
                    </a:cubicBezTo>
                    <a:lnTo>
                      <a:pt x="1125" y="1178"/>
                    </a:lnTo>
                    <a:cubicBezTo>
                      <a:pt x="1095" y="1184"/>
                      <a:pt x="1065" y="1190"/>
                      <a:pt x="1037" y="1190"/>
                    </a:cubicBezTo>
                    <a:cubicBezTo>
                      <a:pt x="987" y="1190"/>
                      <a:pt x="943" y="1172"/>
                      <a:pt x="911" y="1109"/>
                    </a:cubicBezTo>
                    <a:cubicBezTo>
                      <a:pt x="866" y="1019"/>
                      <a:pt x="881" y="945"/>
                      <a:pt x="926" y="885"/>
                    </a:cubicBezTo>
                    <a:cubicBezTo>
                      <a:pt x="943" y="860"/>
                      <a:pt x="959" y="840"/>
                      <a:pt x="978" y="822"/>
                    </a:cubicBezTo>
                    <a:close/>
                    <a:moveTo>
                      <a:pt x="1004" y="0"/>
                    </a:moveTo>
                    <a:cubicBezTo>
                      <a:pt x="689" y="0"/>
                      <a:pt x="379" y="228"/>
                      <a:pt x="224" y="527"/>
                    </a:cubicBezTo>
                    <a:cubicBezTo>
                      <a:pt x="0" y="945"/>
                      <a:pt x="135" y="1468"/>
                      <a:pt x="508" y="1751"/>
                    </a:cubicBezTo>
                    <a:cubicBezTo>
                      <a:pt x="667" y="1857"/>
                      <a:pt x="840" y="1918"/>
                      <a:pt x="1023" y="1918"/>
                    </a:cubicBezTo>
                    <a:cubicBezTo>
                      <a:pt x="1099" y="1918"/>
                      <a:pt x="1176" y="1908"/>
                      <a:pt x="1255" y="1886"/>
                    </a:cubicBezTo>
                    <a:cubicBezTo>
                      <a:pt x="1364" y="1859"/>
                      <a:pt x="1448" y="1794"/>
                      <a:pt x="1563" y="1794"/>
                    </a:cubicBezTo>
                    <a:cubicBezTo>
                      <a:pt x="1575" y="1794"/>
                      <a:pt x="1586" y="1795"/>
                      <a:pt x="1598" y="1796"/>
                    </a:cubicBezTo>
                    <a:cubicBezTo>
                      <a:pt x="1703" y="1796"/>
                      <a:pt x="1792" y="1871"/>
                      <a:pt x="1882" y="1901"/>
                    </a:cubicBezTo>
                    <a:cubicBezTo>
                      <a:pt x="1916" y="1919"/>
                      <a:pt x="1951" y="1927"/>
                      <a:pt x="1984" y="1927"/>
                    </a:cubicBezTo>
                    <a:cubicBezTo>
                      <a:pt x="2116" y="1927"/>
                      <a:pt x="2231" y="1801"/>
                      <a:pt x="2196" y="1647"/>
                    </a:cubicBezTo>
                    <a:cubicBezTo>
                      <a:pt x="2159" y="1457"/>
                      <a:pt x="2049" y="1327"/>
                      <a:pt x="1905" y="1247"/>
                    </a:cubicBezTo>
                    <a:lnTo>
                      <a:pt x="1905" y="1247"/>
                    </a:lnTo>
                    <a:cubicBezTo>
                      <a:pt x="2002" y="1178"/>
                      <a:pt x="2069" y="1068"/>
                      <a:pt x="2076" y="930"/>
                    </a:cubicBezTo>
                    <a:cubicBezTo>
                      <a:pt x="2076" y="593"/>
                      <a:pt x="1807" y="166"/>
                      <a:pt x="1443" y="166"/>
                    </a:cubicBezTo>
                    <a:cubicBezTo>
                      <a:pt x="1440" y="166"/>
                      <a:pt x="1438" y="166"/>
                      <a:pt x="1435" y="166"/>
                    </a:cubicBezTo>
                    <a:lnTo>
                      <a:pt x="1435" y="166"/>
                    </a:lnTo>
                    <a:cubicBezTo>
                      <a:pt x="1430" y="162"/>
                      <a:pt x="1425" y="157"/>
                      <a:pt x="1419" y="153"/>
                    </a:cubicBezTo>
                    <a:cubicBezTo>
                      <a:pt x="1289" y="46"/>
                      <a:pt x="1146" y="0"/>
                      <a:pt x="100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57"/>
              <p:cNvSpPr/>
              <p:nvPr/>
            </p:nvSpPr>
            <p:spPr>
              <a:xfrm flipH="1" rot="-9900018">
                <a:off x="5695936" y="5851670"/>
                <a:ext cx="500453" cy="465633"/>
              </a:xfrm>
              <a:custGeom>
                <a:rect b="b" l="l" r="r" t="t"/>
                <a:pathLst>
                  <a:path extrusionOk="0" h="3623" w="3894">
                    <a:moveTo>
                      <a:pt x="1822" y="0"/>
                    </a:moveTo>
                    <a:cubicBezTo>
                      <a:pt x="1697" y="0"/>
                      <a:pt x="1567" y="21"/>
                      <a:pt x="1433" y="68"/>
                    </a:cubicBezTo>
                    <a:cubicBezTo>
                      <a:pt x="57" y="551"/>
                      <a:pt x="1" y="2654"/>
                      <a:pt x="1629" y="2654"/>
                    </a:cubicBezTo>
                    <a:cubicBezTo>
                      <a:pt x="1663" y="2654"/>
                      <a:pt x="1697" y="2653"/>
                      <a:pt x="1732" y="2652"/>
                    </a:cubicBezTo>
                    <a:cubicBezTo>
                      <a:pt x="3894" y="2542"/>
                      <a:pt x="3185" y="0"/>
                      <a:pt x="1822" y="0"/>
                    </a:cubicBezTo>
                    <a:close/>
                    <a:moveTo>
                      <a:pt x="2598" y="3130"/>
                    </a:moveTo>
                    <a:cubicBezTo>
                      <a:pt x="2568" y="3130"/>
                      <a:pt x="2523" y="3144"/>
                      <a:pt x="2508" y="3159"/>
                    </a:cubicBezTo>
                    <a:cubicBezTo>
                      <a:pt x="2479" y="3159"/>
                      <a:pt x="2449" y="3189"/>
                      <a:pt x="2419" y="3219"/>
                    </a:cubicBezTo>
                    <a:cubicBezTo>
                      <a:pt x="2404" y="3234"/>
                      <a:pt x="2389" y="3264"/>
                      <a:pt x="2374" y="3294"/>
                    </a:cubicBezTo>
                    <a:cubicBezTo>
                      <a:pt x="2359" y="3324"/>
                      <a:pt x="2344" y="3354"/>
                      <a:pt x="2344" y="3383"/>
                    </a:cubicBezTo>
                    <a:cubicBezTo>
                      <a:pt x="2344" y="3413"/>
                      <a:pt x="2359" y="3428"/>
                      <a:pt x="2359" y="3458"/>
                    </a:cubicBezTo>
                    <a:cubicBezTo>
                      <a:pt x="2374" y="3488"/>
                      <a:pt x="2389" y="3533"/>
                      <a:pt x="2419" y="3563"/>
                    </a:cubicBezTo>
                    <a:cubicBezTo>
                      <a:pt x="2434" y="3578"/>
                      <a:pt x="2449" y="3578"/>
                      <a:pt x="2479" y="3593"/>
                    </a:cubicBezTo>
                    <a:cubicBezTo>
                      <a:pt x="2508" y="3607"/>
                      <a:pt x="2553" y="3622"/>
                      <a:pt x="2598" y="3622"/>
                    </a:cubicBezTo>
                    <a:cubicBezTo>
                      <a:pt x="2628" y="3622"/>
                      <a:pt x="2658" y="3622"/>
                      <a:pt x="2688" y="3607"/>
                    </a:cubicBezTo>
                    <a:cubicBezTo>
                      <a:pt x="2718" y="3593"/>
                      <a:pt x="2747" y="3578"/>
                      <a:pt x="2762" y="3548"/>
                    </a:cubicBezTo>
                    <a:cubicBezTo>
                      <a:pt x="2792" y="3533"/>
                      <a:pt x="2807" y="3503"/>
                      <a:pt x="2822" y="3473"/>
                    </a:cubicBezTo>
                    <a:cubicBezTo>
                      <a:pt x="2837" y="3443"/>
                      <a:pt x="2837" y="3413"/>
                      <a:pt x="2837" y="3383"/>
                    </a:cubicBezTo>
                    <a:cubicBezTo>
                      <a:pt x="2837" y="3354"/>
                      <a:pt x="2837" y="3339"/>
                      <a:pt x="2837" y="3309"/>
                    </a:cubicBezTo>
                    <a:cubicBezTo>
                      <a:pt x="2822" y="3279"/>
                      <a:pt x="2807" y="3234"/>
                      <a:pt x="2777" y="3204"/>
                    </a:cubicBezTo>
                    <a:cubicBezTo>
                      <a:pt x="2762" y="3189"/>
                      <a:pt x="2747" y="3189"/>
                      <a:pt x="2718" y="3159"/>
                    </a:cubicBezTo>
                    <a:cubicBezTo>
                      <a:pt x="2688" y="3144"/>
                      <a:pt x="2643" y="3130"/>
                      <a:pt x="2598" y="313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57"/>
              <p:cNvSpPr/>
              <p:nvPr/>
            </p:nvSpPr>
            <p:spPr>
              <a:xfrm flipH="1" rot="-9900018">
                <a:off x="5606217" y="6259435"/>
                <a:ext cx="1799" cy="900"/>
              </a:xfrm>
              <a:custGeom>
                <a:rect b="b" l="l" r="r" t="t"/>
                <a:pathLst>
                  <a:path extrusionOk="0" h="7" w="14">
                    <a:moveTo>
                      <a:pt x="10" y="0"/>
                    </a:moveTo>
                    <a:cubicBezTo>
                      <a:pt x="9" y="0"/>
                      <a:pt x="5" y="2"/>
                      <a:pt x="0" y="7"/>
                    </a:cubicBezTo>
                    <a:cubicBezTo>
                      <a:pt x="10" y="7"/>
                      <a:pt x="14" y="0"/>
                      <a:pt x="10" y="0"/>
                    </a:cubicBezTo>
                    <a:close/>
                  </a:path>
                </a:pathLst>
              </a:custGeom>
              <a:solidFill>
                <a:srgbClr val="FF63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57"/>
              <p:cNvSpPr/>
              <p:nvPr/>
            </p:nvSpPr>
            <p:spPr>
              <a:xfrm flipH="1" rot="-9900018">
                <a:off x="5239411" y="5791287"/>
                <a:ext cx="491585" cy="446355"/>
              </a:xfrm>
              <a:custGeom>
                <a:rect b="b" l="l" r="r" t="t"/>
                <a:pathLst>
                  <a:path extrusionOk="0" h="3473" w="3825">
                    <a:moveTo>
                      <a:pt x="3459" y="0"/>
                    </a:moveTo>
                    <a:cubicBezTo>
                      <a:pt x="3434" y="0"/>
                      <a:pt x="3411" y="8"/>
                      <a:pt x="3391" y="21"/>
                    </a:cubicBezTo>
                    <a:cubicBezTo>
                      <a:pt x="3376" y="21"/>
                      <a:pt x="3361" y="36"/>
                      <a:pt x="3346" y="51"/>
                    </a:cubicBezTo>
                    <a:cubicBezTo>
                      <a:pt x="3346" y="66"/>
                      <a:pt x="3331" y="81"/>
                      <a:pt x="3331" y="81"/>
                    </a:cubicBezTo>
                    <a:cubicBezTo>
                      <a:pt x="3316" y="96"/>
                      <a:pt x="3316" y="111"/>
                      <a:pt x="3316" y="126"/>
                    </a:cubicBezTo>
                    <a:cubicBezTo>
                      <a:pt x="3301" y="141"/>
                      <a:pt x="3301" y="156"/>
                      <a:pt x="3316" y="186"/>
                    </a:cubicBezTo>
                    <a:cubicBezTo>
                      <a:pt x="3316" y="200"/>
                      <a:pt x="3316" y="200"/>
                      <a:pt x="3316" y="215"/>
                    </a:cubicBezTo>
                    <a:cubicBezTo>
                      <a:pt x="3316" y="230"/>
                      <a:pt x="3331" y="245"/>
                      <a:pt x="3346" y="245"/>
                    </a:cubicBezTo>
                    <a:cubicBezTo>
                      <a:pt x="3346" y="260"/>
                      <a:pt x="3361" y="275"/>
                      <a:pt x="3376" y="275"/>
                    </a:cubicBezTo>
                    <a:cubicBezTo>
                      <a:pt x="3391" y="305"/>
                      <a:pt x="3406" y="305"/>
                      <a:pt x="3421" y="320"/>
                    </a:cubicBezTo>
                    <a:lnTo>
                      <a:pt x="3525" y="320"/>
                    </a:lnTo>
                    <a:cubicBezTo>
                      <a:pt x="3540" y="305"/>
                      <a:pt x="3570" y="290"/>
                      <a:pt x="3585" y="275"/>
                    </a:cubicBezTo>
                    <a:cubicBezTo>
                      <a:pt x="3600" y="245"/>
                      <a:pt x="3615" y="230"/>
                      <a:pt x="3630" y="200"/>
                    </a:cubicBezTo>
                    <a:cubicBezTo>
                      <a:pt x="3630" y="186"/>
                      <a:pt x="3630" y="171"/>
                      <a:pt x="3630" y="141"/>
                    </a:cubicBezTo>
                    <a:cubicBezTo>
                      <a:pt x="3630" y="126"/>
                      <a:pt x="3615" y="111"/>
                      <a:pt x="3615" y="96"/>
                    </a:cubicBezTo>
                    <a:cubicBezTo>
                      <a:pt x="3600" y="66"/>
                      <a:pt x="3585" y="51"/>
                      <a:pt x="3555" y="36"/>
                    </a:cubicBezTo>
                    <a:cubicBezTo>
                      <a:pt x="3522" y="12"/>
                      <a:pt x="3489" y="0"/>
                      <a:pt x="3459" y="0"/>
                    </a:cubicBezTo>
                    <a:close/>
                    <a:moveTo>
                      <a:pt x="3690" y="3023"/>
                    </a:moveTo>
                    <a:cubicBezTo>
                      <a:pt x="3555" y="3023"/>
                      <a:pt x="3555" y="3218"/>
                      <a:pt x="3690" y="3218"/>
                    </a:cubicBezTo>
                    <a:cubicBezTo>
                      <a:pt x="3824" y="3218"/>
                      <a:pt x="3824" y="3023"/>
                      <a:pt x="3690" y="3023"/>
                    </a:cubicBezTo>
                    <a:close/>
                    <a:moveTo>
                      <a:pt x="1828" y="994"/>
                    </a:moveTo>
                    <a:cubicBezTo>
                      <a:pt x="1325" y="994"/>
                      <a:pt x="784" y="1226"/>
                      <a:pt x="419" y="1799"/>
                    </a:cubicBezTo>
                    <a:cubicBezTo>
                      <a:pt x="1" y="2471"/>
                      <a:pt x="762" y="3442"/>
                      <a:pt x="1614" y="3471"/>
                    </a:cubicBezTo>
                    <a:cubicBezTo>
                      <a:pt x="1639" y="3472"/>
                      <a:pt x="1664" y="3472"/>
                      <a:pt x="1689" y="3472"/>
                    </a:cubicBezTo>
                    <a:cubicBezTo>
                      <a:pt x="3309" y="3472"/>
                      <a:pt x="3545" y="2042"/>
                      <a:pt x="2853" y="1380"/>
                    </a:cubicBezTo>
                    <a:cubicBezTo>
                      <a:pt x="2608" y="1142"/>
                      <a:pt x="2230" y="994"/>
                      <a:pt x="1828" y="99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57"/>
              <p:cNvSpPr/>
              <p:nvPr/>
            </p:nvSpPr>
            <p:spPr>
              <a:xfrm flipH="1" rot="-9900018">
                <a:off x="5081719" y="4759480"/>
                <a:ext cx="513433" cy="309223"/>
              </a:xfrm>
              <a:custGeom>
                <a:rect b="b" l="l" r="r" t="t"/>
                <a:pathLst>
                  <a:path extrusionOk="0" h="2406" w="3995">
                    <a:moveTo>
                      <a:pt x="3681" y="654"/>
                    </a:moveTo>
                    <a:lnTo>
                      <a:pt x="3681" y="654"/>
                    </a:lnTo>
                    <a:cubicBezTo>
                      <a:pt x="3688" y="655"/>
                      <a:pt x="3696" y="656"/>
                      <a:pt x="3703" y="658"/>
                    </a:cubicBezTo>
                    <a:lnTo>
                      <a:pt x="3703" y="658"/>
                    </a:lnTo>
                    <a:cubicBezTo>
                      <a:pt x="3700" y="658"/>
                      <a:pt x="3697" y="658"/>
                      <a:pt x="3694" y="658"/>
                    </a:cubicBezTo>
                    <a:cubicBezTo>
                      <a:pt x="3678" y="658"/>
                      <a:pt x="3662" y="659"/>
                      <a:pt x="3645" y="661"/>
                    </a:cubicBezTo>
                    <a:lnTo>
                      <a:pt x="3645" y="661"/>
                    </a:lnTo>
                    <a:cubicBezTo>
                      <a:pt x="3657" y="658"/>
                      <a:pt x="3669" y="655"/>
                      <a:pt x="3681" y="654"/>
                    </a:cubicBezTo>
                    <a:close/>
                    <a:moveTo>
                      <a:pt x="2173" y="0"/>
                    </a:moveTo>
                    <a:cubicBezTo>
                      <a:pt x="1155" y="0"/>
                      <a:pt x="1" y="857"/>
                      <a:pt x="731" y="1864"/>
                    </a:cubicBezTo>
                    <a:cubicBezTo>
                      <a:pt x="1002" y="2229"/>
                      <a:pt x="1500" y="2406"/>
                      <a:pt x="1999" y="2406"/>
                    </a:cubicBezTo>
                    <a:cubicBezTo>
                      <a:pt x="2766" y="2406"/>
                      <a:pt x="3534" y="1988"/>
                      <a:pt x="3479" y="1192"/>
                    </a:cubicBezTo>
                    <a:lnTo>
                      <a:pt x="3479" y="1192"/>
                    </a:lnTo>
                    <a:lnTo>
                      <a:pt x="3494" y="1207"/>
                    </a:lnTo>
                    <a:cubicBezTo>
                      <a:pt x="3554" y="1236"/>
                      <a:pt x="3614" y="1251"/>
                      <a:pt x="3673" y="1251"/>
                    </a:cubicBezTo>
                    <a:cubicBezTo>
                      <a:pt x="3733" y="1251"/>
                      <a:pt x="3793" y="1236"/>
                      <a:pt x="3838" y="1207"/>
                    </a:cubicBezTo>
                    <a:cubicBezTo>
                      <a:pt x="3882" y="1177"/>
                      <a:pt x="3912" y="1147"/>
                      <a:pt x="3942" y="1102"/>
                    </a:cubicBezTo>
                    <a:cubicBezTo>
                      <a:pt x="3957" y="1072"/>
                      <a:pt x="3972" y="1057"/>
                      <a:pt x="3972" y="1027"/>
                    </a:cubicBezTo>
                    <a:cubicBezTo>
                      <a:pt x="3994" y="972"/>
                      <a:pt x="3992" y="901"/>
                      <a:pt x="3971" y="849"/>
                    </a:cubicBezTo>
                    <a:lnTo>
                      <a:pt x="3971" y="849"/>
                    </a:lnTo>
                    <a:cubicBezTo>
                      <a:pt x="3972" y="832"/>
                      <a:pt x="3972" y="813"/>
                      <a:pt x="3972" y="788"/>
                    </a:cubicBezTo>
                    <a:cubicBezTo>
                      <a:pt x="3942" y="654"/>
                      <a:pt x="3808" y="579"/>
                      <a:pt x="3673" y="579"/>
                    </a:cubicBezTo>
                    <a:cubicBezTo>
                      <a:pt x="3539" y="579"/>
                      <a:pt x="3419" y="654"/>
                      <a:pt x="3360" y="773"/>
                    </a:cubicBezTo>
                    <a:cubicBezTo>
                      <a:pt x="3182" y="226"/>
                      <a:pt x="2696" y="0"/>
                      <a:pt x="217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57"/>
              <p:cNvSpPr/>
              <p:nvPr/>
            </p:nvSpPr>
            <p:spPr>
              <a:xfrm flipH="1" rot="-9900018">
                <a:off x="5458350" y="4609455"/>
                <a:ext cx="49994" cy="49995"/>
              </a:xfrm>
              <a:custGeom>
                <a:rect b="b" l="l" r="r" t="t"/>
                <a:pathLst>
                  <a:path extrusionOk="0" h="389" w="389">
                    <a:moveTo>
                      <a:pt x="194" y="0"/>
                    </a:moveTo>
                    <a:cubicBezTo>
                      <a:pt x="164" y="0"/>
                      <a:pt x="135" y="0"/>
                      <a:pt x="120" y="15"/>
                    </a:cubicBezTo>
                    <a:cubicBezTo>
                      <a:pt x="90" y="15"/>
                      <a:pt x="75" y="30"/>
                      <a:pt x="60" y="45"/>
                    </a:cubicBezTo>
                    <a:cubicBezTo>
                      <a:pt x="30" y="60"/>
                      <a:pt x="30" y="90"/>
                      <a:pt x="15" y="105"/>
                    </a:cubicBezTo>
                    <a:cubicBezTo>
                      <a:pt x="0" y="135"/>
                      <a:pt x="0" y="164"/>
                      <a:pt x="0" y="194"/>
                    </a:cubicBezTo>
                    <a:cubicBezTo>
                      <a:pt x="0" y="239"/>
                      <a:pt x="15" y="299"/>
                      <a:pt x="60" y="329"/>
                    </a:cubicBezTo>
                    <a:cubicBezTo>
                      <a:pt x="105" y="374"/>
                      <a:pt x="150" y="389"/>
                      <a:pt x="209" y="389"/>
                    </a:cubicBezTo>
                    <a:cubicBezTo>
                      <a:pt x="239" y="389"/>
                      <a:pt x="254" y="389"/>
                      <a:pt x="284" y="374"/>
                    </a:cubicBezTo>
                    <a:cubicBezTo>
                      <a:pt x="299" y="374"/>
                      <a:pt x="329" y="344"/>
                      <a:pt x="344" y="329"/>
                    </a:cubicBezTo>
                    <a:cubicBezTo>
                      <a:pt x="359" y="314"/>
                      <a:pt x="374" y="299"/>
                      <a:pt x="374" y="269"/>
                    </a:cubicBezTo>
                    <a:cubicBezTo>
                      <a:pt x="388" y="254"/>
                      <a:pt x="388" y="224"/>
                      <a:pt x="388" y="194"/>
                    </a:cubicBezTo>
                    <a:cubicBezTo>
                      <a:pt x="388" y="150"/>
                      <a:pt x="374" y="90"/>
                      <a:pt x="329" y="60"/>
                    </a:cubicBezTo>
                    <a:cubicBezTo>
                      <a:pt x="299" y="15"/>
                      <a:pt x="254" y="0"/>
                      <a:pt x="19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57"/>
              <p:cNvSpPr/>
              <p:nvPr/>
            </p:nvSpPr>
            <p:spPr>
              <a:xfrm flipH="1" rot="-9900018">
                <a:off x="4790997" y="4978032"/>
                <a:ext cx="209357" cy="680264"/>
              </a:xfrm>
              <a:custGeom>
                <a:rect b="b" l="l" r="r" t="t"/>
                <a:pathLst>
                  <a:path extrusionOk="0" h="5293" w="1629">
                    <a:moveTo>
                      <a:pt x="1582" y="1"/>
                    </a:moveTo>
                    <a:cubicBezTo>
                      <a:pt x="1578" y="1"/>
                      <a:pt x="1574" y="2"/>
                      <a:pt x="1569" y="7"/>
                    </a:cubicBezTo>
                    <a:lnTo>
                      <a:pt x="1554" y="7"/>
                    </a:lnTo>
                    <a:cubicBezTo>
                      <a:pt x="1539" y="7"/>
                      <a:pt x="1524" y="7"/>
                      <a:pt x="1509" y="22"/>
                    </a:cubicBezTo>
                    <a:cubicBezTo>
                      <a:pt x="1465" y="52"/>
                      <a:pt x="1435" y="82"/>
                      <a:pt x="1390" y="111"/>
                    </a:cubicBezTo>
                    <a:cubicBezTo>
                      <a:pt x="1375" y="126"/>
                      <a:pt x="1375" y="156"/>
                      <a:pt x="1375" y="171"/>
                    </a:cubicBezTo>
                    <a:cubicBezTo>
                      <a:pt x="1375" y="186"/>
                      <a:pt x="1375" y="201"/>
                      <a:pt x="1390" y="216"/>
                    </a:cubicBezTo>
                    <a:cubicBezTo>
                      <a:pt x="1405" y="216"/>
                      <a:pt x="1420" y="231"/>
                      <a:pt x="1435" y="231"/>
                    </a:cubicBezTo>
                    <a:lnTo>
                      <a:pt x="1450" y="231"/>
                    </a:lnTo>
                    <a:cubicBezTo>
                      <a:pt x="1450" y="231"/>
                      <a:pt x="1465" y="216"/>
                      <a:pt x="1480" y="216"/>
                    </a:cubicBezTo>
                    <a:cubicBezTo>
                      <a:pt x="1524" y="186"/>
                      <a:pt x="1569" y="141"/>
                      <a:pt x="1614" y="111"/>
                    </a:cubicBezTo>
                    <a:cubicBezTo>
                      <a:pt x="1629" y="96"/>
                      <a:pt x="1629" y="82"/>
                      <a:pt x="1629" y="67"/>
                    </a:cubicBezTo>
                    <a:cubicBezTo>
                      <a:pt x="1629" y="52"/>
                      <a:pt x="1614" y="37"/>
                      <a:pt x="1614" y="22"/>
                    </a:cubicBezTo>
                    <a:cubicBezTo>
                      <a:pt x="1603" y="11"/>
                      <a:pt x="1593" y="1"/>
                      <a:pt x="1582" y="1"/>
                    </a:cubicBezTo>
                    <a:close/>
                    <a:moveTo>
                      <a:pt x="1092" y="588"/>
                    </a:moveTo>
                    <a:cubicBezTo>
                      <a:pt x="1071" y="588"/>
                      <a:pt x="1049" y="597"/>
                      <a:pt x="1031" y="619"/>
                    </a:cubicBezTo>
                    <a:cubicBezTo>
                      <a:pt x="344" y="1665"/>
                      <a:pt x="1" y="2949"/>
                      <a:pt x="76" y="4189"/>
                    </a:cubicBezTo>
                    <a:cubicBezTo>
                      <a:pt x="91" y="4547"/>
                      <a:pt x="150" y="4906"/>
                      <a:pt x="240" y="5249"/>
                    </a:cubicBezTo>
                    <a:cubicBezTo>
                      <a:pt x="246" y="5279"/>
                      <a:pt x="269" y="5293"/>
                      <a:pt x="293" y="5293"/>
                    </a:cubicBezTo>
                    <a:cubicBezTo>
                      <a:pt x="329" y="5293"/>
                      <a:pt x="368" y="5264"/>
                      <a:pt x="359" y="5219"/>
                    </a:cubicBezTo>
                    <a:cubicBezTo>
                      <a:pt x="61" y="4025"/>
                      <a:pt x="180" y="2740"/>
                      <a:pt x="658" y="1605"/>
                    </a:cubicBezTo>
                    <a:cubicBezTo>
                      <a:pt x="792" y="1276"/>
                      <a:pt x="957" y="978"/>
                      <a:pt x="1151" y="679"/>
                    </a:cubicBezTo>
                    <a:cubicBezTo>
                      <a:pt x="1182" y="637"/>
                      <a:pt x="1140" y="588"/>
                      <a:pt x="1092" y="5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986" name="Shape 986"/>
        <p:cNvGrpSpPr/>
        <p:nvPr/>
      </p:nvGrpSpPr>
      <p:grpSpPr>
        <a:xfrm>
          <a:off x="0" y="0"/>
          <a:ext cx="0" cy="0"/>
          <a:chOff x="0" y="0"/>
          <a:chExt cx="0" cy="0"/>
        </a:xfrm>
      </p:grpSpPr>
      <p:grpSp>
        <p:nvGrpSpPr>
          <p:cNvPr id="987" name="Google Shape;987;p58"/>
          <p:cNvGrpSpPr/>
          <p:nvPr/>
        </p:nvGrpSpPr>
        <p:grpSpPr>
          <a:xfrm>
            <a:off x="-65" y="-15"/>
            <a:ext cx="9144128" cy="5143530"/>
            <a:chOff x="-2163850" y="-134475"/>
            <a:chExt cx="3075000" cy="5336719"/>
          </a:xfrm>
        </p:grpSpPr>
        <p:cxnSp>
          <p:nvCxnSpPr>
            <p:cNvPr id="988" name="Google Shape;988;p58"/>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89" name="Google Shape;989;p58"/>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0" name="Google Shape;990;p58"/>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1" name="Google Shape;991;p58"/>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2" name="Google Shape;992;p58"/>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3" name="Google Shape;993;p58"/>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4" name="Google Shape;994;p58"/>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5" name="Google Shape;995;p58"/>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6" name="Google Shape;996;p58"/>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7" name="Google Shape;997;p58"/>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8" name="Google Shape;998;p58"/>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999" name="Google Shape;999;p58"/>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00" name="Google Shape;1000;p58"/>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01" name="Google Shape;1001;p58"/>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02" name="Google Shape;1002;p58"/>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03" name="Google Shape;1003;p58"/>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1004" name="Google Shape;1004;p58"/>
          <p:cNvSpPr txBox="1"/>
          <p:nvPr>
            <p:ph type="title"/>
          </p:nvPr>
        </p:nvSpPr>
        <p:spPr>
          <a:xfrm>
            <a:off x="2223600" y="566098"/>
            <a:ext cx="4696800" cy="877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500"/>
              <a:buNone/>
              <a:defRPr sz="4500">
                <a:solidFill>
                  <a:schemeClr val="dk2"/>
                </a:solidFill>
              </a:defRPr>
            </a:lvl1pPr>
            <a:lvl2pPr lvl="1" algn="ctr">
              <a:lnSpc>
                <a:spcPct val="100000"/>
              </a:lnSpc>
              <a:spcBef>
                <a:spcPts val="0"/>
              </a:spcBef>
              <a:spcAft>
                <a:spcPts val="0"/>
              </a:spcAft>
              <a:buClr>
                <a:schemeClr val="lt1"/>
              </a:buClr>
              <a:buSzPts val="4500"/>
              <a:buNone/>
              <a:defRPr sz="4500">
                <a:solidFill>
                  <a:schemeClr val="lt1"/>
                </a:solidFill>
              </a:defRPr>
            </a:lvl2pPr>
            <a:lvl3pPr lvl="2" algn="ctr">
              <a:lnSpc>
                <a:spcPct val="100000"/>
              </a:lnSpc>
              <a:spcBef>
                <a:spcPts val="0"/>
              </a:spcBef>
              <a:spcAft>
                <a:spcPts val="0"/>
              </a:spcAft>
              <a:buClr>
                <a:schemeClr val="lt1"/>
              </a:buClr>
              <a:buSzPts val="4500"/>
              <a:buNone/>
              <a:defRPr sz="4500">
                <a:solidFill>
                  <a:schemeClr val="lt1"/>
                </a:solidFill>
              </a:defRPr>
            </a:lvl3pPr>
            <a:lvl4pPr lvl="3" algn="ctr">
              <a:lnSpc>
                <a:spcPct val="100000"/>
              </a:lnSpc>
              <a:spcBef>
                <a:spcPts val="0"/>
              </a:spcBef>
              <a:spcAft>
                <a:spcPts val="0"/>
              </a:spcAft>
              <a:buClr>
                <a:schemeClr val="lt1"/>
              </a:buClr>
              <a:buSzPts val="4500"/>
              <a:buNone/>
              <a:defRPr sz="4500">
                <a:solidFill>
                  <a:schemeClr val="lt1"/>
                </a:solidFill>
              </a:defRPr>
            </a:lvl4pPr>
            <a:lvl5pPr lvl="4" algn="ctr">
              <a:lnSpc>
                <a:spcPct val="100000"/>
              </a:lnSpc>
              <a:spcBef>
                <a:spcPts val="0"/>
              </a:spcBef>
              <a:spcAft>
                <a:spcPts val="0"/>
              </a:spcAft>
              <a:buClr>
                <a:schemeClr val="lt1"/>
              </a:buClr>
              <a:buSzPts val="4500"/>
              <a:buNone/>
              <a:defRPr sz="4500">
                <a:solidFill>
                  <a:schemeClr val="lt1"/>
                </a:solidFill>
              </a:defRPr>
            </a:lvl5pPr>
            <a:lvl6pPr lvl="5" algn="ctr">
              <a:lnSpc>
                <a:spcPct val="100000"/>
              </a:lnSpc>
              <a:spcBef>
                <a:spcPts val="0"/>
              </a:spcBef>
              <a:spcAft>
                <a:spcPts val="0"/>
              </a:spcAft>
              <a:buClr>
                <a:schemeClr val="lt1"/>
              </a:buClr>
              <a:buSzPts val="4500"/>
              <a:buNone/>
              <a:defRPr sz="4500">
                <a:solidFill>
                  <a:schemeClr val="lt1"/>
                </a:solidFill>
              </a:defRPr>
            </a:lvl6pPr>
            <a:lvl7pPr lvl="6" algn="ctr">
              <a:lnSpc>
                <a:spcPct val="100000"/>
              </a:lnSpc>
              <a:spcBef>
                <a:spcPts val="0"/>
              </a:spcBef>
              <a:spcAft>
                <a:spcPts val="0"/>
              </a:spcAft>
              <a:buClr>
                <a:schemeClr val="lt1"/>
              </a:buClr>
              <a:buSzPts val="4500"/>
              <a:buNone/>
              <a:defRPr sz="4500">
                <a:solidFill>
                  <a:schemeClr val="lt1"/>
                </a:solidFill>
              </a:defRPr>
            </a:lvl7pPr>
            <a:lvl8pPr lvl="7" algn="ctr">
              <a:lnSpc>
                <a:spcPct val="100000"/>
              </a:lnSpc>
              <a:spcBef>
                <a:spcPts val="0"/>
              </a:spcBef>
              <a:spcAft>
                <a:spcPts val="0"/>
              </a:spcAft>
              <a:buClr>
                <a:schemeClr val="lt1"/>
              </a:buClr>
              <a:buSzPts val="4500"/>
              <a:buNone/>
              <a:defRPr sz="4500">
                <a:solidFill>
                  <a:schemeClr val="lt1"/>
                </a:solidFill>
              </a:defRPr>
            </a:lvl8pPr>
            <a:lvl9pPr lvl="8" algn="ctr">
              <a:lnSpc>
                <a:spcPct val="100000"/>
              </a:lnSpc>
              <a:spcBef>
                <a:spcPts val="0"/>
              </a:spcBef>
              <a:spcAft>
                <a:spcPts val="0"/>
              </a:spcAft>
              <a:buClr>
                <a:schemeClr val="lt1"/>
              </a:buClr>
              <a:buSzPts val="4500"/>
              <a:buNone/>
              <a:defRPr sz="4500">
                <a:solidFill>
                  <a:schemeClr val="lt1"/>
                </a:solidFill>
              </a:defRPr>
            </a:lvl9pPr>
          </a:lstStyle>
          <a:p/>
        </p:txBody>
      </p:sp>
      <p:sp>
        <p:nvSpPr>
          <p:cNvPr id="1005" name="Google Shape;1005;p58"/>
          <p:cNvSpPr txBox="1"/>
          <p:nvPr>
            <p:ph idx="1" type="subTitle"/>
          </p:nvPr>
        </p:nvSpPr>
        <p:spPr>
          <a:xfrm>
            <a:off x="2223600" y="1415843"/>
            <a:ext cx="4696800" cy="43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1600"/>
              <a:buNone/>
              <a:defRPr sz="1600">
                <a:solidFill>
                  <a:schemeClr val="dk1"/>
                </a:solidFill>
              </a:defRPr>
            </a:lvl1pPr>
            <a:lvl2pPr lvl="1" algn="ctr">
              <a:lnSpc>
                <a:spcPct val="100000"/>
              </a:lnSpc>
              <a:spcBef>
                <a:spcPts val="0"/>
              </a:spcBef>
              <a:spcAft>
                <a:spcPts val="0"/>
              </a:spcAft>
              <a:buClr>
                <a:schemeClr val="dk1"/>
              </a:buClr>
              <a:buSzPts val="1600"/>
              <a:buNone/>
              <a:defRPr sz="1600">
                <a:solidFill>
                  <a:schemeClr val="dk1"/>
                </a:solidFill>
              </a:defRPr>
            </a:lvl2pPr>
            <a:lvl3pPr lvl="2" algn="ctr">
              <a:lnSpc>
                <a:spcPct val="100000"/>
              </a:lnSpc>
              <a:spcBef>
                <a:spcPts val="0"/>
              </a:spcBef>
              <a:spcAft>
                <a:spcPts val="0"/>
              </a:spcAft>
              <a:buClr>
                <a:schemeClr val="dk1"/>
              </a:buClr>
              <a:buSzPts val="1600"/>
              <a:buNone/>
              <a:defRPr sz="1600">
                <a:solidFill>
                  <a:schemeClr val="dk1"/>
                </a:solidFill>
              </a:defRPr>
            </a:lvl3pPr>
            <a:lvl4pPr lvl="3" algn="ctr">
              <a:lnSpc>
                <a:spcPct val="100000"/>
              </a:lnSpc>
              <a:spcBef>
                <a:spcPts val="0"/>
              </a:spcBef>
              <a:spcAft>
                <a:spcPts val="0"/>
              </a:spcAft>
              <a:buClr>
                <a:schemeClr val="dk1"/>
              </a:buClr>
              <a:buSzPts val="1600"/>
              <a:buNone/>
              <a:defRPr sz="1600">
                <a:solidFill>
                  <a:schemeClr val="dk1"/>
                </a:solidFill>
              </a:defRPr>
            </a:lvl4pPr>
            <a:lvl5pPr lvl="4" algn="ctr">
              <a:lnSpc>
                <a:spcPct val="100000"/>
              </a:lnSpc>
              <a:spcBef>
                <a:spcPts val="0"/>
              </a:spcBef>
              <a:spcAft>
                <a:spcPts val="0"/>
              </a:spcAft>
              <a:buClr>
                <a:schemeClr val="dk1"/>
              </a:buClr>
              <a:buSzPts val="1600"/>
              <a:buNone/>
              <a:defRPr sz="1600">
                <a:solidFill>
                  <a:schemeClr val="dk1"/>
                </a:solidFill>
              </a:defRPr>
            </a:lvl5pPr>
            <a:lvl6pPr lvl="5" algn="ctr">
              <a:lnSpc>
                <a:spcPct val="100000"/>
              </a:lnSpc>
              <a:spcBef>
                <a:spcPts val="0"/>
              </a:spcBef>
              <a:spcAft>
                <a:spcPts val="0"/>
              </a:spcAft>
              <a:buClr>
                <a:schemeClr val="dk1"/>
              </a:buClr>
              <a:buSzPts val="1600"/>
              <a:buNone/>
              <a:defRPr sz="1600">
                <a:solidFill>
                  <a:schemeClr val="dk1"/>
                </a:solidFill>
              </a:defRPr>
            </a:lvl6pPr>
            <a:lvl7pPr lvl="6" algn="ctr">
              <a:lnSpc>
                <a:spcPct val="100000"/>
              </a:lnSpc>
              <a:spcBef>
                <a:spcPts val="0"/>
              </a:spcBef>
              <a:spcAft>
                <a:spcPts val="0"/>
              </a:spcAft>
              <a:buClr>
                <a:schemeClr val="dk1"/>
              </a:buClr>
              <a:buSzPts val="1600"/>
              <a:buNone/>
              <a:defRPr sz="1600">
                <a:solidFill>
                  <a:schemeClr val="dk1"/>
                </a:solidFill>
              </a:defRPr>
            </a:lvl7pPr>
            <a:lvl8pPr lvl="7" algn="ctr">
              <a:lnSpc>
                <a:spcPct val="100000"/>
              </a:lnSpc>
              <a:spcBef>
                <a:spcPts val="0"/>
              </a:spcBef>
              <a:spcAft>
                <a:spcPts val="0"/>
              </a:spcAft>
              <a:buClr>
                <a:schemeClr val="dk1"/>
              </a:buClr>
              <a:buSzPts val="1600"/>
              <a:buNone/>
              <a:defRPr sz="1600">
                <a:solidFill>
                  <a:schemeClr val="dk1"/>
                </a:solidFill>
              </a:defRPr>
            </a:lvl8pPr>
            <a:lvl9pPr lvl="8" algn="ctr">
              <a:lnSpc>
                <a:spcPct val="100000"/>
              </a:lnSpc>
              <a:spcBef>
                <a:spcPts val="0"/>
              </a:spcBef>
              <a:spcAft>
                <a:spcPts val="0"/>
              </a:spcAft>
              <a:buClr>
                <a:schemeClr val="dk1"/>
              </a:buClr>
              <a:buSzPts val="1600"/>
              <a:buNone/>
              <a:defRPr sz="1600">
                <a:solidFill>
                  <a:schemeClr val="dk1"/>
                </a:solidFill>
              </a:defRPr>
            </a:lvl9pPr>
          </a:lstStyle>
          <a:p/>
        </p:txBody>
      </p:sp>
      <p:sp>
        <p:nvSpPr>
          <p:cNvPr id="1006" name="Google Shape;1006;p58"/>
          <p:cNvSpPr txBox="1"/>
          <p:nvPr>
            <p:ph idx="2" type="title"/>
          </p:nvPr>
        </p:nvSpPr>
        <p:spPr>
          <a:xfrm>
            <a:off x="2223600" y="1918354"/>
            <a:ext cx="4696800" cy="877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500"/>
              <a:buNone/>
              <a:defRPr sz="4500">
                <a:solidFill>
                  <a:schemeClr val="dk2"/>
                </a:solidFill>
              </a:defRPr>
            </a:lvl1pPr>
            <a:lvl2pPr lvl="1" algn="ctr">
              <a:lnSpc>
                <a:spcPct val="100000"/>
              </a:lnSpc>
              <a:spcBef>
                <a:spcPts val="0"/>
              </a:spcBef>
              <a:spcAft>
                <a:spcPts val="0"/>
              </a:spcAft>
              <a:buClr>
                <a:schemeClr val="lt1"/>
              </a:buClr>
              <a:buSzPts val="4500"/>
              <a:buNone/>
              <a:defRPr sz="4500">
                <a:solidFill>
                  <a:schemeClr val="lt1"/>
                </a:solidFill>
              </a:defRPr>
            </a:lvl2pPr>
            <a:lvl3pPr lvl="2" algn="ctr">
              <a:lnSpc>
                <a:spcPct val="100000"/>
              </a:lnSpc>
              <a:spcBef>
                <a:spcPts val="0"/>
              </a:spcBef>
              <a:spcAft>
                <a:spcPts val="0"/>
              </a:spcAft>
              <a:buClr>
                <a:schemeClr val="lt1"/>
              </a:buClr>
              <a:buSzPts val="4500"/>
              <a:buNone/>
              <a:defRPr sz="4500">
                <a:solidFill>
                  <a:schemeClr val="lt1"/>
                </a:solidFill>
              </a:defRPr>
            </a:lvl3pPr>
            <a:lvl4pPr lvl="3" algn="ctr">
              <a:lnSpc>
                <a:spcPct val="100000"/>
              </a:lnSpc>
              <a:spcBef>
                <a:spcPts val="0"/>
              </a:spcBef>
              <a:spcAft>
                <a:spcPts val="0"/>
              </a:spcAft>
              <a:buClr>
                <a:schemeClr val="lt1"/>
              </a:buClr>
              <a:buSzPts val="4500"/>
              <a:buNone/>
              <a:defRPr sz="4500">
                <a:solidFill>
                  <a:schemeClr val="lt1"/>
                </a:solidFill>
              </a:defRPr>
            </a:lvl4pPr>
            <a:lvl5pPr lvl="4" algn="ctr">
              <a:lnSpc>
                <a:spcPct val="100000"/>
              </a:lnSpc>
              <a:spcBef>
                <a:spcPts val="0"/>
              </a:spcBef>
              <a:spcAft>
                <a:spcPts val="0"/>
              </a:spcAft>
              <a:buClr>
                <a:schemeClr val="lt1"/>
              </a:buClr>
              <a:buSzPts val="4500"/>
              <a:buNone/>
              <a:defRPr sz="4500">
                <a:solidFill>
                  <a:schemeClr val="lt1"/>
                </a:solidFill>
              </a:defRPr>
            </a:lvl5pPr>
            <a:lvl6pPr lvl="5" algn="ctr">
              <a:lnSpc>
                <a:spcPct val="100000"/>
              </a:lnSpc>
              <a:spcBef>
                <a:spcPts val="0"/>
              </a:spcBef>
              <a:spcAft>
                <a:spcPts val="0"/>
              </a:spcAft>
              <a:buClr>
                <a:schemeClr val="lt1"/>
              </a:buClr>
              <a:buSzPts val="4500"/>
              <a:buNone/>
              <a:defRPr sz="4500">
                <a:solidFill>
                  <a:schemeClr val="lt1"/>
                </a:solidFill>
              </a:defRPr>
            </a:lvl6pPr>
            <a:lvl7pPr lvl="6" algn="ctr">
              <a:lnSpc>
                <a:spcPct val="100000"/>
              </a:lnSpc>
              <a:spcBef>
                <a:spcPts val="0"/>
              </a:spcBef>
              <a:spcAft>
                <a:spcPts val="0"/>
              </a:spcAft>
              <a:buClr>
                <a:schemeClr val="lt1"/>
              </a:buClr>
              <a:buSzPts val="4500"/>
              <a:buNone/>
              <a:defRPr sz="4500">
                <a:solidFill>
                  <a:schemeClr val="lt1"/>
                </a:solidFill>
              </a:defRPr>
            </a:lvl7pPr>
            <a:lvl8pPr lvl="7" algn="ctr">
              <a:lnSpc>
                <a:spcPct val="100000"/>
              </a:lnSpc>
              <a:spcBef>
                <a:spcPts val="0"/>
              </a:spcBef>
              <a:spcAft>
                <a:spcPts val="0"/>
              </a:spcAft>
              <a:buClr>
                <a:schemeClr val="lt1"/>
              </a:buClr>
              <a:buSzPts val="4500"/>
              <a:buNone/>
              <a:defRPr sz="4500">
                <a:solidFill>
                  <a:schemeClr val="lt1"/>
                </a:solidFill>
              </a:defRPr>
            </a:lvl8pPr>
            <a:lvl9pPr lvl="8" algn="ctr">
              <a:lnSpc>
                <a:spcPct val="100000"/>
              </a:lnSpc>
              <a:spcBef>
                <a:spcPts val="0"/>
              </a:spcBef>
              <a:spcAft>
                <a:spcPts val="0"/>
              </a:spcAft>
              <a:buClr>
                <a:schemeClr val="lt1"/>
              </a:buClr>
              <a:buSzPts val="4500"/>
              <a:buNone/>
              <a:defRPr sz="4500">
                <a:solidFill>
                  <a:schemeClr val="lt1"/>
                </a:solidFill>
              </a:defRPr>
            </a:lvl9pPr>
          </a:lstStyle>
          <a:p/>
        </p:txBody>
      </p:sp>
      <p:sp>
        <p:nvSpPr>
          <p:cNvPr id="1007" name="Google Shape;1007;p58"/>
          <p:cNvSpPr txBox="1"/>
          <p:nvPr>
            <p:ph idx="3" type="subTitle"/>
          </p:nvPr>
        </p:nvSpPr>
        <p:spPr>
          <a:xfrm>
            <a:off x="2223600" y="2768099"/>
            <a:ext cx="4696800" cy="43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1600"/>
              <a:buNone/>
              <a:defRPr sz="1600">
                <a:solidFill>
                  <a:schemeClr val="dk1"/>
                </a:solidFill>
              </a:defRPr>
            </a:lvl1pPr>
            <a:lvl2pPr lvl="1" algn="ctr">
              <a:lnSpc>
                <a:spcPct val="100000"/>
              </a:lnSpc>
              <a:spcBef>
                <a:spcPts val="0"/>
              </a:spcBef>
              <a:spcAft>
                <a:spcPts val="0"/>
              </a:spcAft>
              <a:buClr>
                <a:schemeClr val="dk1"/>
              </a:buClr>
              <a:buSzPts val="1600"/>
              <a:buNone/>
              <a:defRPr sz="1600">
                <a:solidFill>
                  <a:schemeClr val="dk1"/>
                </a:solidFill>
              </a:defRPr>
            </a:lvl2pPr>
            <a:lvl3pPr lvl="2" algn="ctr">
              <a:lnSpc>
                <a:spcPct val="100000"/>
              </a:lnSpc>
              <a:spcBef>
                <a:spcPts val="0"/>
              </a:spcBef>
              <a:spcAft>
                <a:spcPts val="0"/>
              </a:spcAft>
              <a:buClr>
                <a:schemeClr val="dk1"/>
              </a:buClr>
              <a:buSzPts val="1600"/>
              <a:buNone/>
              <a:defRPr sz="1600">
                <a:solidFill>
                  <a:schemeClr val="dk1"/>
                </a:solidFill>
              </a:defRPr>
            </a:lvl3pPr>
            <a:lvl4pPr lvl="3" algn="ctr">
              <a:lnSpc>
                <a:spcPct val="100000"/>
              </a:lnSpc>
              <a:spcBef>
                <a:spcPts val="0"/>
              </a:spcBef>
              <a:spcAft>
                <a:spcPts val="0"/>
              </a:spcAft>
              <a:buClr>
                <a:schemeClr val="dk1"/>
              </a:buClr>
              <a:buSzPts val="1600"/>
              <a:buNone/>
              <a:defRPr sz="1600">
                <a:solidFill>
                  <a:schemeClr val="dk1"/>
                </a:solidFill>
              </a:defRPr>
            </a:lvl4pPr>
            <a:lvl5pPr lvl="4" algn="ctr">
              <a:lnSpc>
                <a:spcPct val="100000"/>
              </a:lnSpc>
              <a:spcBef>
                <a:spcPts val="0"/>
              </a:spcBef>
              <a:spcAft>
                <a:spcPts val="0"/>
              </a:spcAft>
              <a:buClr>
                <a:schemeClr val="dk1"/>
              </a:buClr>
              <a:buSzPts val="1600"/>
              <a:buNone/>
              <a:defRPr sz="1600">
                <a:solidFill>
                  <a:schemeClr val="dk1"/>
                </a:solidFill>
              </a:defRPr>
            </a:lvl5pPr>
            <a:lvl6pPr lvl="5" algn="ctr">
              <a:lnSpc>
                <a:spcPct val="100000"/>
              </a:lnSpc>
              <a:spcBef>
                <a:spcPts val="0"/>
              </a:spcBef>
              <a:spcAft>
                <a:spcPts val="0"/>
              </a:spcAft>
              <a:buClr>
                <a:schemeClr val="dk1"/>
              </a:buClr>
              <a:buSzPts val="1600"/>
              <a:buNone/>
              <a:defRPr sz="1600">
                <a:solidFill>
                  <a:schemeClr val="dk1"/>
                </a:solidFill>
              </a:defRPr>
            </a:lvl6pPr>
            <a:lvl7pPr lvl="6" algn="ctr">
              <a:lnSpc>
                <a:spcPct val="100000"/>
              </a:lnSpc>
              <a:spcBef>
                <a:spcPts val="0"/>
              </a:spcBef>
              <a:spcAft>
                <a:spcPts val="0"/>
              </a:spcAft>
              <a:buClr>
                <a:schemeClr val="dk1"/>
              </a:buClr>
              <a:buSzPts val="1600"/>
              <a:buNone/>
              <a:defRPr sz="1600">
                <a:solidFill>
                  <a:schemeClr val="dk1"/>
                </a:solidFill>
              </a:defRPr>
            </a:lvl7pPr>
            <a:lvl8pPr lvl="7" algn="ctr">
              <a:lnSpc>
                <a:spcPct val="100000"/>
              </a:lnSpc>
              <a:spcBef>
                <a:spcPts val="0"/>
              </a:spcBef>
              <a:spcAft>
                <a:spcPts val="0"/>
              </a:spcAft>
              <a:buClr>
                <a:schemeClr val="dk1"/>
              </a:buClr>
              <a:buSzPts val="1600"/>
              <a:buNone/>
              <a:defRPr sz="1600">
                <a:solidFill>
                  <a:schemeClr val="dk1"/>
                </a:solidFill>
              </a:defRPr>
            </a:lvl8pPr>
            <a:lvl9pPr lvl="8" algn="ctr">
              <a:lnSpc>
                <a:spcPct val="100000"/>
              </a:lnSpc>
              <a:spcBef>
                <a:spcPts val="0"/>
              </a:spcBef>
              <a:spcAft>
                <a:spcPts val="0"/>
              </a:spcAft>
              <a:buClr>
                <a:schemeClr val="dk1"/>
              </a:buClr>
              <a:buSzPts val="1600"/>
              <a:buNone/>
              <a:defRPr sz="1600">
                <a:solidFill>
                  <a:schemeClr val="dk1"/>
                </a:solidFill>
              </a:defRPr>
            </a:lvl9pPr>
          </a:lstStyle>
          <a:p/>
        </p:txBody>
      </p:sp>
      <p:sp>
        <p:nvSpPr>
          <p:cNvPr id="1008" name="Google Shape;1008;p58"/>
          <p:cNvSpPr txBox="1"/>
          <p:nvPr>
            <p:ph idx="4" type="title"/>
          </p:nvPr>
        </p:nvSpPr>
        <p:spPr>
          <a:xfrm>
            <a:off x="2223600" y="3270610"/>
            <a:ext cx="4696800" cy="877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500"/>
              <a:buNone/>
              <a:defRPr sz="4500">
                <a:solidFill>
                  <a:schemeClr val="dk2"/>
                </a:solidFill>
              </a:defRPr>
            </a:lvl1pPr>
            <a:lvl2pPr lvl="1" algn="ctr">
              <a:lnSpc>
                <a:spcPct val="100000"/>
              </a:lnSpc>
              <a:spcBef>
                <a:spcPts val="0"/>
              </a:spcBef>
              <a:spcAft>
                <a:spcPts val="0"/>
              </a:spcAft>
              <a:buClr>
                <a:schemeClr val="lt1"/>
              </a:buClr>
              <a:buSzPts val="4500"/>
              <a:buNone/>
              <a:defRPr sz="4500">
                <a:solidFill>
                  <a:schemeClr val="lt1"/>
                </a:solidFill>
              </a:defRPr>
            </a:lvl2pPr>
            <a:lvl3pPr lvl="2" algn="ctr">
              <a:lnSpc>
                <a:spcPct val="100000"/>
              </a:lnSpc>
              <a:spcBef>
                <a:spcPts val="0"/>
              </a:spcBef>
              <a:spcAft>
                <a:spcPts val="0"/>
              </a:spcAft>
              <a:buClr>
                <a:schemeClr val="lt1"/>
              </a:buClr>
              <a:buSzPts val="4500"/>
              <a:buNone/>
              <a:defRPr sz="4500">
                <a:solidFill>
                  <a:schemeClr val="lt1"/>
                </a:solidFill>
              </a:defRPr>
            </a:lvl3pPr>
            <a:lvl4pPr lvl="3" algn="ctr">
              <a:lnSpc>
                <a:spcPct val="100000"/>
              </a:lnSpc>
              <a:spcBef>
                <a:spcPts val="0"/>
              </a:spcBef>
              <a:spcAft>
                <a:spcPts val="0"/>
              </a:spcAft>
              <a:buClr>
                <a:schemeClr val="lt1"/>
              </a:buClr>
              <a:buSzPts val="4500"/>
              <a:buNone/>
              <a:defRPr sz="4500">
                <a:solidFill>
                  <a:schemeClr val="lt1"/>
                </a:solidFill>
              </a:defRPr>
            </a:lvl4pPr>
            <a:lvl5pPr lvl="4" algn="ctr">
              <a:lnSpc>
                <a:spcPct val="100000"/>
              </a:lnSpc>
              <a:spcBef>
                <a:spcPts val="0"/>
              </a:spcBef>
              <a:spcAft>
                <a:spcPts val="0"/>
              </a:spcAft>
              <a:buClr>
                <a:schemeClr val="lt1"/>
              </a:buClr>
              <a:buSzPts val="4500"/>
              <a:buNone/>
              <a:defRPr sz="4500">
                <a:solidFill>
                  <a:schemeClr val="lt1"/>
                </a:solidFill>
              </a:defRPr>
            </a:lvl5pPr>
            <a:lvl6pPr lvl="5" algn="ctr">
              <a:lnSpc>
                <a:spcPct val="100000"/>
              </a:lnSpc>
              <a:spcBef>
                <a:spcPts val="0"/>
              </a:spcBef>
              <a:spcAft>
                <a:spcPts val="0"/>
              </a:spcAft>
              <a:buClr>
                <a:schemeClr val="lt1"/>
              </a:buClr>
              <a:buSzPts val="4500"/>
              <a:buNone/>
              <a:defRPr sz="4500">
                <a:solidFill>
                  <a:schemeClr val="lt1"/>
                </a:solidFill>
              </a:defRPr>
            </a:lvl6pPr>
            <a:lvl7pPr lvl="6" algn="ctr">
              <a:lnSpc>
                <a:spcPct val="100000"/>
              </a:lnSpc>
              <a:spcBef>
                <a:spcPts val="0"/>
              </a:spcBef>
              <a:spcAft>
                <a:spcPts val="0"/>
              </a:spcAft>
              <a:buClr>
                <a:schemeClr val="lt1"/>
              </a:buClr>
              <a:buSzPts val="4500"/>
              <a:buNone/>
              <a:defRPr sz="4500">
                <a:solidFill>
                  <a:schemeClr val="lt1"/>
                </a:solidFill>
              </a:defRPr>
            </a:lvl7pPr>
            <a:lvl8pPr lvl="7" algn="ctr">
              <a:lnSpc>
                <a:spcPct val="100000"/>
              </a:lnSpc>
              <a:spcBef>
                <a:spcPts val="0"/>
              </a:spcBef>
              <a:spcAft>
                <a:spcPts val="0"/>
              </a:spcAft>
              <a:buClr>
                <a:schemeClr val="lt1"/>
              </a:buClr>
              <a:buSzPts val="4500"/>
              <a:buNone/>
              <a:defRPr sz="4500">
                <a:solidFill>
                  <a:schemeClr val="lt1"/>
                </a:solidFill>
              </a:defRPr>
            </a:lvl8pPr>
            <a:lvl9pPr lvl="8" algn="ctr">
              <a:lnSpc>
                <a:spcPct val="100000"/>
              </a:lnSpc>
              <a:spcBef>
                <a:spcPts val="0"/>
              </a:spcBef>
              <a:spcAft>
                <a:spcPts val="0"/>
              </a:spcAft>
              <a:buClr>
                <a:schemeClr val="lt1"/>
              </a:buClr>
              <a:buSzPts val="4500"/>
              <a:buNone/>
              <a:defRPr sz="4500">
                <a:solidFill>
                  <a:schemeClr val="lt1"/>
                </a:solidFill>
              </a:defRPr>
            </a:lvl9pPr>
          </a:lstStyle>
          <a:p/>
        </p:txBody>
      </p:sp>
      <p:sp>
        <p:nvSpPr>
          <p:cNvPr id="1009" name="Google Shape;1009;p58"/>
          <p:cNvSpPr txBox="1"/>
          <p:nvPr>
            <p:ph idx="5" type="subTitle"/>
          </p:nvPr>
        </p:nvSpPr>
        <p:spPr>
          <a:xfrm>
            <a:off x="2223600" y="4120355"/>
            <a:ext cx="4696800" cy="43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1600"/>
              <a:buNone/>
              <a:defRPr sz="1600">
                <a:solidFill>
                  <a:schemeClr val="dk1"/>
                </a:solidFill>
              </a:defRPr>
            </a:lvl1pPr>
            <a:lvl2pPr lvl="1" algn="ctr">
              <a:lnSpc>
                <a:spcPct val="100000"/>
              </a:lnSpc>
              <a:spcBef>
                <a:spcPts val="0"/>
              </a:spcBef>
              <a:spcAft>
                <a:spcPts val="0"/>
              </a:spcAft>
              <a:buClr>
                <a:schemeClr val="dk1"/>
              </a:buClr>
              <a:buSzPts val="1600"/>
              <a:buNone/>
              <a:defRPr sz="1600">
                <a:solidFill>
                  <a:schemeClr val="dk1"/>
                </a:solidFill>
              </a:defRPr>
            </a:lvl2pPr>
            <a:lvl3pPr lvl="2" algn="ctr">
              <a:lnSpc>
                <a:spcPct val="100000"/>
              </a:lnSpc>
              <a:spcBef>
                <a:spcPts val="0"/>
              </a:spcBef>
              <a:spcAft>
                <a:spcPts val="0"/>
              </a:spcAft>
              <a:buClr>
                <a:schemeClr val="dk1"/>
              </a:buClr>
              <a:buSzPts val="1600"/>
              <a:buNone/>
              <a:defRPr sz="1600">
                <a:solidFill>
                  <a:schemeClr val="dk1"/>
                </a:solidFill>
              </a:defRPr>
            </a:lvl3pPr>
            <a:lvl4pPr lvl="3" algn="ctr">
              <a:lnSpc>
                <a:spcPct val="100000"/>
              </a:lnSpc>
              <a:spcBef>
                <a:spcPts val="0"/>
              </a:spcBef>
              <a:spcAft>
                <a:spcPts val="0"/>
              </a:spcAft>
              <a:buClr>
                <a:schemeClr val="dk1"/>
              </a:buClr>
              <a:buSzPts val="1600"/>
              <a:buNone/>
              <a:defRPr sz="1600">
                <a:solidFill>
                  <a:schemeClr val="dk1"/>
                </a:solidFill>
              </a:defRPr>
            </a:lvl4pPr>
            <a:lvl5pPr lvl="4" algn="ctr">
              <a:lnSpc>
                <a:spcPct val="100000"/>
              </a:lnSpc>
              <a:spcBef>
                <a:spcPts val="0"/>
              </a:spcBef>
              <a:spcAft>
                <a:spcPts val="0"/>
              </a:spcAft>
              <a:buClr>
                <a:schemeClr val="dk1"/>
              </a:buClr>
              <a:buSzPts val="1600"/>
              <a:buNone/>
              <a:defRPr sz="1600">
                <a:solidFill>
                  <a:schemeClr val="dk1"/>
                </a:solidFill>
              </a:defRPr>
            </a:lvl5pPr>
            <a:lvl6pPr lvl="5" algn="ctr">
              <a:lnSpc>
                <a:spcPct val="100000"/>
              </a:lnSpc>
              <a:spcBef>
                <a:spcPts val="0"/>
              </a:spcBef>
              <a:spcAft>
                <a:spcPts val="0"/>
              </a:spcAft>
              <a:buClr>
                <a:schemeClr val="dk1"/>
              </a:buClr>
              <a:buSzPts val="1600"/>
              <a:buNone/>
              <a:defRPr sz="1600">
                <a:solidFill>
                  <a:schemeClr val="dk1"/>
                </a:solidFill>
              </a:defRPr>
            </a:lvl6pPr>
            <a:lvl7pPr lvl="6" algn="ctr">
              <a:lnSpc>
                <a:spcPct val="100000"/>
              </a:lnSpc>
              <a:spcBef>
                <a:spcPts val="0"/>
              </a:spcBef>
              <a:spcAft>
                <a:spcPts val="0"/>
              </a:spcAft>
              <a:buClr>
                <a:schemeClr val="dk1"/>
              </a:buClr>
              <a:buSzPts val="1600"/>
              <a:buNone/>
              <a:defRPr sz="1600">
                <a:solidFill>
                  <a:schemeClr val="dk1"/>
                </a:solidFill>
              </a:defRPr>
            </a:lvl7pPr>
            <a:lvl8pPr lvl="7" algn="ctr">
              <a:lnSpc>
                <a:spcPct val="100000"/>
              </a:lnSpc>
              <a:spcBef>
                <a:spcPts val="0"/>
              </a:spcBef>
              <a:spcAft>
                <a:spcPts val="0"/>
              </a:spcAft>
              <a:buClr>
                <a:schemeClr val="dk1"/>
              </a:buClr>
              <a:buSzPts val="1600"/>
              <a:buNone/>
              <a:defRPr sz="1600">
                <a:solidFill>
                  <a:schemeClr val="dk1"/>
                </a:solidFill>
              </a:defRPr>
            </a:lvl8pPr>
            <a:lvl9pPr lvl="8" algn="ctr">
              <a:lnSpc>
                <a:spcPct val="100000"/>
              </a:lnSpc>
              <a:spcBef>
                <a:spcPts val="0"/>
              </a:spcBef>
              <a:spcAft>
                <a:spcPts val="0"/>
              </a:spcAft>
              <a:buClr>
                <a:schemeClr val="dk1"/>
              </a:buClr>
              <a:buSzPts val="1600"/>
              <a:buNone/>
              <a:defRPr sz="1600">
                <a:solidFill>
                  <a:schemeClr val="dk1"/>
                </a:solidFill>
              </a:defRPr>
            </a:lvl9pPr>
          </a:lstStyle>
          <a:p/>
        </p:txBody>
      </p:sp>
      <p:grpSp>
        <p:nvGrpSpPr>
          <p:cNvPr id="1010" name="Google Shape;1010;p58"/>
          <p:cNvGrpSpPr/>
          <p:nvPr/>
        </p:nvGrpSpPr>
        <p:grpSpPr>
          <a:xfrm rot="-1369381">
            <a:off x="7620372" y="3316225"/>
            <a:ext cx="2339900" cy="2061000"/>
            <a:chOff x="-1437750" y="780000"/>
            <a:chExt cx="389100" cy="342725"/>
          </a:xfrm>
        </p:grpSpPr>
        <p:sp>
          <p:nvSpPr>
            <p:cNvPr id="1011" name="Google Shape;1011;p58"/>
            <p:cNvSpPr/>
            <p:nvPr/>
          </p:nvSpPr>
          <p:spPr>
            <a:xfrm>
              <a:off x="-1425800" y="780000"/>
              <a:ext cx="377150" cy="332875"/>
            </a:xfrm>
            <a:custGeom>
              <a:rect b="b" l="l" r="r" t="t"/>
              <a:pathLst>
                <a:path extrusionOk="0" h="13315" w="15086">
                  <a:moveTo>
                    <a:pt x="11151" y="8653"/>
                  </a:moveTo>
                  <a:cubicBezTo>
                    <a:pt x="11173" y="8653"/>
                    <a:pt x="11195" y="8654"/>
                    <a:pt x="11217" y="8657"/>
                  </a:cubicBezTo>
                  <a:lnTo>
                    <a:pt x="11396" y="8657"/>
                  </a:lnTo>
                  <a:cubicBezTo>
                    <a:pt x="11650" y="8686"/>
                    <a:pt x="11874" y="8761"/>
                    <a:pt x="12068" y="8896"/>
                  </a:cubicBezTo>
                  <a:cubicBezTo>
                    <a:pt x="12501" y="9224"/>
                    <a:pt x="12621" y="9836"/>
                    <a:pt x="12367" y="10314"/>
                  </a:cubicBezTo>
                  <a:cubicBezTo>
                    <a:pt x="12132" y="10720"/>
                    <a:pt x="11609" y="10988"/>
                    <a:pt x="11102" y="10988"/>
                  </a:cubicBezTo>
                  <a:cubicBezTo>
                    <a:pt x="11030" y="10988"/>
                    <a:pt x="10959" y="10983"/>
                    <a:pt x="10888" y="10972"/>
                  </a:cubicBezTo>
                  <a:cubicBezTo>
                    <a:pt x="10321" y="10882"/>
                    <a:pt x="9873" y="10404"/>
                    <a:pt x="9873" y="9896"/>
                  </a:cubicBezTo>
                  <a:lnTo>
                    <a:pt x="9873" y="9807"/>
                  </a:lnTo>
                  <a:cubicBezTo>
                    <a:pt x="9858" y="9732"/>
                    <a:pt x="9858" y="9657"/>
                    <a:pt x="9873" y="9568"/>
                  </a:cubicBezTo>
                  <a:cubicBezTo>
                    <a:pt x="9932" y="9344"/>
                    <a:pt x="10082" y="9164"/>
                    <a:pt x="10276" y="9030"/>
                  </a:cubicBezTo>
                  <a:cubicBezTo>
                    <a:pt x="10440" y="8881"/>
                    <a:pt x="10634" y="8761"/>
                    <a:pt x="10859" y="8701"/>
                  </a:cubicBezTo>
                  <a:cubicBezTo>
                    <a:pt x="10956" y="8677"/>
                    <a:pt x="11054" y="8653"/>
                    <a:pt x="11151" y="8653"/>
                  </a:cubicBezTo>
                  <a:close/>
                  <a:moveTo>
                    <a:pt x="9735" y="0"/>
                  </a:moveTo>
                  <a:cubicBezTo>
                    <a:pt x="7428" y="0"/>
                    <a:pt x="5101" y="1090"/>
                    <a:pt x="3256" y="2294"/>
                  </a:cubicBezTo>
                  <a:cubicBezTo>
                    <a:pt x="2509" y="2787"/>
                    <a:pt x="1807" y="3324"/>
                    <a:pt x="1255" y="3997"/>
                  </a:cubicBezTo>
                  <a:cubicBezTo>
                    <a:pt x="418" y="5027"/>
                    <a:pt x="0" y="6312"/>
                    <a:pt x="105" y="7551"/>
                  </a:cubicBezTo>
                  <a:cubicBezTo>
                    <a:pt x="150" y="8134"/>
                    <a:pt x="254" y="8791"/>
                    <a:pt x="433" y="9359"/>
                  </a:cubicBezTo>
                  <a:lnTo>
                    <a:pt x="448" y="9359"/>
                  </a:lnTo>
                  <a:cubicBezTo>
                    <a:pt x="1150" y="11345"/>
                    <a:pt x="3167" y="12883"/>
                    <a:pt x="5497" y="13197"/>
                  </a:cubicBezTo>
                  <a:cubicBezTo>
                    <a:pt x="6042" y="13274"/>
                    <a:pt x="6604" y="13315"/>
                    <a:pt x="7170" y="13315"/>
                  </a:cubicBezTo>
                  <a:cubicBezTo>
                    <a:pt x="8910" y="13315"/>
                    <a:pt x="10685" y="12927"/>
                    <a:pt x="12128" y="12002"/>
                  </a:cubicBezTo>
                  <a:cubicBezTo>
                    <a:pt x="12815" y="11554"/>
                    <a:pt x="13398" y="10942"/>
                    <a:pt x="13592" y="10225"/>
                  </a:cubicBezTo>
                  <a:cubicBezTo>
                    <a:pt x="13786" y="9508"/>
                    <a:pt x="13547" y="8671"/>
                    <a:pt x="12875" y="8283"/>
                  </a:cubicBezTo>
                  <a:cubicBezTo>
                    <a:pt x="12457" y="8029"/>
                    <a:pt x="11934" y="7775"/>
                    <a:pt x="12233" y="7223"/>
                  </a:cubicBezTo>
                  <a:cubicBezTo>
                    <a:pt x="12367" y="6969"/>
                    <a:pt x="12621" y="6805"/>
                    <a:pt x="12860" y="6640"/>
                  </a:cubicBezTo>
                  <a:cubicBezTo>
                    <a:pt x="13607" y="6103"/>
                    <a:pt x="14174" y="5386"/>
                    <a:pt x="14413" y="4579"/>
                  </a:cubicBezTo>
                  <a:cubicBezTo>
                    <a:pt x="15085" y="2369"/>
                    <a:pt x="13009" y="397"/>
                    <a:pt x="10709" y="68"/>
                  </a:cubicBezTo>
                  <a:cubicBezTo>
                    <a:pt x="10386" y="22"/>
                    <a:pt x="10060" y="0"/>
                    <a:pt x="973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58"/>
            <p:cNvSpPr/>
            <p:nvPr/>
          </p:nvSpPr>
          <p:spPr>
            <a:xfrm>
              <a:off x="-1398925" y="799975"/>
              <a:ext cx="317300" cy="295950"/>
            </a:xfrm>
            <a:custGeom>
              <a:rect b="b" l="l" r="r" t="t"/>
              <a:pathLst>
                <a:path extrusionOk="0" h="11838" w="12692">
                  <a:moveTo>
                    <a:pt x="9517" y="123"/>
                  </a:moveTo>
                  <a:cubicBezTo>
                    <a:pt x="9660" y="123"/>
                    <a:pt x="9805" y="143"/>
                    <a:pt x="9948" y="181"/>
                  </a:cubicBezTo>
                  <a:cubicBezTo>
                    <a:pt x="10261" y="270"/>
                    <a:pt x="10575" y="434"/>
                    <a:pt x="10739" y="718"/>
                  </a:cubicBezTo>
                  <a:cubicBezTo>
                    <a:pt x="10874" y="957"/>
                    <a:pt x="10874" y="1241"/>
                    <a:pt x="10799" y="1495"/>
                  </a:cubicBezTo>
                  <a:cubicBezTo>
                    <a:pt x="10596" y="2161"/>
                    <a:pt x="9902" y="2616"/>
                    <a:pt x="9221" y="2616"/>
                  </a:cubicBezTo>
                  <a:cubicBezTo>
                    <a:pt x="9199" y="2616"/>
                    <a:pt x="9178" y="2616"/>
                    <a:pt x="9156" y="2615"/>
                  </a:cubicBezTo>
                  <a:cubicBezTo>
                    <a:pt x="9153" y="2615"/>
                    <a:pt x="9150" y="2615"/>
                    <a:pt x="9147" y="2615"/>
                  </a:cubicBezTo>
                  <a:lnTo>
                    <a:pt x="9147" y="2615"/>
                  </a:lnTo>
                  <a:cubicBezTo>
                    <a:pt x="9145" y="2615"/>
                    <a:pt x="9143" y="2615"/>
                    <a:pt x="9141" y="2615"/>
                  </a:cubicBezTo>
                  <a:cubicBezTo>
                    <a:pt x="8096" y="2540"/>
                    <a:pt x="8006" y="1226"/>
                    <a:pt x="8559" y="554"/>
                  </a:cubicBezTo>
                  <a:cubicBezTo>
                    <a:pt x="8806" y="253"/>
                    <a:pt x="9153" y="123"/>
                    <a:pt x="9517" y="123"/>
                  </a:cubicBezTo>
                  <a:close/>
                  <a:moveTo>
                    <a:pt x="9495" y="1"/>
                  </a:moveTo>
                  <a:cubicBezTo>
                    <a:pt x="9172" y="1"/>
                    <a:pt x="8859" y="100"/>
                    <a:pt x="8604" y="330"/>
                  </a:cubicBezTo>
                  <a:cubicBezTo>
                    <a:pt x="8230" y="658"/>
                    <a:pt x="8036" y="1196"/>
                    <a:pt x="8096" y="1689"/>
                  </a:cubicBezTo>
                  <a:cubicBezTo>
                    <a:pt x="8141" y="2182"/>
                    <a:pt x="8439" y="2615"/>
                    <a:pt x="8932" y="2720"/>
                  </a:cubicBezTo>
                  <a:cubicBezTo>
                    <a:pt x="9007" y="2720"/>
                    <a:pt x="9067" y="2735"/>
                    <a:pt x="9141" y="2735"/>
                  </a:cubicBezTo>
                  <a:cubicBezTo>
                    <a:pt x="9141" y="2735"/>
                    <a:pt x="9141" y="2735"/>
                    <a:pt x="9141" y="2735"/>
                  </a:cubicBezTo>
                  <a:lnTo>
                    <a:pt x="9141" y="2735"/>
                  </a:lnTo>
                  <a:cubicBezTo>
                    <a:pt x="9145" y="2735"/>
                    <a:pt x="9149" y="2736"/>
                    <a:pt x="9152" y="2736"/>
                  </a:cubicBezTo>
                  <a:cubicBezTo>
                    <a:pt x="9154" y="2736"/>
                    <a:pt x="9155" y="2736"/>
                    <a:pt x="9157" y="2735"/>
                  </a:cubicBezTo>
                  <a:lnTo>
                    <a:pt x="9157" y="2735"/>
                  </a:lnTo>
                  <a:cubicBezTo>
                    <a:pt x="9187" y="2737"/>
                    <a:pt x="9216" y="2738"/>
                    <a:pt x="9246" y="2738"/>
                  </a:cubicBezTo>
                  <a:cubicBezTo>
                    <a:pt x="9897" y="2738"/>
                    <a:pt x="10531" y="2344"/>
                    <a:pt x="10829" y="1749"/>
                  </a:cubicBezTo>
                  <a:cubicBezTo>
                    <a:pt x="10963" y="1480"/>
                    <a:pt x="11023" y="1151"/>
                    <a:pt x="10934" y="868"/>
                  </a:cubicBezTo>
                  <a:cubicBezTo>
                    <a:pt x="10844" y="554"/>
                    <a:pt x="10575" y="315"/>
                    <a:pt x="10276" y="181"/>
                  </a:cubicBezTo>
                  <a:cubicBezTo>
                    <a:pt x="10028" y="66"/>
                    <a:pt x="9759" y="1"/>
                    <a:pt x="9495" y="1"/>
                  </a:cubicBezTo>
                  <a:close/>
                  <a:moveTo>
                    <a:pt x="6053" y="772"/>
                  </a:moveTo>
                  <a:cubicBezTo>
                    <a:pt x="6428" y="772"/>
                    <a:pt x="6811" y="905"/>
                    <a:pt x="7065" y="1196"/>
                  </a:cubicBezTo>
                  <a:cubicBezTo>
                    <a:pt x="7334" y="1510"/>
                    <a:pt x="7454" y="1958"/>
                    <a:pt x="7289" y="2346"/>
                  </a:cubicBezTo>
                  <a:cubicBezTo>
                    <a:pt x="7200" y="2555"/>
                    <a:pt x="7020" y="2735"/>
                    <a:pt x="6826" y="2854"/>
                  </a:cubicBezTo>
                  <a:cubicBezTo>
                    <a:pt x="6557" y="3003"/>
                    <a:pt x="6229" y="3123"/>
                    <a:pt x="5915" y="3123"/>
                  </a:cubicBezTo>
                  <a:cubicBezTo>
                    <a:pt x="5557" y="3123"/>
                    <a:pt x="5198" y="2974"/>
                    <a:pt x="4929" y="2735"/>
                  </a:cubicBezTo>
                  <a:cubicBezTo>
                    <a:pt x="4675" y="2511"/>
                    <a:pt x="4496" y="2197"/>
                    <a:pt x="4586" y="1853"/>
                  </a:cubicBezTo>
                  <a:cubicBezTo>
                    <a:pt x="4750" y="1286"/>
                    <a:pt x="5213" y="883"/>
                    <a:pt x="5796" y="793"/>
                  </a:cubicBezTo>
                  <a:cubicBezTo>
                    <a:pt x="5880" y="779"/>
                    <a:pt x="5966" y="772"/>
                    <a:pt x="6053" y="772"/>
                  </a:cubicBezTo>
                  <a:close/>
                  <a:moveTo>
                    <a:pt x="6041" y="643"/>
                  </a:moveTo>
                  <a:cubicBezTo>
                    <a:pt x="6024" y="643"/>
                    <a:pt x="6007" y="643"/>
                    <a:pt x="5990" y="644"/>
                  </a:cubicBezTo>
                  <a:cubicBezTo>
                    <a:pt x="5676" y="658"/>
                    <a:pt x="5348" y="763"/>
                    <a:pt x="5079" y="942"/>
                  </a:cubicBezTo>
                  <a:cubicBezTo>
                    <a:pt x="4767" y="1150"/>
                    <a:pt x="4559" y="1461"/>
                    <a:pt x="4468" y="1817"/>
                  </a:cubicBezTo>
                  <a:lnTo>
                    <a:pt x="4468" y="1817"/>
                  </a:lnTo>
                  <a:cubicBezTo>
                    <a:pt x="4467" y="1819"/>
                    <a:pt x="4467" y="1821"/>
                    <a:pt x="4466" y="1823"/>
                  </a:cubicBezTo>
                  <a:cubicBezTo>
                    <a:pt x="4466" y="1823"/>
                    <a:pt x="4466" y="1823"/>
                    <a:pt x="4466" y="1823"/>
                  </a:cubicBezTo>
                  <a:lnTo>
                    <a:pt x="4466" y="1823"/>
                  </a:lnTo>
                  <a:cubicBezTo>
                    <a:pt x="4464" y="1829"/>
                    <a:pt x="4463" y="1834"/>
                    <a:pt x="4462" y="1839"/>
                  </a:cubicBezTo>
                  <a:lnTo>
                    <a:pt x="4462" y="1839"/>
                  </a:lnTo>
                  <a:cubicBezTo>
                    <a:pt x="4283" y="2519"/>
                    <a:pt x="4978" y="3064"/>
                    <a:pt x="5557" y="3198"/>
                  </a:cubicBezTo>
                  <a:cubicBezTo>
                    <a:pt x="5679" y="3227"/>
                    <a:pt x="5799" y="3240"/>
                    <a:pt x="5918" y="3240"/>
                  </a:cubicBezTo>
                  <a:cubicBezTo>
                    <a:pt x="6163" y="3240"/>
                    <a:pt x="6401" y="3184"/>
                    <a:pt x="6632" y="3093"/>
                  </a:cubicBezTo>
                  <a:cubicBezTo>
                    <a:pt x="6886" y="2974"/>
                    <a:pt x="7125" y="2824"/>
                    <a:pt x="7289" y="2585"/>
                  </a:cubicBezTo>
                  <a:cubicBezTo>
                    <a:pt x="7573" y="2197"/>
                    <a:pt x="7543" y="1674"/>
                    <a:pt x="7289" y="1286"/>
                  </a:cubicBezTo>
                  <a:cubicBezTo>
                    <a:pt x="7015" y="853"/>
                    <a:pt x="6531" y="643"/>
                    <a:pt x="6041" y="643"/>
                  </a:cubicBezTo>
                  <a:close/>
                  <a:moveTo>
                    <a:pt x="3018" y="2500"/>
                  </a:moveTo>
                  <a:cubicBezTo>
                    <a:pt x="3273" y="2500"/>
                    <a:pt x="3518" y="2567"/>
                    <a:pt x="3705" y="2735"/>
                  </a:cubicBezTo>
                  <a:cubicBezTo>
                    <a:pt x="3959" y="2974"/>
                    <a:pt x="4138" y="3287"/>
                    <a:pt x="4138" y="3631"/>
                  </a:cubicBezTo>
                  <a:cubicBezTo>
                    <a:pt x="4138" y="3914"/>
                    <a:pt x="4018" y="4198"/>
                    <a:pt x="3839" y="4422"/>
                  </a:cubicBezTo>
                  <a:cubicBezTo>
                    <a:pt x="3539" y="4748"/>
                    <a:pt x="3102" y="4926"/>
                    <a:pt x="2658" y="4926"/>
                  </a:cubicBezTo>
                  <a:cubicBezTo>
                    <a:pt x="2594" y="4926"/>
                    <a:pt x="2529" y="4923"/>
                    <a:pt x="2465" y="4915"/>
                  </a:cubicBezTo>
                  <a:cubicBezTo>
                    <a:pt x="2032" y="4841"/>
                    <a:pt x="1599" y="4587"/>
                    <a:pt x="1479" y="4139"/>
                  </a:cubicBezTo>
                  <a:cubicBezTo>
                    <a:pt x="1405" y="3885"/>
                    <a:pt x="1464" y="3601"/>
                    <a:pt x="1569" y="3362"/>
                  </a:cubicBezTo>
                  <a:cubicBezTo>
                    <a:pt x="1673" y="3108"/>
                    <a:pt x="1838" y="2914"/>
                    <a:pt x="2062" y="2779"/>
                  </a:cubicBezTo>
                  <a:cubicBezTo>
                    <a:pt x="2325" y="2618"/>
                    <a:pt x="2681" y="2500"/>
                    <a:pt x="3018" y="2500"/>
                  </a:cubicBezTo>
                  <a:close/>
                  <a:moveTo>
                    <a:pt x="3019" y="2365"/>
                  </a:moveTo>
                  <a:cubicBezTo>
                    <a:pt x="2730" y="2365"/>
                    <a:pt x="2435" y="2443"/>
                    <a:pt x="2196" y="2555"/>
                  </a:cubicBezTo>
                  <a:cubicBezTo>
                    <a:pt x="1942" y="2675"/>
                    <a:pt x="1703" y="2869"/>
                    <a:pt x="1554" y="3108"/>
                  </a:cubicBezTo>
                  <a:cubicBezTo>
                    <a:pt x="1390" y="3362"/>
                    <a:pt x="1300" y="3690"/>
                    <a:pt x="1330" y="3989"/>
                  </a:cubicBezTo>
                  <a:cubicBezTo>
                    <a:pt x="1375" y="4497"/>
                    <a:pt x="1778" y="4855"/>
                    <a:pt x="2271" y="4990"/>
                  </a:cubicBezTo>
                  <a:cubicBezTo>
                    <a:pt x="2407" y="5024"/>
                    <a:pt x="2546" y="5041"/>
                    <a:pt x="2685" y="5041"/>
                  </a:cubicBezTo>
                  <a:cubicBezTo>
                    <a:pt x="3093" y="5041"/>
                    <a:pt x="3497" y="4895"/>
                    <a:pt x="3809" y="4616"/>
                  </a:cubicBezTo>
                  <a:cubicBezTo>
                    <a:pt x="4063" y="4377"/>
                    <a:pt x="4242" y="4064"/>
                    <a:pt x="4272" y="3705"/>
                  </a:cubicBezTo>
                  <a:cubicBezTo>
                    <a:pt x="4302" y="3302"/>
                    <a:pt x="4093" y="2929"/>
                    <a:pt x="3809" y="2645"/>
                  </a:cubicBezTo>
                  <a:cubicBezTo>
                    <a:pt x="3593" y="2443"/>
                    <a:pt x="3309" y="2365"/>
                    <a:pt x="3019" y="2365"/>
                  </a:cubicBezTo>
                  <a:close/>
                  <a:moveTo>
                    <a:pt x="12616" y="4941"/>
                  </a:moveTo>
                  <a:cubicBezTo>
                    <a:pt x="12597" y="4941"/>
                    <a:pt x="12576" y="4951"/>
                    <a:pt x="12562" y="4975"/>
                  </a:cubicBezTo>
                  <a:cubicBezTo>
                    <a:pt x="12233" y="5453"/>
                    <a:pt x="11665" y="5677"/>
                    <a:pt x="11292" y="6125"/>
                  </a:cubicBezTo>
                  <a:cubicBezTo>
                    <a:pt x="11143" y="6334"/>
                    <a:pt x="11008" y="6588"/>
                    <a:pt x="11038" y="6842"/>
                  </a:cubicBezTo>
                  <a:cubicBezTo>
                    <a:pt x="11053" y="7111"/>
                    <a:pt x="11292" y="7245"/>
                    <a:pt x="11501" y="7350"/>
                  </a:cubicBezTo>
                  <a:cubicBezTo>
                    <a:pt x="11512" y="7353"/>
                    <a:pt x="11523" y="7355"/>
                    <a:pt x="11533" y="7355"/>
                  </a:cubicBezTo>
                  <a:cubicBezTo>
                    <a:pt x="11603" y="7355"/>
                    <a:pt x="11639" y="7271"/>
                    <a:pt x="11561" y="7245"/>
                  </a:cubicBezTo>
                  <a:cubicBezTo>
                    <a:pt x="11471" y="7200"/>
                    <a:pt x="11352" y="7141"/>
                    <a:pt x="11262" y="7051"/>
                  </a:cubicBezTo>
                  <a:cubicBezTo>
                    <a:pt x="11158" y="6946"/>
                    <a:pt x="11143" y="6812"/>
                    <a:pt x="11173" y="6663"/>
                  </a:cubicBezTo>
                  <a:cubicBezTo>
                    <a:pt x="11217" y="6424"/>
                    <a:pt x="11367" y="6215"/>
                    <a:pt x="11546" y="6035"/>
                  </a:cubicBezTo>
                  <a:cubicBezTo>
                    <a:pt x="11904" y="5692"/>
                    <a:pt x="12367" y="5453"/>
                    <a:pt x="12651" y="5035"/>
                  </a:cubicBezTo>
                  <a:cubicBezTo>
                    <a:pt x="12692" y="4984"/>
                    <a:pt x="12657" y="4941"/>
                    <a:pt x="12616" y="4941"/>
                  </a:cubicBezTo>
                  <a:close/>
                  <a:moveTo>
                    <a:pt x="1692" y="5465"/>
                  </a:moveTo>
                  <a:cubicBezTo>
                    <a:pt x="1891" y="5465"/>
                    <a:pt x="2088" y="5505"/>
                    <a:pt x="2271" y="5602"/>
                  </a:cubicBezTo>
                  <a:cubicBezTo>
                    <a:pt x="2614" y="5781"/>
                    <a:pt x="2838" y="6140"/>
                    <a:pt x="2838" y="6528"/>
                  </a:cubicBezTo>
                  <a:cubicBezTo>
                    <a:pt x="2853" y="6961"/>
                    <a:pt x="2614" y="7335"/>
                    <a:pt x="2241" y="7544"/>
                  </a:cubicBezTo>
                  <a:cubicBezTo>
                    <a:pt x="1987" y="7693"/>
                    <a:pt x="1703" y="7753"/>
                    <a:pt x="1405" y="7783"/>
                  </a:cubicBezTo>
                  <a:cubicBezTo>
                    <a:pt x="1381" y="7784"/>
                    <a:pt x="1358" y="7785"/>
                    <a:pt x="1334" y="7785"/>
                  </a:cubicBezTo>
                  <a:cubicBezTo>
                    <a:pt x="1077" y="7785"/>
                    <a:pt x="833" y="7708"/>
                    <a:pt x="628" y="7544"/>
                  </a:cubicBezTo>
                  <a:cubicBezTo>
                    <a:pt x="374" y="7335"/>
                    <a:pt x="180" y="7036"/>
                    <a:pt x="165" y="6693"/>
                  </a:cubicBezTo>
                  <a:cubicBezTo>
                    <a:pt x="136" y="6285"/>
                    <a:pt x="404" y="5949"/>
                    <a:pt x="722" y="5711"/>
                  </a:cubicBezTo>
                  <a:lnTo>
                    <a:pt x="722" y="5711"/>
                  </a:lnTo>
                  <a:cubicBezTo>
                    <a:pt x="726" y="5712"/>
                    <a:pt x="730" y="5712"/>
                    <a:pt x="735" y="5712"/>
                  </a:cubicBezTo>
                  <a:cubicBezTo>
                    <a:pt x="744" y="5712"/>
                    <a:pt x="753" y="5710"/>
                    <a:pt x="762" y="5707"/>
                  </a:cubicBezTo>
                  <a:cubicBezTo>
                    <a:pt x="1048" y="5569"/>
                    <a:pt x="1373" y="5465"/>
                    <a:pt x="1692" y="5465"/>
                  </a:cubicBezTo>
                  <a:close/>
                  <a:moveTo>
                    <a:pt x="1692" y="5340"/>
                  </a:moveTo>
                  <a:cubicBezTo>
                    <a:pt x="1363" y="5340"/>
                    <a:pt x="1023" y="5439"/>
                    <a:pt x="719" y="5587"/>
                  </a:cubicBezTo>
                  <a:lnTo>
                    <a:pt x="719" y="5587"/>
                  </a:lnTo>
                  <a:cubicBezTo>
                    <a:pt x="709" y="5589"/>
                    <a:pt x="699" y="5593"/>
                    <a:pt x="688" y="5602"/>
                  </a:cubicBezTo>
                  <a:cubicBezTo>
                    <a:pt x="688" y="5602"/>
                    <a:pt x="688" y="5602"/>
                    <a:pt x="688" y="5602"/>
                  </a:cubicBezTo>
                  <a:lnTo>
                    <a:pt x="688" y="5602"/>
                  </a:lnTo>
                  <a:cubicBezTo>
                    <a:pt x="677" y="5607"/>
                    <a:pt x="669" y="5612"/>
                    <a:pt x="664" y="5619"/>
                  </a:cubicBezTo>
                  <a:lnTo>
                    <a:pt x="664" y="5619"/>
                  </a:lnTo>
                  <a:cubicBezTo>
                    <a:pt x="360" y="5842"/>
                    <a:pt x="89" y="6150"/>
                    <a:pt x="45" y="6543"/>
                  </a:cubicBezTo>
                  <a:cubicBezTo>
                    <a:pt x="1" y="6857"/>
                    <a:pt x="135" y="7171"/>
                    <a:pt x="329" y="7424"/>
                  </a:cubicBezTo>
                  <a:cubicBezTo>
                    <a:pt x="523" y="7663"/>
                    <a:pt x="792" y="7843"/>
                    <a:pt x="1091" y="7902"/>
                  </a:cubicBezTo>
                  <a:cubicBezTo>
                    <a:pt x="1167" y="7917"/>
                    <a:pt x="1245" y="7923"/>
                    <a:pt x="1324" y="7923"/>
                  </a:cubicBezTo>
                  <a:cubicBezTo>
                    <a:pt x="1573" y="7923"/>
                    <a:pt x="1832" y="7859"/>
                    <a:pt x="2047" y="7768"/>
                  </a:cubicBezTo>
                  <a:cubicBezTo>
                    <a:pt x="2510" y="7589"/>
                    <a:pt x="2883" y="7230"/>
                    <a:pt x="2958" y="6737"/>
                  </a:cubicBezTo>
                  <a:cubicBezTo>
                    <a:pt x="3018" y="6304"/>
                    <a:pt x="2838" y="5856"/>
                    <a:pt x="2480" y="5587"/>
                  </a:cubicBezTo>
                  <a:cubicBezTo>
                    <a:pt x="2244" y="5412"/>
                    <a:pt x="1972" y="5340"/>
                    <a:pt x="1692" y="5340"/>
                  </a:cubicBezTo>
                  <a:close/>
                  <a:moveTo>
                    <a:pt x="10045" y="7394"/>
                  </a:moveTo>
                  <a:cubicBezTo>
                    <a:pt x="9814" y="7394"/>
                    <a:pt x="9583" y="7437"/>
                    <a:pt x="9365" y="7529"/>
                  </a:cubicBezTo>
                  <a:cubicBezTo>
                    <a:pt x="9111" y="7619"/>
                    <a:pt x="8887" y="7783"/>
                    <a:pt x="8693" y="7977"/>
                  </a:cubicBezTo>
                  <a:cubicBezTo>
                    <a:pt x="8499" y="8186"/>
                    <a:pt x="8290" y="8470"/>
                    <a:pt x="8305" y="8754"/>
                  </a:cubicBezTo>
                  <a:cubicBezTo>
                    <a:pt x="8313" y="8801"/>
                    <a:pt x="8353" y="8823"/>
                    <a:pt x="8388" y="8823"/>
                  </a:cubicBezTo>
                  <a:cubicBezTo>
                    <a:pt x="8420" y="8823"/>
                    <a:pt x="8446" y="8804"/>
                    <a:pt x="8439" y="8769"/>
                  </a:cubicBezTo>
                  <a:cubicBezTo>
                    <a:pt x="8424" y="8485"/>
                    <a:pt x="8633" y="8231"/>
                    <a:pt x="8813" y="8037"/>
                  </a:cubicBezTo>
                  <a:cubicBezTo>
                    <a:pt x="8992" y="7858"/>
                    <a:pt x="9216" y="7723"/>
                    <a:pt x="9455" y="7619"/>
                  </a:cubicBezTo>
                  <a:cubicBezTo>
                    <a:pt x="9649" y="7554"/>
                    <a:pt x="9849" y="7522"/>
                    <a:pt x="10046" y="7522"/>
                  </a:cubicBezTo>
                  <a:cubicBezTo>
                    <a:pt x="10397" y="7522"/>
                    <a:pt x="10742" y="7622"/>
                    <a:pt x="11038" y="7813"/>
                  </a:cubicBezTo>
                  <a:cubicBezTo>
                    <a:pt x="11048" y="7820"/>
                    <a:pt x="11059" y="7824"/>
                    <a:pt x="11069" y="7824"/>
                  </a:cubicBezTo>
                  <a:cubicBezTo>
                    <a:pt x="11119" y="7824"/>
                    <a:pt x="11160" y="7745"/>
                    <a:pt x="11098" y="7708"/>
                  </a:cubicBezTo>
                  <a:cubicBezTo>
                    <a:pt x="10785" y="7506"/>
                    <a:pt x="10415" y="7394"/>
                    <a:pt x="10045" y="7394"/>
                  </a:cubicBezTo>
                  <a:close/>
                  <a:moveTo>
                    <a:pt x="2721" y="8155"/>
                  </a:moveTo>
                  <a:cubicBezTo>
                    <a:pt x="2740" y="8155"/>
                    <a:pt x="2759" y="8155"/>
                    <a:pt x="2779" y="8156"/>
                  </a:cubicBezTo>
                  <a:cubicBezTo>
                    <a:pt x="3092" y="8186"/>
                    <a:pt x="3391" y="8321"/>
                    <a:pt x="3615" y="8515"/>
                  </a:cubicBezTo>
                  <a:cubicBezTo>
                    <a:pt x="3854" y="8724"/>
                    <a:pt x="4033" y="8978"/>
                    <a:pt x="4078" y="9291"/>
                  </a:cubicBezTo>
                  <a:cubicBezTo>
                    <a:pt x="4138" y="9575"/>
                    <a:pt x="4063" y="9859"/>
                    <a:pt x="3914" y="10098"/>
                  </a:cubicBezTo>
                  <a:cubicBezTo>
                    <a:pt x="3680" y="10465"/>
                    <a:pt x="3291" y="10624"/>
                    <a:pt x="2887" y="10624"/>
                  </a:cubicBezTo>
                  <a:cubicBezTo>
                    <a:pt x="2387" y="10624"/>
                    <a:pt x="1865" y="10381"/>
                    <a:pt x="1584" y="9993"/>
                  </a:cubicBezTo>
                  <a:cubicBezTo>
                    <a:pt x="1449" y="9799"/>
                    <a:pt x="1375" y="9575"/>
                    <a:pt x="1390" y="9351"/>
                  </a:cubicBezTo>
                  <a:cubicBezTo>
                    <a:pt x="1405" y="9217"/>
                    <a:pt x="1449" y="9097"/>
                    <a:pt x="1509" y="8993"/>
                  </a:cubicBezTo>
                  <a:cubicBezTo>
                    <a:pt x="1554" y="8918"/>
                    <a:pt x="1599" y="8858"/>
                    <a:pt x="1643" y="8799"/>
                  </a:cubicBezTo>
                  <a:cubicBezTo>
                    <a:pt x="1718" y="8694"/>
                    <a:pt x="1778" y="8589"/>
                    <a:pt x="1868" y="8500"/>
                  </a:cubicBezTo>
                  <a:cubicBezTo>
                    <a:pt x="1873" y="8492"/>
                    <a:pt x="1877" y="8484"/>
                    <a:pt x="1878" y="8476"/>
                  </a:cubicBezTo>
                  <a:lnTo>
                    <a:pt x="1878" y="8476"/>
                  </a:lnTo>
                  <a:cubicBezTo>
                    <a:pt x="2114" y="8266"/>
                    <a:pt x="2410" y="8155"/>
                    <a:pt x="2721" y="8155"/>
                  </a:cubicBezTo>
                  <a:close/>
                  <a:moveTo>
                    <a:pt x="2686" y="8024"/>
                  </a:moveTo>
                  <a:cubicBezTo>
                    <a:pt x="2339" y="8024"/>
                    <a:pt x="2021" y="8167"/>
                    <a:pt x="1766" y="8407"/>
                  </a:cubicBezTo>
                  <a:lnTo>
                    <a:pt x="1766" y="8407"/>
                  </a:lnTo>
                  <a:cubicBezTo>
                    <a:pt x="1765" y="8408"/>
                    <a:pt x="1764" y="8409"/>
                    <a:pt x="1763" y="8410"/>
                  </a:cubicBezTo>
                  <a:cubicBezTo>
                    <a:pt x="1763" y="8410"/>
                    <a:pt x="1763" y="8410"/>
                    <a:pt x="1763" y="8410"/>
                  </a:cubicBezTo>
                  <a:lnTo>
                    <a:pt x="1763" y="8410"/>
                  </a:lnTo>
                  <a:cubicBezTo>
                    <a:pt x="1758" y="8414"/>
                    <a:pt x="1754" y="8418"/>
                    <a:pt x="1751" y="8422"/>
                  </a:cubicBezTo>
                  <a:lnTo>
                    <a:pt x="1751" y="8422"/>
                  </a:lnTo>
                  <a:cubicBezTo>
                    <a:pt x="1680" y="8494"/>
                    <a:pt x="1610" y="8580"/>
                    <a:pt x="1554" y="8679"/>
                  </a:cubicBezTo>
                  <a:cubicBezTo>
                    <a:pt x="1509" y="8739"/>
                    <a:pt x="1464" y="8813"/>
                    <a:pt x="1405" y="8888"/>
                  </a:cubicBezTo>
                  <a:cubicBezTo>
                    <a:pt x="1345" y="8993"/>
                    <a:pt x="1300" y="9127"/>
                    <a:pt x="1270" y="9262"/>
                  </a:cubicBezTo>
                  <a:cubicBezTo>
                    <a:pt x="1225" y="9486"/>
                    <a:pt x="1270" y="9725"/>
                    <a:pt x="1375" y="9919"/>
                  </a:cubicBezTo>
                  <a:cubicBezTo>
                    <a:pt x="1614" y="10352"/>
                    <a:pt x="2092" y="10621"/>
                    <a:pt x="2555" y="10725"/>
                  </a:cubicBezTo>
                  <a:cubicBezTo>
                    <a:pt x="2659" y="10744"/>
                    <a:pt x="2765" y="10753"/>
                    <a:pt x="2870" y="10753"/>
                  </a:cubicBezTo>
                  <a:cubicBezTo>
                    <a:pt x="3279" y="10753"/>
                    <a:pt x="3679" y="10610"/>
                    <a:pt x="3929" y="10277"/>
                  </a:cubicBezTo>
                  <a:cubicBezTo>
                    <a:pt x="4123" y="10038"/>
                    <a:pt x="4242" y="9739"/>
                    <a:pt x="4227" y="9441"/>
                  </a:cubicBezTo>
                  <a:cubicBezTo>
                    <a:pt x="4212" y="9112"/>
                    <a:pt x="4063" y="8813"/>
                    <a:pt x="3839" y="8574"/>
                  </a:cubicBezTo>
                  <a:cubicBezTo>
                    <a:pt x="3585" y="8291"/>
                    <a:pt x="3242" y="8082"/>
                    <a:pt x="2868" y="8037"/>
                  </a:cubicBezTo>
                  <a:cubicBezTo>
                    <a:pt x="2807" y="8028"/>
                    <a:pt x="2746" y="8024"/>
                    <a:pt x="2686" y="8024"/>
                  </a:cubicBezTo>
                  <a:close/>
                  <a:moveTo>
                    <a:pt x="6204" y="9346"/>
                  </a:moveTo>
                  <a:cubicBezTo>
                    <a:pt x="6557" y="9346"/>
                    <a:pt x="6923" y="9465"/>
                    <a:pt x="7110" y="9799"/>
                  </a:cubicBezTo>
                  <a:cubicBezTo>
                    <a:pt x="7140" y="9859"/>
                    <a:pt x="7155" y="9919"/>
                    <a:pt x="7170" y="9978"/>
                  </a:cubicBezTo>
                  <a:cubicBezTo>
                    <a:pt x="7185" y="10008"/>
                    <a:pt x="7185" y="10038"/>
                    <a:pt x="7200" y="10068"/>
                  </a:cubicBezTo>
                  <a:cubicBezTo>
                    <a:pt x="7215" y="10113"/>
                    <a:pt x="7244" y="10158"/>
                    <a:pt x="7274" y="10202"/>
                  </a:cubicBezTo>
                  <a:cubicBezTo>
                    <a:pt x="7334" y="10367"/>
                    <a:pt x="7379" y="10546"/>
                    <a:pt x="7364" y="10725"/>
                  </a:cubicBezTo>
                  <a:cubicBezTo>
                    <a:pt x="7334" y="11114"/>
                    <a:pt x="7065" y="11397"/>
                    <a:pt x="6722" y="11562"/>
                  </a:cubicBezTo>
                  <a:cubicBezTo>
                    <a:pt x="6709" y="11569"/>
                    <a:pt x="6700" y="11579"/>
                    <a:pt x="6695" y="11589"/>
                  </a:cubicBezTo>
                  <a:lnTo>
                    <a:pt x="6695" y="11589"/>
                  </a:lnTo>
                  <a:cubicBezTo>
                    <a:pt x="6495" y="11676"/>
                    <a:pt x="6276" y="11720"/>
                    <a:pt x="6057" y="11720"/>
                  </a:cubicBezTo>
                  <a:cubicBezTo>
                    <a:pt x="5673" y="11720"/>
                    <a:pt x="5290" y="11583"/>
                    <a:pt x="5019" y="11293"/>
                  </a:cubicBezTo>
                  <a:cubicBezTo>
                    <a:pt x="4675" y="10919"/>
                    <a:pt x="4616" y="10352"/>
                    <a:pt x="4929" y="9934"/>
                  </a:cubicBezTo>
                  <a:cubicBezTo>
                    <a:pt x="5198" y="9605"/>
                    <a:pt x="5646" y="9396"/>
                    <a:pt x="6079" y="9351"/>
                  </a:cubicBezTo>
                  <a:cubicBezTo>
                    <a:pt x="6120" y="9348"/>
                    <a:pt x="6162" y="9346"/>
                    <a:pt x="6204" y="9346"/>
                  </a:cubicBezTo>
                  <a:close/>
                  <a:moveTo>
                    <a:pt x="6177" y="9231"/>
                  </a:moveTo>
                  <a:cubicBezTo>
                    <a:pt x="5715" y="9231"/>
                    <a:pt x="5231" y="9424"/>
                    <a:pt x="4914" y="9769"/>
                  </a:cubicBezTo>
                  <a:cubicBezTo>
                    <a:pt x="4526" y="10173"/>
                    <a:pt x="4466" y="10770"/>
                    <a:pt x="4795" y="11233"/>
                  </a:cubicBezTo>
                  <a:cubicBezTo>
                    <a:pt x="5079" y="11644"/>
                    <a:pt x="5555" y="11837"/>
                    <a:pt x="6039" y="11837"/>
                  </a:cubicBezTo>
                  <a:cubicBezTo>
                    <a:pt x="6294" y="11837"/>
                    <a:pt x="6550" y="11784"/>
                    <a:pt x="6781" y="11681"/>
                  </a:cubicBezTo>
                  <a:cubicBezTo>
                    <a:pt x="6786" y="11679"/>
                    <a:pt x="6790" y="11677"/>
                    <a:pt x="6794" y="11675"/>
                  </a:cubicBezTo>
                  <a:lnTo>
                    <a:pt x="6794" y="11675"/>
                  </a:lnTo>
                  <a:cubicBezTo>
                    <a:pt x="7102" y="11510"/>
                    <a:pt x="7365" y="11258"/>
                    <a:pt x="7454" y="10919"/>
                  </a:cubicBezTo>
                  <a:cubicBezTo>
                    <a:pt x="7483" y="10755"/>
                    <a:pt x="7483" y="10591"/>
                    <a:pt x="7454" y="10427"/>
                  </a:cubicBezTo>
                  <a:cubicBezTo>
                    <a:pt x="7424" y="10262"/>
                    <a:pt x="7334" y="10098"/>
                    <a:pt x="7289" y="9934"/>
                  </a:cubicBezTo>
                  <a:cubicBezTo>
                    <a:pt x="7140" y="9471"/>
                    <a:pt x="6707" y="9232"/>
                    <a:pt x="6229" y="9232"/>
                  </a:cubicBezTo>
                  <a:cubicBezTo>
                    <a:pt x="6212" y="9231"/>
                    <a:pt x="6194" y="9231"/>
                    <a:pt x="6177" y="92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58"/>
            <p:cNvSpPr/>
            <p:nvPr/>
          </p:nvSpPr>
          <p:spPr>
            <a:xfrm>
              <a:off x="-1376400" y="862600"/>
              <a:ext cx="114525" cy="62125"/>
            </a:xfrm>
            <a:custGeom>
              <a:rect b="b" l="l" r="r" t="t"/>
              <a:pathLst>
                <a:path extrusionOk="0" h="2485" w="4581">
                  <a:moveTo>
                    <a:pt x="4252" y="1768"/>
                  </a:moveTo>
                  <a:cubicBezTo>
                    <a:pt x="3909" y="1768"/>
                    <a:pt x="3909" y="2291"/>
                    <a:pt x="4252" y="2291"/>
                  </a:cubicBezTo>
                  <a:cubicBezTo>
                    <a:pt x="4581" y="2291"/>
                    <a:pt x="4581" y="1768"/>
                    <a:pt x="4252" y="1768"/>
                  </a:cubicBezTo>
                  <a:close/>
                  <a:moveTo>
                    <a:pt x="1754" y="1"/>
                  </a:moveTo>
                  <a:cubicBezTo>
                    <a:pt x="1159" y="1"/>
                    <a:pt x="520" y="315"/>
                    <a:pt x="250" y="1066"/>
                  </a:cubicBezTo>
                  <a:cubicBezTo>
                    <a:pt x="1" y="1743"/>
                    <a:pt x="827" y="2485"/>
                    <a:pt x="1626" y="2485"/>
                  </a:cubicBezTo>
                  <a:cubicBezTo>
                    <a:pt x="1690" y="2485"/>
                    <a:pt x="1755" y="2480"/>
                    <a:pt x="1818" y="2470"/>
                  </a:cubicBezTo>
                  <a:cubicBezTo>
                    <a:pt x="3476" y="2201"/>
                    <a:pt x="3386" y="737"/>
                    <a:pt x="2550" y="215"/>
                  </a:cubicBezTo>
                  <a:cubicBezTo>
                    <a:pt x="2328" y="77"/>
                    <a:pt x="2046" y="1"/>
                    <a:pt x="175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58"/>
            <p:cNvSpPr/>
            <p:nvPr/>
          </p:nvSpPr>
          <p:spPr>
            <a:xfrm>
              <a:off x="-1298650" y="1002275"/>
              <a:ext cx="119675" cy="120450"/>
            </a:xfrm>
            <a:custGeom>
              <a:rect b="b" l="l" r="r" t="t"/>
              <a:pathLst>
                <a:path extrusionOk="0" h="4818" w="4787">
                  <a:moveTo>
                    <a:pt x="2903" y="0"/>
                  </a:moveTo>
                  <a:cubicBezTo>
                    <a:pt x="2828" y="0"/>
                    <a:pt x="2758" y="34"/>
                    <a:pt x="2711" y="109"/>
                  </a:cubicBezTo>
                  <a:cubicBezTo>
                    <a:pt x="2687" y="157"/>
                    <a:pt x="2667" y="205"/>
                    <a:pt x="2659" y="255"/>
                  </a:cubicBezTo>
                  <a:lnTo>
                    <a:pt x="2659" y="255"/>
                  </a:lnTo>
                  <a:cubicBezTo>
                    <a:pt x="2603" y="387"/>
                    <a:pt x="2636" y="553"/>
                    <a:pt x="2741" y="647"/>
                  </a:cubicBezTo>
                  <a:cubicBezTo>
                    <a:pt x="2810" y="716"/>
                    <a:pt x="2910" y="753"/>
                    <a:pt x="3010" y="753"/>
                  </a:cubicBezTo>
                  <a:cubicBezTo>
                    <a:pt x="3104" y="753"/>
                    <a:pt x="3198" y="719"/>
                    <a:pt x="3263" y="647"/>
                  </a:cubicBezTo>
                  <a:cubicBezTo>
                    <a:pt x="3279" y="627"/>
                    <a:pt x="3293" y="605"/>
                    <a:pt x="3304" y="580"/>
                  </a:cubicBezTo>
                  <a:lnTo>
                    <a:pt x="3304" y="580"/>
                  </a:lnTo>
                  <a:cubicBezTo>
                    <a:pt x="3313" y="566"/>
                    <a:pt x="3319" y="553"/>
                    <a:pt x="3323" y="542"/>
                  </a:cubicBezTo>
                  <a:cubicBezTo>
                    <a:pt x="3323" y="536"/>
                    <a:pt x="3323" y="530"/>
                    <a:pt x="3323" y="524"/>
                  </a:cubicBezTo>
                  <a:lnTo>
                    <a:pt x="3323" y="524"/>
                  </a:lnTo>
                  <a:cubicBezTo>
                    <a:pt x="3331" y="492"/>
                    <a:pt x="3333" y="459"/>
                    <a:pt x="3329" y="427"/>
                  </a:cubicBezTo>
                  <a:lnTo>
                    <a:pt x="3329" y="427"/>
                  </a:lnTo>
                  <a:cubicBezTo>
                    <a:pt x="3330" y="394"/>
                    <a:pt x="3330" y="361"/>
                    <a:pt x="3323" y="318"/>
                  </a:cubicBezTo>
                  <a:cubicBezTo>
                    <a:pt x="3308" y="258"/>
                    <a:pt x="3263" y="184"/>
                    <a:pt x="3218" y="139"/>
                  </a:cubicBezTo>
                  <a:cubicBezTo>
                    <a:pt x="3178" y="99"/>
                    <a:pt x="3130" y="71"/>
                    <a:pt x="3079" y="55"/>
                  </a:cubicBezTo>
                  <a:lnTo>
                    <a:pt x="3079" y="55"/>
                  </a:lnTo>
                  <a:cubicBezTo>
                    <a:pt x="3066" y="47"/>
                    <a:pt x="3053" y="41"/>
                    <a:pt x="3039" y="34"/>
                  </a:cubicBezTo>
                  <a:cubicBezTo>
                    <a:pt x="2995" y="12"/>
                    <a:pt x="2948" y="0"/>
                    <a:pt x="2903" y="0"/>
                  </a:cubicBezTo>
                  <a:close/>
                  <a:moveTo>
                    <a:pt x="1785" y="1233"/>
                  </a:moveTo>
                  <a:cubicBezTo>
                    <a:pt x="852" y="1233"/>
                    <a:pt x="0" y="2450"/>
                    <a:pt x="635" y="3216"/>
                  </a:cubicBezTo>
                  <a:cubicBezTo>
                    <a:pt x="915" y="3561"/>
                    <a:pt x="1332" y="3725"/>
                    <a:pt x="1753" y="3725"/>
                  </a:cubicBezTo>
                  <a:cubicBezTo>
                    <a:pt x="2298" y="3725"/>
                    <a:pt x="2851" y="3452"/>
                    <a:pt x="3129" y="2947"/>
                  </a:cubicBezTo>
                  <a:cubicBezTo>
                    <a:pt x="3443" y="2409"/>
                    <a:pt x="3204" y="1857"/>
                    <a:pt x="2651" y="1558"/>
                  </a:cubicBezTo>
                  <a:cubicBezTo>
                    <a:pt x="2591" y="1528"/>
                    <a:pt x="2546" y="1498"/>
                    <a:pt x="2472" y="1483"/>
                  </a:cubicBezTo>
                  <a:cubicBezTo>
                    <a:pt x="2252" y="1308"/>
                    <a:pt x="2016" y="1233"/>
                    <a:pt x="1785" y="1233"/>
                  </a:cubicBezTo>
                  <a:close/>
                  <a:moveTo>
                    <a:pt x="3786" y="4420"/>
                  </a:moveTo>
                  <a:lnTo>
                    <a:pt x="3786" y="4440"/>
                  </a:lnTo>
                  <a:cubicBezTo>
                    <a:pt x="3777" y="4445"/>
                    <a:pt x="3771" y="4447"/>
                    <a:pt x="3767" y="4447"/>
                  </a:cubicBezTo>
                  <a:cubicBezTo>
                    <a:pt x="3757" y="4447"/>
                    <a:pt x="3761" y="4436"/>
                    <a:pt x="3771" y="4426"/>
                  </a:cubicBezTo>
                  <a:cubicBezTo>
                    <a:pt x="3776" y="4424"/>
                    <a:pt x="3781" y="4422"/>
                    <a:pt x="3786" y="4420"/>
                  </a:cubicBezTo>
                  <a:close/>
                  <a:moveTo>
                    <a:pt x="4095" y="3655"/>
                  </a:moveTo>
                  <a:cubicBezTo>
                    <a:pt x="3802" y="3655"/>
                    <a:pt x="3459" y="3786"/>
                    <a:pt x="3263" y="4007"/>
                  </a:cubicBezTo>
                  <a:cubicBezTo>
                    <a:pt x="2980" y="4336"/>
                    <a:pt x="3204" y="4769"/>
                    <a:pt x="3607" y="4814"/>
                  </a:cubicBezTo>
                  <a:cubicBezTo>
                    <a:pt x="3634" y="4816"/>
                    <a:pt x="3661" y="4817"/>
                    <a:pt x="3688" y="4817"/>
                  </a:cubicBezTo>
                  <a:cubicBezTo>
                    <a:pt x="4002" y="4817"/>
                    <a:pt x="4298" y="4662"/>
                    <a:pt x="4518" y="4455"/>
                  </a:cubicBezTo>
                  <a:cubicBezTo>
                    <a:pt x="4577" y="4403"/>
                    <a:pt x="4604" y="4341"/>
                    <a:pt x="4609" y="4278"/>
                  </a:cubicBezTo>
                  <a:lnTo>
                    <a:pt x="4609" y="4278"/>
                  </a:lnTo>
                  <a:cubicBezTo>
                    <a:pt x="4620" y="4269"/>
                    <a:pt x="4630" y="4258"/>
                    <a:pt x="4637" y="4246"/>
                  </a:cubicBezTo>
                  <a:cubicBezTo>
                    <a:pt x="4787" y="3948"/>
                    <a:pt x="4473" y="3724"/>
                    <a:pt x="4219" y="3664"/>
                  </a:cubicBezTo>
                  <a:cubicBezTo>
                    <a:pt x="4179" y="3658"/>
                    <a:pt x="4137" y="3655"/>
                    <a:pt x="4095" y="3655"/>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58"/>
            <p:cNvSpPr/>
            <p:nvPr/>
          </p:nvSpPr>
          <p:spPr>
            <a:xfrm>
              <a:off x="-1437750" y="992925"/>
              <a:ext cx="41100" cy="51575"/>
            </a:xfrm>
            <a:custGeom>
              <a:rect b="b" l="l" r="r" t="t"/>
              <a:pathLst>
                <a:path extrusionOk="0" h="2063" w="1644">
                  <a:moveTo>
                    <a:pt x="650" y="1"/>
                  </a:moveTo>
                  <a:cubicBezTo>
                    <a:pt x="628" y="1"/>
                    <a:pt x="605" y="2"/>
                    <a:pt x="583" y="5"/>
                  </a:cubicBezTo>
                  <a:cubicBezTo>
                    <a:pt x="150" y="50"/>
                    <a:pt x="0" y="543"/>
                    <a:pt x="374" y="812"/>
                  </a:cubicBezTo>
                  <a:cubicBezTo>
                    <a:pt x="394" y="829"/>
                    <a:pt x="427" y="855"/>
                    <a:pt x="466" y="886"/>
                  </a:cubicBezTo>
                  <a:lnTo>
                    <a:pt x="466" y="886"/>
                  </a:lnTo>
                  <a:cubicBezTo>
                    <a:pt x="507" y="977"/>
                    <a:pt x="557" y="1063"/>
                    <a:pt x="613" y="1140"/>
                  </a:cubicBezTo>
                  <a:cubicBezTo>
                    <a:pt x="622" y="1159"/>
                    <a:pt x="688" y="1240"/>
                    <a:pt x="741" y="1296"/>
                  </a:cubicBezTo>
                  <a:lnTo>
                    <a:pt x="741" y="1296"/>
                  </a:lnTo>
                  <a:lnTo>
                    <a:pt x="628" y="1409"/>
                  </a:lnTo>
                  <a:cubicBezTo>
                    <a:pt x="384" y="1641"/>
                    <a:pt x="608" y="2062"/>
                    <a:pt x="885" y="2062"/>
                  </a:cubicBezTo>
                  <a:cubicBezTo>
                    <a:pt x="948" y="2062"/>
                    <a:pt x="1013" y="2041"/>
                    <a:pt x="1076" y="1992"/>
                  </a:cubicBezTo>
                  <a:cubicBezTo>
                    <a:pt x="1101" y="1972"/>
                    <a:pt x="1125" y="1951"/>
                    <a:pt x="1149" y="1930"/>
                  </a:cubicBezTo>
                  <a:lnTo>
                    <a:pt x="1149" y="1930"/>
                  </a:lnTo>
                  <a:cubicBezTo>
                    <a:pt x="1149" y="1931"/>
                    <a:pt x="1150" y="1931"/>
                    <a:pt x="1150" y="1932"/>
                  </a:cubicBezTo>
                  <a:cubicBezTo>
                    <a:pt x="1404" y="1723"/>
                    <a:pt x="1643" y="1439"/>
                    <a:pt x="1539" y="1095"/>
                  </a:cubicBezTo>
                  <a:cubicBezTo>
                    <a:pt x="1535" y="1078"/>
                    <a:pt x="1531" y="1062"/>
                    <a:pt x="1526" y="1045"/>
                  </a:cubicBezTo>
                  <a:lnTo>
                    <a:pt x="1526" y="1045"/>
                  </a:lnTo>
                  <a:cubicBezTo>
                    <a:pt x="1524" y="993"/>
                    <a:pt x="1518" y="940"/>
                    <a:pt x="1509" y="886"/>
                  </a:cubicBezTo>
                  <a:cubicBezTo>
                    <a:pt x="1438" y="518"/>
                    <a:pt x="1071" y="1"/>
                    <a:pt x="65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58"/>
            <p:cNvSpPr/>
            <p:nvPr/>
          </p:nvSpPr>
          <p:spPr>
            <a:xfrm>
              <a:off x="-1404500" y="918350"/>
              <a:ext cx="115375" cy="79575"/>
            </a:xfrm>
            <a:custGeom>
              <a:rect b="b" l="l" r="r" t="t"/>
              <a:pathLst>
                <a:path extrusionOk="0" h="3183" w="4615">
                  <a:moveTo>
                    <a:pt x="537" y="1"/>
                  </a:moveTo>
                  <a:cubicBezTo>
                    <a:pt x="507" y="1"/>
                    <a:pt x="477" y="1"/>
                    <a:pt x="463" y="16"/>
                  </a:cubicBezTo>
                  <a:cubicBezTo>
                    <a:pt x="433" y="16"/>
                    <a:pt x="418" y="31"/>
                    <a:pt x="388" y="61"/>
                  </a:cubicBezTo>
                  <a:cubicBezTo>
                    <a:pt x="373" y="76"/>
                    <a:pt x="358" y="91"/>
                    <a:pt x="343" y="120"/>
                  </a:cubicBezTo>
                  <a:cubicBezTo>
                    <a:pt x="328" y="150"/>
                    <a:pt x="328" y="180"/>
                    <a:pt x="328" y="210"/>
                  </a:cubicBezTo>
                  <a:cubicBezTo>
                    <a:pt x="328" y="225"/>
                    <a:pt x="343" y="240"/>
                    <a:pt x="343" y="255"/>
                  </a:cubicBezTo>
                  <a:cubicBezTo>
                    <a:pt x="343" y="300"/>
                    <a:pt x="373" y="315"/>
                    <a:pt x="388" y="344"/>
                  </a:cubicBezTo>
                  <a:cubicBezTo>
                    <a:pt x="403" y="359"/>
                    <a:pt x="418" y="374"/>
                    <a:pt x="433" y="389"/>
                  </a:cubicBezTo>
                  <a:cubicBezTo>
                    <a:pt x="463" y="404"/>
                    <a:pt x="492" y="419"/>
                    <a:pt x="537" y="419"/>
                  </a:cubicBezTo>
                  <a:cubicBezTo>
                    <a:pt x="567" y="419"/>
                    <a:pt x="582" y="404"/>
                    <a:pt x="612" y="404"/>
                  </a:cubicBezTo>
                  <a:cubicBezTo>
                    <a:pt x="627" y="389"/>
                    <a:pt x="657" y="374"/>
                    <a:pt x="672" y="344"/>
                  </a:cubicBezTo>
                  <a:cubicBezTo>
                    <a:pt x="702" y="330"/>
                    <a:pt x="702" y="315"/>
                    <a:pt x="716" y="285"/>
                  </a:cubicBezTo>
                  <a:cubicBezTo>
                    <a:pt x="731" y="255"/>
                    <a:pt x="731" y="225"/>
                    <a:pt x="731" y="210"/>
                  </a:cubicBezTo>
                  <a:cubicBezTo>
                    <a:pt x="731" y="195"/>
                    <a:pt x="731" y="165"/>
                    <a:pt x="731" y="150"/>
                  </a:cubicBezTo>
                  <a:cubicBezTo>
                    <a:pt x="716" y="106"/>
                    <a:pt x="702" y="91"/>
                    <a:pt x="672" y="61"/>
                  </a:cubicBezTo>
                  <a:cubicBezTo>
                    <a:pt x="657" y="46"/>
                    <a:pt x="642" y="31"/>
                    <a:pt x="642" y="31"/>
                  </a:cubicBezTo>
                  <a:cubicBezTo>
                    <a:pt x="612" y="16"/>
                    <a:pt x="567" y="1"/>
                    <a:pt x="537" y="1"/>
                  </a:cubicBezTo>
                  <a:close/>
                  <a:moveTo>
                    <a:pt x="4089" y="2004"/>
                  </a:moveTo>
                  <a:cubicBezTo>
                    <a:pt x="3908" y="2004"/>
                    <a:pt x="3725" y="2126"/>
                    <a:pt x="3674" y="2331"/>
                  </a:cubicBezTo>
                  <a:cubicBezTo>
                    <a:pt x="3599" y="2641"/>
                    <a:pt x="3864" y="2991"/>
                    <a:pt x="4161" y="2991"/>
                  </a:cubicBezTo>
                  <a:cubicBezTo>
                    <a:pt x="4222" y="2991"/>
                    <a:pt x="4285" y="2976"/>
                    <a:pt x="4346" y="2943"/>
                  </a:cubicBezTo>
                  <a:cubicBezTo>
                    <a:pt x="4591" y="2796"/>
                    <a:pt x="4615" y="2438"/>
                    <a:pt x="4442" y="2240"/>
                  </a:cubicBezTo>
                  <a:lnTo>
                    <a:pt x="4442" y="2240"/>
                  </a:lnTo>
                  <a:cubicBezTo>
                    <a:pt x="4440" y="2235"/>
                    <a:pt x="4438" y="2231"/>
                    <a:pt x="4435" y="2226"/>
                  </a:cubicBezTo>
                  <a:cubicBezTo>
                    <a:pt x="4359" y="2073"/>
                    <a:pt x="4224" y="2004"/>
                    <a:pt x="4089" y="2004"/>
                  </a:cubicBezTo>
                  <a:close/>
                  <a:moveTo>
                    <a:pt x="1565" y="682"/>
                  </a:moveTo>
                  <a:cubicBezTo>
                    <a:pt x="709" y="682"/>
                    <a:pt x="1" y="1492"/>
                    <a:pt x="134" y="2047"/>
                  </a:cubicBezTo>
                  <a:cubicBezTo>
                    <a:pt x="322" y="2858"/>
                    <a:pt x="887" y="3183"/>
                    <a:pt x="1458" y="3183"/>
                  </a:cubicBezTo>
                  <a:cubicBezTo>
                    <a:pt x="2475" y="3183"/>
                    <a:pt x="3512" y="2155"/>
                    <a:pt x="2479" y="1017"/>
                  </a:cubicBezTo>
                  <a:cubicBezTo>
                    <a:pt x="2176" y="779"/>
                    <a:pt x="1862" y="682"/>
                    <a:pt x="1565" y="682"/>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58"/>
            <p:cNvSpPr/>
            <p:nvPr/>
          </p:nvSpPr>
          <p:spPr>
            <a:xfrm>
              <a:off x="-1347025" y="807775"/>
              <a:ext cx="41900" cy="34550"/>
            </a:xfrm>
            <a:custGeom>
              <a:rect b="b" l="l" r="r" t="t"/>
              <a:pathLst>
                <a:path extrusionOk="0" h="1382" w="1676">
                  <a:moveTo>
                    <a:pt x="734" y="467"/>
                  </a:moveTo>
                  <a:cubicBezTo>
                    <a:pt x="744" y="467"/>
                    <a:pt x="753" y="470"/>
                    <a:pt x="761" y="473"/>
                  </a:cubicBezTo>
                  <a:lnTo>
                    <a:pt x="761" y="473"/>
                  </a:lnTo>
                  <a:cubicBezTo>
                    <a:pt x="734" y="484"/>
                    <a:pt x="707" y="492"/>
                    <a:pt x="678" y="496"/>
                  </a:cubicBezTo>
                  <a:lnTo>
                    <a:pt x="678" y="496"/>
                  </a:lnTo>
                  <a:cubicBezTo>
                    <a:pt x="695" y="475"/>
                    <a:pt x="715" y="467"/>
                    <a:pt x="734" y="467"/>
                  </a:cubicBezTo>
                  <a:close/>
                  <a:moveTo>
                    <a:pt x="1396" y="1"/>
                  </a:moveTo>
                  <a:cubicBezTo>
                    <a:pt x="1343" y="1"/>
                    <a:pt x="1293" y="23"/>
                    <a:pt x="1255" y="78"/>
                  </a:cubicBezTo>
                  <a:cubicBezTo>
                    <a:pt x="1200" y="140"/>
                    <a:pt x="1133" y="199"/>
                    <a:pt x="1064" y="254"/>
                  </a:cubicBezTo>
                  <a:lnTo>
                    <a:pt x="1064" y="254"/>
                  </a:lnTo>
                  <a:cubicBezTo>
                    <a:pt x="1062" y="254"/>
                    <a:pt x="1060" y="254"/>
                    <a:pt x="1058" y="254"/>
                  </a:cubicBezTo>
                  <a:cubicBezTo>
                    <a:pt x="903" y="254"/>
                    <a:pt x="744" y="355"/>
                    <a:pt x="665" y="498"/>
                  </a:cubicBezTo>
                  <a:lnTo>
                    <a:pt x="665" y="498"/>
                  </a:lnTo>
                  <a:cubicBezTo>
                    <a:pt x="656" y="498"/>
                    <a:pt x="647" y="499"/>
                    <a:pt x="639" y="499"/>
                  </a:cubicBezTo>
                  <a:cubicBezTo>
                    <a:pt x="625" y="499"/>
                    <a:pt x="612" y="498"/>
                    <a:pt x="598" y="496"/>
                  </a:cubicBezTo>
                  <a:lnTo>
                    <a:pt x="598" y="496"/>
                  </a:lnTo>
                  <a:cubicBezTo>
                    <a:pt x="598" y="496"/>
                    <a:pt x="598" y="496"/>
                    <a:pt x="598" y="496"/>
                  </a:cubicBezTo>
                  <a:cubicBezTo>
                    <a:pt x="571" y="492"/>
                    <a:pt x="543" y="490"/>
                    <a:pt x="516" y="490"/>
                  </a:cubicBezTo>
                  <a:cubicBezTo>
                    <a:pt x="318" y="490"/>
                    <a:pt x="126" y="587"/>
                    <a:pt x="60" y="809"/>
                  </a:cubicBezTo>
                  <a:cubicBezTo>
                    <a:pt x="1" y="1019"/>
                    <a:pt x="135" y="1302"/>
                    <a:pt x="374" y="1347"/>
                  </a:cubicBezTo>
                  <a:cubicBezTo>
                    <a:pt x="478" y="1368"/>
                    <a:pt x="588" y="1382"/>
                    <a:pt x="696" y="1382"/>
                  </a:cubicBezTo>
                  <a:cubicBezTo>
                    <a:pt x="899" y="1382"/>
                    <a:pt x="1100" y="1334"/>
                    <a:pt x="1255" y="1198"/>
                  </a:cubicBezTo>
                  <a:cubicBezTo>
                    <a:pt x="1376" y="1091"/>
                    <a:pt x="1442" y="969"/>
                    <a:pt x="1460" y="842"/>
                  </a:cubicBezTo>
                  <a:lnTo>
                    <a:pt x="1460" y="842"/>
                  </a:lnTo>
                  <a:cubicBezTo>
                    <a:pt x="1490" y="804"/>
                    <a:pt x="1518" y="763"/>
                    <a:pt x="1539" y="720"/>
                  </a:cubicBezTo>
                  <a:cubicBezTo>
                    <a:pt x="1599" y="585"/>
                    <a:pt x="1599" y="451"/>
                    <a:pt x="1644" y="302"/>
                  </a:cubicBezTo>
                  <a:cubicBezTo>
                    <a:pt x="1676" y="151"/>
                    <a:pt x="1530" y="1"/>
                    <a:pt x="13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58"/>
            <p:cNvSpPr/>
            <p:nvPr/>
          </p:nvSpPr>
          <p:spPr>
            <a:xfrm>
              <a:off x="-1361575" y="859575"/>
              <a:ext cx="350" cy="200"/>
            </a:xfrm>
            <a:custGeom>
              <a:rect b="b" l="l" r="r" t="t"/>
              <a:pathLst>
                <a:path extrusionOk="0" h="8" w="14">
                  <a:moveTo>
                    <a:pt x="10" y="0"/>
                  </a:moveTo>
                  <a:cubicBezTo>
                    <a:pt x="8" y="0"/>
                    <a:pt x="5" y="2"/>
                    <a:pt x="0" y="7"/>
                  </a:cubicBezTo>
                  <a:cubicBezTo>
                    <a:pt x="10" y="7"/>
                    <a:pt x="13" y="0"/>
                    <a:pt x="10" y="0"/>
                  </a:cubicBezTo>
                  <a:close/>
                </a:path>
              </a:pathLst>
            </a:custGeom>
            <a:solidFill>
              <a:srgbClr val="00C7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58"/>
            <p:cNvSpPr/>
            <p:nvPr/>
          </p:nvSpPr>
          <p:spPr>
            <a:xfrm>
              <a:off x="-1105800" y="837625"/>
              <a:ext cx="55800" cy="48200"/>
            </a:xfrm>
            <a:custGeom>
              <a:rect b="b" l="l" r="r" t="t"/>
              <a:pathLst>
                <a:path extrusionOk="0" h="1928" w="2232">
                  <a:moveTo>
                    <a:pt x="978" y="822"/>
                  </a:moveTo>
                  <a:cubicBezTo>
                    <a:pt x="1007" y="854"/>
                    <a:pt x="1040" y="881"/>
                    <a:pt x="1074" y="903"/>
                  </a:cubicBezTo>
                  <a:lnTo>
                    <a:pt x="1074" y="903"/>
                  </a:lnTo>
                  <a:cubicBezTo>
                    <a:pt x="1086" y="934"/>
                    <a:pt x="1100" y="963"/>
                    <a:pt x="1116" y="991"/>
                  </a:cubicBezTo>
                  <a:lnTo>
                    <a:pt x="1116" y="991"/>
                  </a:lnTo>
                  <a:cubicBezTo>
                    <a:pt x="1099" y="1056"/>
                    <a:pt x="1104" y="1120"/>
                    <a:pt x="1125" y="1178"/>
                  </a:cubicBezTo>
                  <a:lnTo>
                    <a:pt x="1125" y="1178"/>
                  </a:lnTo>
                  <a:cubicBezTo>
                    <a:pt x="1095" y="1184"/>
                    <a:pt x="1065" y="1190"/>
                    <a:pt x="1037" y="1190"/>
                  </a:cubicBezTo>
                  <a:cubicBezTo>
                    <a:pt x="987" y="1190"/>
                    <a:pt x="943" y="1172"/>
                    <a:pt x="911" y="1109"/>
                  </a:cubicBezTo>
                  <a:cubicBezTo>
                    <a:pt x="866" y="1019"/>
                    <a:pt x="881" y="945"/>
                    <a:pt x="926" y="885"/>
                  </a:cubicBezTo>
                  <a:cubicBezTo>
                    <a:pt x="943" y="860"/>
                    <a:pt x="959" y="840"/>
                    <a:pt x="978" y="822"/>
                  </a:cubicBezTo>
                  <a:close/>
                  <a:moveTo>
                    <a:pt x="1004" y="0"/>
                  </a:moveTo>
                  <a:cubicBezTo>
                    <a:pt x="689" y="0"/>
                    <a:pt x="379" y="228"/>
                    <a:pt x="224" y="527"/>
                  </a:cubicBezTo>
                  <a:cubicBezTo>
                    <a:pt x="0" y="945"/>
                    <a:pt x="135" y="1468"/>
                    <a:pt x="508" y="1751"/>
                  </a:cubicBezTo>
                  <a:cubicBezTo>
                    <a:pt x="667" y="1857"/>
                    <a:pt x="840" y="1918"/>
                    <a:pt x="1023" y="1918"/>
                  </a:cubicBezTo>
                  <a:cubicBezTo>
                    <a:pt x="1099" y="1918"/>
                    <a:pt x="1176" y="1908"/>
                    <a:pt x="1255" y="1886"/>
                  </a:cubicBezTo>
                  <a:cubicBezTo>
                    <a:pt x="1364" y="1859"/>
                    <a:pt x="1448" y="1794"/>
                    <a:pt x="1563" y="1794"/>
                  </a:cubicBezTo>
                  <a:cubicBezTo>
                    <a:pt x="1575" y="1794"/>
                    <a:pt x="1586" y="1795"/>
                    <a:pt x="1598" y="1796"/>
                  </a:cubicBezTo>
                  <a:cubicBezTo>
                    <a:pt x="1703" y="1796"/>
                    <a:pt x="1792" y="1871"/>
                    <a:pt x="1882" y="1901"/>
                  </a:cubicBezTo>
                  <a:cubicBezTo>
                    <a:pt x="1916" y="1919"/>
                    <a:pt x="1951" y="1927"/>
                    <a:pt x="1984" y="1927"/>
                  </a:cubicBezTo>
                  <a:cubicBezTo>
                    <a:pt x="2116" y="1927"/>
                    <a:pt x="2231" y="1801"/>
                    <a:pt x="2196" y="1647"/>
                  </a:cubicBezTo>
                  <a:cubicBezTo>
                    <a:pt x="2159" y="1457"/>
                    <a:pt x="2049" y="1327"/>
                    <a:pt x="1905" y="1247"/>
                  </a:cubicBezTo>
                  <a:lnTo>
                    <a:pt x="1905" y="1247"/>
                  </a:lnTo>
                  <a:cubicBezTo>
                    <a:pt x="2002" y="1178"/>
                    <a:pt x="2069" y="1068"/>
                    <a:pt x="2076" y="930"/>
                  </a:cubicBezTo>
                  <a:cubicBezTo>
                    <a:pt x="2076" y="593"/>
                    <a:pt x="1807" y="166"/>
                    <a:pt x="1443" y="166"/>
                  </a:cubicBezTo>
                  <a:cubicBezTo>
                    <a:pt x="1440" y="166"/>
                    <a:pt x="1438" y="166"/>
                    <a:pt x="1435" y="166"/>
                  </a:cubicBezTo>
                  <a:lnTo>
                    <a:pt x="1435" y="166"/>
                  </a:lnTo>
                  <a:cubicBezTo>
                    <a:pt x="1430" y="162"/>
                    <a:pt x="1425" y="157"/>
                    <a:pt x="1419" y="153"/>
                  </a:cubicBezTo>
                  <a:cubicBezTo>
                    <a:pt x="1289" y="46"/>
                    <a:pt x="1146" y="0"/>
                    <a:pt x="100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58"/>
            <p:cNvSpPr/>
            <p:nvPr/>
          </p:nvSpPr>
          <p:spPr>
            <a:xfrm>
              <a:off x="-1210700" y="802050"/>
              <a:ext cx="97350" cy="90575"/>
            </a:xfrm>
            <a:custGeom>
              <a:rect b="b" l="l" r="r" t="t"/>
              <a:pathLst>
                <a:path extrusionOk="0" h="3623" w="3894">
                  <a:moveTo>
                    <a:pt x="1822" y="0"/>
                  </a:moveTo>
                  <a:cubicBezTo>
                    <a:pt x="1697" y="0"/>
                    <a:pt x="1567" y="21"/>
                    <a:pt x="1433" y="68"/>
                  </a:cubicBezTo>
                  <a:cubicBezTo>
                    <a:pt x="57" y="551"/>
                    <a:pt x="1" y="2654"/>
                    <a:pt x="1629" y="2654"/>
                  </a:cubicBezTo>
                  <a:cubicBezTo>
                    <a:pt x="1663" y="2654"/>
                    <a:pt x="1697" y="2653"/>
                    <a:pt x="1732" y="2652"/>
                  </a:cubicBezTo>
                  <a:cubicBezTo>
                    <a:pt x="3894" y="2542"/>
                    <a:pt x="3185" y="0"/>
                    <a:pt x="1822" y="0"/>
                  </a:cubicBezTo>
                  <a:close/>
                  <a:moveTo>
                    <a:pt x="2598" y="3130"/>
                  </a:moveTo>
                  <a:cubicBezTo>
                    <a:pt x="2568" y="3130"/>
                    <a:pt x="2523" y="3144"/>
                    <a:pt x="2508" y="3159"/>
                  </a:cubicBezTo>
                  <a:cubicBezTo>
                    <a:pt x="2479" y="3159"/>
                    <a:pt x="2449" y="3189"/>
                    <a:pt x="2419" y="3219"/>
                  </a:cubicBezTo>
                  <a:cubicBezTo>
                    <a:pt x="2404" y="3234"/>
                    <a:pt x="2389" y="3264"/>
                    <a:pt x="2374" y="3294"/>
                  </a:cubicBezTo>
                  <a:cubicBezTo>
                    <a:pt x="2359" y="3324"/>
                    <a:pt x="2344" y="3354"/>
                    <a:pt x="2344" y="3383"/>
                  </a:cubicBezTo>
                  <a:cubicBezTo>
                    <a:pt x="2344" y="3413"/>
                    <a:pt x="2359" y="3428"/>
                    <a:pt x="2359" y="3458"/>
                  </a:cubicBezTo>
                  <a:cubicBezTo>
                    <a:pt x="2374" y="3488"/>
                    <a:pt x="2389" y="3533"/>
                    <a:pt x="2419" y="3563"/>
                  </a:cubicBezTo>
                  <a:cubicBezTo>
                    <a:pt x="2434" y="3578"/>
                    <a:pt x="2449" y="3578"/>
                    <a:pt x="2479" y="3593"/>
                  </a:cubicBezTo>
                  <a:cubicBezTo>
                    <a:pt x="2508" y="3607"/>
                    <a:pt x="2553" y="3622"/>
                    <a:pt x="2598" y="3622"/>
                  </a:cubicBezTo>
                  <a:cubicBezTo>
                    <a:pt x="2628" y="3622"/>
                    <a:pt x="2658" y="3622"/>
                    <a:pt x="2688" y="3607"/>
                  </a:cubicBezTo>
                  <a:cubicBezTo>
                    <a:pt x="2718" y="3593"/>
                    <a:pt x="2747" y="3578"/>
                    <a:pt x="2762" y="3548"/>
                  </a:cubicBezTo>
                  <a:cubicBezTo>
                    <a:pt x="2792" y="3533"/>
                    <a:pt x="2807" y="3503"/>
                    <a:pt x="2822" y="3473"/>
                  </a:cubicBezTo>
                  <a:cubicBezTo>
                    <a:pt x="2837" y="3443"/>
                    <a:pt x="2837" y="3413"/>
                    <a:pt x="2837" y="3383"/>
                  </a:cubicBezTo>
                  <a:cubicBezTo>
                    <a:pt x="2837" y="3354"/>
                    <a:pt x="2837" y="3339"/>
                    <a:pt x="2837" y="3309"/>
                  </a:cubicBezTo>
                  <a:cubicBezTo>
                    <a:pt x="2822" y="3279"/>
                    <a:pt x="2807" y="3234"/>
                    <a:pt x="2777" y="3204"/>
                  </a:cubicBezTo>
                  <a:cubicBezTo>
                    <a:pt x="2762" y="3189"/>
                    <a:pt x="2747" y="3189"/>
                    <a:pt x="2718" y="3159"/>
                  </a:cubicBezTo>
                  <a:cubicBezTo>
                    <a:pt x="2688" y="3144"/>
                    <a:pt x="2643" y="3130"/>
                    <a:pt x="2598" y="313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58"/>
            <p:cNvSpPr/>
            <p:nvPr/>
          </p:nvSpPr>
          <p:spPr>
            <a:xfrm>
              <a:off x="-1217075" y="797225"/>
              <a:ext cx="350" cy="175"/>
            </a:xfrm>
            <a:custGeom>
              <a:rect b="b" l="l" r="r" t="t"/>
              <a:pathLst>
                <a:path extrusionOk="0" h="7" w="14">
                  <a:moveTo>
                    <a:pt x="10" y="0"/>
                  </a:moveTo>
                  <a:cubicBezTo>
                    <a:pt x="9" y="0"/>
                    <a:pt x="5" y="2"/>
                    <a:pt x="0" y="7"/>
                  </a:cubicBezTo>
                  <a:cubicBezTo>
                    <a:pt x="10" y="7"/>
                    <a:pt x="14" y="0"/>
                    <a:pt x="10" y="0"/>
                  </a:cubicBezTo>
                  <a:close/>
                </a:path>
              </a:pathLst>
            </a:custGeom>
            <a:solidFill>
              <a:srgbClr val="FF63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58"/>
            <p:cNvSpPr/>
            <p:nvPr/>
          </p:nvSpPr>
          <p:spPr>
            <a:xfrm>
              <a:off x="-1299975" y="793875"/>
              <a:ext cx="95625" cy="86825"/>
            </a:xfrm>
            <a:custGeom>
              <a:rect b="b" l="l" r="r" t="t"/>
              <a:pathLst>
                <a:path extrusionOk="0" h="3473" w="3825">
                  <a:moveTo>
                    <a:pt x="3459" y="0"/>
                  </a:moveTo>
                  <a:cubicBezTo>
                    <a:pt x="3434" y="0"/>
                    <a:pt x="3411" y="8"/>
                    <a:pt x="3391" y="21"/>
                  </a:cubicBezTo>
                  <a:cubicBezTo>
                    <a:pt x="3376" y="21"/>
                    <a:pt x="3361" y="36"/>
                    <a:pt x="3346" y="51"/>
                  </a:cubicBezTo>
                  <a:cubicBezTo>
                    <a:pt x="3346" y="66"/>
                    <a:pt x="3331" y="81"/>
                    <a:pt x="3331" y="81"/>
                  </a:cubicBezTo>
                  <a:cubicBezTo>
                    <a:pt x="3316" y="96"/>
                    <a:pt x="3316" y="111"/>
                    <a:pt x="3316" y="126"/>
                  </a:cubicBezTo>
                  <a:cubicBezTo>
                    <a:pt x="3301" y="141"/>
                    <a:pt x="3301" y="156"/>
                    <a:pt x="3316" y="186"/>
                  </a:cubicBezTo>
                  <a:cubicBezTo>
                    <a:pt x="3316" y="200"/>
                    <a:pt x="3316" y="200"/>
                    <a:pt x="3316" y="215"/>
                  </a:cubicBezTo>
                  <a:cubicBezTo>
                    <a:pt x="3316" y="230"/>
                    <a:pt x="3331" y="245"/>
                    <a:pt x="3346" y="245"/>
                  </a:cubicBezTo>
                  <a:cubicBezTo>
                    <a:pt x="3346" y="260"/>
                    <a:pt x="3361" y="275"/>
                    <a:pt x="3376" y="275"/>
                  </a:cubicBezTo>
                  <a:cubicBezTo>
                    <a:pt x="3391" y="305"/>
                    <a:pt x="3406" y="305"/>
                    <a:pt x="3421" y="320"/>
                  </a:cubicBezTo>
                  <a:lnTo>
                    <a:pt x="3525" y="320"/>
                  </a:lnTo>
                  <a:cubicBezTo>
                    <a:pt x="3540" y="305"/>
                    <a:pt x="3570" y="290"/>
                    <a:pt x="3585" y="275"/>
                  </a:cubicBezTo>
                  <a:cubicBezTo>
                    <a:pt x="3600" y="245"/>
                    <a:pt x="3615" y="230"/>
                    <a:pt x="3630" y="200"/>
                  </a:cubicBezTo>
                  <a:cubicBezTo>
                    <a:pt x="3630" y="186"/>
                    <a:pt x="3630" y="171"/>
                    <a:pt x="3630" y="141"/>
                  </a:cubicBezTo>
                  <a:cubicBezTo>
                    <a:pt x="3630" y="126"/>
                    <a:pt x="3615" y="111"/>
                    <a:pt x="3615" y="96"/>
                  </a:cubicBezTo>
                  <a:cubicBezTo>
                    <a:pt x="3600" y="66"/>
                    <a:pt x="3585" y="51"/>
                    <a:pt x="3555" y="36"/>
                  </a:cubicBezTo>
                  <a:cubicBezTo>
                    <a:pt x="3522" y="12"/>
                    <a:pt x="3489" y="0"/>
                    <a:pt x="3459" y="0"/>
                  </a:cubicBezTo>
                  <a:close/>
                  <a:moveTo>
                    <a:pt x="3690" y="3023"/>
                  </a:moveTo>
                  <a:cubicBezTo>
                    <a:pt x="3555" y="3023"/>
                    <a:pt x="3555" y="3218"/>
                    <a:pt x="3690" y="3218"/>
                  </a:cubicBezTo>
                  <a:cubicBezTo>
                    <a:pt x="3824" y="3218"/>
                    <a:pt x="3824" y="3023"/>
                    <a:pt x="3690" y="3023"/>
                  </a:cubicBezTo>
                  <a:close/>
                  <a:moveTo>
                    <a:pt x="1828" y="994"/>
                  </a:moveTo>
                  <a:cubicBezTo>
                    <a:pt x="1325" y="994"/>
                    <a:pt x="784" y="1226"/>
                    <a:pt x="419" y="1799"/>
                  </a:cubicBezTo>
                  <a:cubicBezTo>
                    <a:pt x="1" y="2471"/>
                    <a:pt x="762" y="3442"/>
                    <a:pt x="1614" y="3471"/>
                  </a:cubicBezTo>
                  <a:cubicBezTo>
                    <a:pt x="1639" y="3472"/>
                    <a:pt x="1664" y="3472"/>
                    <a:pt x="1689" y="3472"/>
                  </a:cubicBezTo>
                  <a:cubicBezTo>
                    <a:pt x="3309" y="3472"/>
                    <a:pt x="3545" y="2042"/>
                    <a:pt x="2853" y="1380"/>
                  </a:cubicBezTo>
                  <a:cubicBezTo>
                    <a:pt x="2608" y="1142"/>
                    <a:pt x="2230" y="994"/>
                    <a:pt x="1828" y="99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58"/>
            <p:cNvSpPr/>
            <p:nvPr/>
          </p:nvSpPr>
          <p:spPr>
            <a:xfrm>
              <a:off x="-1385075" y="1006575"/>
              <a:ext cx="99875" cy="60150"/>
            </a:xfrm>
            <a:custGeom>
              <a:rect b="b" l="l" r="r" t="t"/>
              <a:pathLst>
                <a:path extrusionOk="0" h="2406" w="3995">
                  <a:moveTo>
                    <a:pt x="3681" y="654"/>
                  </a:moveTo>
                  <a:lnTo>
                    <a:pt x="3681" y="654"/>
                  </a:lnTo>
                  <a:cubicBezTo>
                    <a:pt x="3688" y="655"/>
                    <a:pt x="3696" y="656"/>
                    <a:pt x="3703" y="658"/>
                  </a:cubicBezTo>
                  <a:lnTo>
                    <a:pt x="3703" y="658"/>
                  </a:lnTo>
                  <a:cubicBezTo>
                    <a:pt x="3700" y="658"/>
                    <a:pt x="3697" y="658"/>
                    <a:pt x="3694" y="658"/>
                  </a:cubicBezTo>
                  <a:cubicBezTo>
                    <a:pt x="3678" y="658"/>
                    <a:pt x="3662" y="659"/>
                    <a:pt x="3645" y="661"/>
                  </a:cubicBezTo>
                  <a:lnTo>
                    <a:pt x="3645" y="661"/>
                  </a:lnTo>
                  <a:cubicBezTo>
                    <a:pt x="3657" y="658"/>
                    <a:pt x="3669" y="655"/>
                    <a:pt x="3681" y="654"/>
                  </a:cubicBezTo>
                  <a:close/>
                  <a:moveTo>
                    <a:pt x="2173" y="0"/>
                  </a:moveTo>
                  <a:cubicBezTo>
                    <a:pt x="1155" y="0"/>
                    <a:pt x="1" y="857"/>
                    <a:pt x="731" y="1864"/>
                  </a:cubicBezTo>
                  <a:cubicBezTo>
                    <a:pt x="1002" y="2229"/>
                    <a:pt x="1500" y="2406"/>
                    <a:pt x="1999" y="2406"/>
                  </a:cubicBezTo>
                  <a:cubicBezTo>
                    <a:pt x="2766" y="2406"/>
                    <a:pt x="3534" y="1988"/>
                    <a:pt x="3479" y="1192"/>
                  </a:cubicBezTo>
                  <a:lnTo>
                    <a:pt x="3479" y="1192"/>
                  </a:lnTo>
                  <a:lnTo>
                    <a:pt x="3494" y="1207"/>
                  </a:lnTo>
                  <a:cubicBezTo>
                    <a:pt x="3554" y="1236"/>
                    <a:pt x="3614" y="1251"/>
                    <a:pt x="3673" y="1251"/>
                  </a:cubicBezTo>
                  <a:cubicBezTo>
                    <a:pt x="3733" y="1251"/>
                    <a:pt x="3793" y="1236"/>
                    <a:pt x="3838" y="1207"/>
                  </a:cubicBezTo>
                  <a:cubicBezTo>
                    <a:pt x="3882" y="1177"/>
                    <a:pt x="3912" y="1147"/>
                    <a:pt x="3942" y="1102"/>
                  </a:cubicBezTo>
                  <a:cubicBezTo>
                    <a:pt x="3957" y="1072"/>
                    <a:pt x="3972" y="1057"/>
                    <a:pt x="3972" y="1027"/>
                  </a:cubicBezTo>
                  <a:cubicBezTo>
                    <a:pt x="3994" y="972"/>
                    <a:pt x="3992" y="901"/>
                    <a:pt x="3971" y="849"/>
                  </a:cubicBezTo>
                  <a:lnTo>
                    <a:pt x="3971" y="849"/>
                  </a:lnTo>
                  <a:cubicBezTo>
                    <a:pt x="3972" y="832"/>
                    <a:pt x="3972" y="813"/>
                    <a:pt x="3972" y="788"/>
                  </a:cubicBezTo>
                  <a:cubicBezTo>
                    <a:pt x="3942" y="654"/>
                    <a:pt x="3808" y="579"/>
                    <a:pt x="3673" y="579"/>
                  </a:cubicBezTo>
                  <a:cubicBezTo>
                    <a:pt x="3539" y="579"/>
                    <a:pt x="3419" y="654"/>
                    <a:pt x="3360" y="773"/>
                  </a:cubicBezTo>
                  <a:cubicBezTo>
                    <a:pt x="3182" y="226"/>
                    <a:pt x="2696" y="0"/>
                    <a:pt x="217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58"/>
            <p:cNvSpPr/>
            <p:nvPr/>
          </p:nvSpPr>
          <p:spPr>
            <a:xfrm>
              <a:off x="-1326850" y="1091625"/>
              <a:ext cx="9725" cy="9725"/>
            </a:xfrm>
            <a:custGeom>
              <a:rect b="b" l="l" r="r" t="t"/>
              <a:pathLst>
                <a:path extrusionOk="0" h="389" w="389">
                  <a:moveTo>
                    <a:pt x="194" y="0"/>
                  </a:moveTo>
                  <a:cubicBezTo>
                    <a:pt x="164" y="0"/>
                    <a:pt x="135" y="0"/>
                    <a:pt x="120" y="15"/>
                  </a:cubicBezTo>
                  <a:cubicBezTo>
                    <a:pt x="90" y="15"/>
                    <a:pt x="75" y="30"/>
                    <a:pt x="60" y="45"/>
                  </a:cubicBezTo>
                  <a:cubicBezTo>
                    <a:pt x="30" y="60"/>
                    <a:pt x="30" y="90"/>
                    <a:pt x="15" y="105"/>
                  </a:cubicBezTo>
                  <a:cubicBezTo>
                    <a:pt x="0" y="135"/>
                    <a:pt x="0" y="164"/>
                    <a:pt x="0" y="194"/>
                  </a:cubicBezTo>
                  <a:cubicBezTo>
                    <a:pt x="0" y="239"/>
                    <a:pt x="15" y="299"/>
                    <a:pt x="60" y="329"/>
                  </a:cubicBezTo>
                  <a:cubicBezTo>
                    <a:pt x="105" y="374"/>
                    <a:pt x="150" y="389"/>
                    <a:pt x="209" y="389"/>
                  </a:cubicBezTo>
                  <a:cubicBezTo>
                    <a:pt x="239" y="389"/>
                    <a:pt x="254" y="389"/>
                    <a:pt x="284" y="374"/>
                  </a:cubicBezTo>
                  <a:cubicBezTo>
                    <a:pt x="299" y="374"/>
                    <a:pt x="329" y="344"/>
                    <a:pt x="344" y="329"/>
                  </a:cubicBezTo>
                  <a:cubicBezTo>
                    <a:pt x="359" y="314"/>
                    <a:pt x="374" y="299"/>
                    <a:pt x="374" y="269"/>
                  </a:cubicBezTo>
                  <a:cubicBezTo>
                    <a:pt x="388" y="254"/>
                    <a:pt x="388" y="224"/>
                    <a:pt x="388" y="194"/>
                  </a:cubicBezTo>
                  <a:cubicBezTo>
                    <a:pt x="388" y="150"/>
                    <a:pt x="374" y="90"/>
                    <a:pt x="329" y="60"/>
                  </a:cubicBezTo>
                  <a:cubicBezTo>
                    <a:pt x="299" y="15"/>
                    <a:pt x="254" y="0"/>
                    <a:pt x="19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58"/>
            <p:cNvSpPr/>
            <p:nvPr/>
          </p:nvSpPr>
          <p:spPr>
            <a:xfrm>
              <a:off x="-1418350" y="872275"/>
              <a:ext cx="40725" cy="132325"/>
            </a:xfrm>
            <a:custGeom>
              <a:rect b="b" l="l" r="r" t="t"/>
              <a:pathLst>
                <a:path extrusionOk="0" h="5293" w="1629">
                  <a:moveTo>
                    <a:pt x="1582" y="1"/>
                  </a:moveTo>
                  <a:cubicBezTo>
                    <a:pt x="1578" y="1"/>
                    <a:pt x="1574" y="2"/>
                    <a:pt x="1569" y="7"/>
                  </a:cubicBezTo>
                  <a:lnTo>
                    <a:pt x="1554" y="7"/>
                  </a:lnTo>
                  <a:cubicBezTo>
                    <a:pt x="1539" y="7"/>
                    <a:pt x="1524" y="7"/>
                    <a:pt x="1509" y="22"/>
                  </a:cubicBezTo>
                  <a:cubicBezTo>
                    <a:pt x="1465" y="52"/>
                    <a:pt x="1435" y="82"/>
                    <a:pt x="1390" y="111"/>
                  </a:cubicBezTo>
                  <a:cubicBezTo>
                    <a:pt x="1375" y="126"/>
                    <a:pt x="1375" y="156"/>
                    <a:pt x="1375" y="171"/>
                  </a:cubicBezTo>
                  <a:cubicBezTo>
                    <a:pt x="1375" y="186"/>
                    <a:pt x="1375" y="201"/>
                    <a:pt x="1390" y="216"/>
                  </a:cubicBezTo>
                  <a:cubicBezTo>
                    <a:pt x="1405" y="216"/>
                    <a:pt x="1420" y="231"/>
                    <a:pt x="1435" y="231"/>
                  </a:cubicBezTo>
                  <a:lnTo>
                    <a:pt x="1450" y="231"/>
                  </a:lnTo>
                  <a:cubicBezTo>
                    <a:pt x="1450" y="231"/>
                    <a:pt x="1465" y="216"/>
                    <a:pt x="1480" y="216"/>
                  </a:cubicBezTo>
                  <a:cubicBezTo>
                    <a:pt x="1524" y="186"/>
                    <a:pt x="1569" y="141"/>
                    <a:pt x="1614" y="111"/>
                  </a:cubicBezTo>
                  <a:cubicBezTo>
                    <a:pt x="1629" y="96"/>
                    <a:pt x="1629" y="82"/>
                    <a:pt x="1629" y="67"/>
                  </a:cubicBezTo>
                  <a:cubicBezTo>
                    <a:pt x="1629" y="52"/>
                    <a:pt x="1614" y="37"/>
                    <a:pt x="1614" y="22"/>
                  </a:cubicBezTo>
                  <a:cubicBezTo>
                    <a:pt x="1603" y="11"/>
                    <a:pt x="1593" y="1"/>
                    <a:pt x="1582" y="1"/>
                  </a:cubicBezTo>
                  <a:close/>
                  <a:moveTo>
                    <a:pt x="1092" y="588"/>
                  </a:moveTo>
                  <a:cubicBezTo>
                    <a:pt x="1071" y="588"/>
                    <a:pt x="1049" y="597"/>
                    <a:pt x="1031" y="619"/>
                  </a:cubicBezTo>
                  <a:cubicBezTo>
                    <a:pt x="344" y="1665"/>
                    <a:pt x="1" y="2949"/>
                    <a:pt x="76" y="4189"/>
                  </a:cubicBezTo>
                  <a:cubicBezTo>
                    <a:pt x="91" y="4547"/>
                    <a:pt x="150" y="4906"/>
                    <a:pt x="240" y="5249"/>
                  </a:cubicBezTo>
                  <a:cubicBezTo>
                    <a:pt x="246" y="5279"/>
                    <a:pt x="269" y="5293"/>
                    <a:pt x="293" y="5293"/>
                  </a:cubicBezTo>
                  <a:cubicBezTo>
                    <a:pt x="329" y="5293"/>
                    <a:pt x="368" y="5264"/>
                    <a:pt x="359" y="5219"/>
                  </a:cubicBezTo>
                  <a:cubicBezTo>
                    <a:pt x="61" y="4025"/>
                    <a:pt x="180" y="2740"/>
                    <a:pt x="658" y="1605"/>
                  </a:cubicBezTo>
                  <a:cubicBezTo>
                    <a:pt x="792" y="1276"/>
                    <a:pt x="957" y="978"/>
                    <a:pt x="1151" y="679"/>
                  </a:cubicBezTo>
                  <a:cubicBezTo>
                    <a:pt x="1182" y="637"/>
                    <a:pt x="1140" y="588"/>
                    <a:pt x="1092" y="5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026" name="Shape 1026"/>
        <p:cNvGrpSpPr/>
        <p:nvPr/>
      </p:nvGrpSpPr>
      <p:grpSpPr>
        <a:xfrm>
          <a:off x="0" y="0"/>
          <a:ext cx="0" cy="0"/>
          <a:chOff x="0" y="0"/>
          <a:chExt cx="0" cy="0"/>
        </a:xfrm>
      </p:grpSpPr>
      <p:grpSp>
        <p:nvGrpSpPr>
          <p:cNvPr id="1027" name="Google Shape;1027;p59"/>
          <p:cNvGrpSpPr/>
          <p:nvPr/>
        </p:nvGrpSpPr>
        <p:grpSpPr>
          <a:xfrm>
            <a:off x="-65" y="-15"/>
            <a:ext cx="9144128" cy="5143530"/>
            <a:chOff x="-2163850" y="-134475"/>
            <a:chExt cx="3075000" cy="5336719"/>
          </a:xfrm>
        </p:grpSpPr>
        <p:cxnSp>
          <p:nvCxnSpPr>
            <p:cNvPr id="1028" name="Google Shape;1028;p59"/>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29" name="Google Shape;1029;p59"/>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0" name="Google Shape;1030;p59"/>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1" name="Google Shape;1031;p59"/>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2" name="Google Shape;1032;p59"/>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3" name="Google Shape;1033;p59"/>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4" name="Google Shape;1034;p59"/>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5" name="Google Shape;1035;p59"/>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6" name="Google Shape;1036;p59"/>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7" name="Google Shape;1037;p59"/>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8" name="Google Shape;1038;p59"/>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39" name="Google Shape;1039;p59"/>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40" name="Google Shape;1040;p59"/>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41" name="Google Shape;1041;p59"/>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42" name="Google Shape;1042;p59"/>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43" name="Google Shape;1043;p59"/>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sp>
        <p:nvSpPr>
          <p:cNvPr id="1044" name="Google Shape;1044;p59"/>
          <p:cNvSpPr txBox="1"/>
          <p:nvPr>
            <p:ph type="title"/>
          </p:nvPr>
        </p:nvSpPr>
        <p:spPr>
          <a:xfrm>
            <a:off x="713225" y="539500"/>
            <a:ext cx="4448100" cy="1015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400"/>
              <a:buNone/>
              <a:defRPr sz="5400"/>
            </a:lvl1pPr>
            <a:lvl2pPr lvl="1" algn="l">
              <a:lnSpc>
                <a:spcPct val="100000"/>
              </a:lnSpc>
              <a:spcBef>
                <a:spcPts val="0"/>
              </a:spcBef>
              <a:spcAft>
                <a:spcPts val="0"/>
              </a:spcAft>
              <a:buSzPts val="5400"/>
              <a:buNone/>
              <a:defRPr sz="5400"/>
            </a:lvl2pPr>
            <a:lvl3pPr lvl="2" algn="l">
              <a:lnSpc>
                <a:spcPct val="100000"/>
              </a:lnSpc>
              <a:spcBef>
                <a:spcPts val="0"/>
              </a:spcBef>
              <a:spcAft>
                <a:spcPts val="0"/>
              </a:spcAft>
              <a:buSzPts val="5400"/>
              <a:buNone/>
              <a:defRPr sz="5400"/>
            </a:lvl3pPr>
            <a:lvl4pPr lvl="3" algn="l">
              <a:lnSpc>
                <a:spcPct val="100000"/>
              </a:lnSpc>
              <a:spcBef>
                <a:spcPts val="0"/>
              </a:spcBef>
              <a:spcAft>
                <a:spcPts val="0"/>
              </a:spcAft>
              <a:buSzPts val="5400"/>
              <a:buNone/>
              <a:defRPr sz="5400"/>
            </a:lvl4pPr>
            <a:lvl5pPr lvl="4" algn="l">
              <a:lnSpc>
                <a:spcPct val="100000"/>
              </a:lnSpc>
              <a:spcBef>
                <a:spcPts val="0"/>
              </a:spcBef>
              <a:spcAft>
                <a:spcPts val="0"/>
              </a:spcAft>
              <a:buSzPts val="5400"/>
              <a:buNone/>
              <a:defRPr sz="5400"/>
            </a:lvl5pPr>
            <a:lvl6pPr lvl="5" algn="l">
              <a:lnSpc>
                <a:spcPct val="100000"/>
              </a:lnSpc>
              <a:spcBef>
                <a:spcPts val="0"/>
              </a:spcBef>
              <a:spcAft>
                <a:spcPts val="0"/>
              </a:spcAft>
              <a:buSzPts val="5400"/>
              <a:buNone/>
              <a:defRPr sz="5400"/>
            </a:lvl6pPr>
            <a:lvl7pPr lvl="6" algn="l">
              <a:lnSpc>
                <a:spcPct val="100000"/>
              </a:lnSpc>
              <a:spcBef>
                <a:spcPts val="0"/>
              </a:spcBef>
              <a:spcAft>
                <a:spcPts val="0"/>
              </a:spcAft>
              <a:buSzPts val="5400"/>
              <a:buNone/>
              <a:defRPr sz="5400"/>
            </a:lvl7pPr>
            <a:lvl8pPr lvl="7" algn="l">
              <a:lnSpc>
                <a:spcPct val="100000"/>
              </a:lnSpc>
              <a:spcBef>
                <a:spcPts val="0"/>
              </a:spcBef>
              <a:spcAft>
                <a:spcPts val="0"/>
              </a:spcAft>
              <a:buSzPts val="5400"/>
              <a:buNone/>
              <a:defRPr sz="5400"/>
            </a:lvl8pPr>
            <a:lvl9pPr lvl="8" algn="l">
              <a:lnSpc>
                <a:spcPct val="100000"/>
              </a:lnSpc>
              <a:spcBef>
                <a:spcPts val="0"/>
              </a:spcBef>
              <a:spcAft>
                <a:spcPts val="0"/>
              </a:spcAft>
              <a:buSzPts val="5400"/>
              <a:buNone/>
              <a:defRPr sz="5400"/>
            </a:lvl9pPr>
          </a:lstStyle>
          <a:p/>
        </p:txBody>
      </p:sp>
      <p:sp>
        <p:nvSpPr>
          <p:cNvPr id="1045" name="Google Shape;1045;p59"/>
          <p:cNvSpPr txBox="1"/>
          <p:nvPr>
            <p:ph idx="1" type="subTitle"/>
          </p:nvPr>
        </p:nvSpPr>
        <p:spPr>
          <a:xfrm>
            <a:off x="713225" y="1555300"/>
            <a:ext cx="4448100" cy="1280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046" name="Google Shape;1046;p59"/>
          <p:cNvGrpSpPr/>
          <p:nvPr/>
        </p:nvGrpSpPr>
        <p:grpSpPr>
          <a:xfrm>
            <a:off x="-42450" y="-42900"/>
            <a:ext cx="453600" cy="5229300"/>
            <a:chOff x="-42450" y="-42900"/>
            <a:chExt cx="453600" cy="5229300"/>
          </a:xfrm>
        </p:grpSpPr>
        <p:sp>
          <p:nvSpPr>
            <p:cNvPr id="1047" name="Google Shape;1047;p59"/>
            <p:cNvSpPr/>
            <p:nvPr/>
          </p:nvSpPr>
          <p:spPr>
            <a:xfrm>
              <a:off x="-42450" y="-42900"/>
              <a:ext cx="453600" cy="522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1048" name="Google Shape;1048;p59"/>
            <p:cNvSpPr/>
            <p:nvPr/>
          </p:nvSpPr>
          <p:spPr>
            <a:xfrm>
              <a:off x="83575" y="274600"/>
              <a:ext cx="224400" cy="224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9" name="Google Shape;1049;p59"/>
          <p:cNvSpPr txBox="1"/>
          <p:nvPr/>
        </p:nvSpPr>
        <p:spPr>
          <a:xfrm>
            <a:off x="713225" y="3678500"/>
            <a:ext cx="5094600" cy="5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Rubik"/>
                <a:ea typeface="Rubik"/>
                <a:cs typeface="Rubik"/>
                <a:sym typeface="Rubik"/>
              </a:rPr>
              <a:t>CREDITS:</a:t>
            </a:r>
            <a:r>
              <a:rPr b="0" i="0" lang="en" sz="1200" u="none" cap="none" strike="noStrike">
                <a:solidFill>
                  <a:schemeClr val="dk1"/>
                </a:solidFill>
                <a:latin typeface="Rubik"/>
                <a:ea typeface="Rubik"/>
                <a:cs typeface="Rubik"/>
                <a:sym typeface="Rubik"/>
              </a:rPr>
              <a:t> This presentation template was created by </a:t>
            </a:r>
            <a:r>
              <a:rPr b="1" i="0" lang="en" sz="1200" u="sng" cap="none" strike="noStrike">
                <a:solidFill>
                  <a:schemeClr val="dk1"/>
                </a:solidFill>
                <a:latin typeface="Rubik"/>
                <a:ea typeface="Rubik"/>
                <a:cs typeface="Rubik"/>
                <a:sym typeface="Rubik"/>
                <a:hlinkClick r:id="rId2">
                  <a:extLst>
                    <a:ext uri="{A12FA001-AC4F-418D-AE19-62706E023703}">
                      <ahyp:hlinkClr val="tx"/>
                    </a:ext>
                  </a:extLst>
                </a:hlinkClick>
              </a:rPr>
              <a:t>Slidesgo</a:t>
            </a:r>
            <a:r>
              <a:rPr b="0" i="0" lang="en" sz="1200" u="none" cap="none" strike="noStrike">
                <a:solidFill>
                  <a:schemeClr val="dk1"/>
                </a:solidFill>
                <a:latin typeface="Rubik"/>
                <a:ea typeface="Rubik"/>
                <a:cs typeface="Rubik"/>
                <a:sym typeface="Rubik"/>
              </a:rPr>
              <a:t>, and includes icons by </a:t>
            </a:r>
            <a:r>
              <a:rPr b="1" i="0" lang="en" sz="1200" u="sng" cap="none" strike="noStrike">
                <a:solidFill>
                  <a:schemeClr val="dk1"/>
                </a:solidFill>
                <a:latin typeface="Rubik"/>
                <a:ea typeface="Rubik"/>
                <a:cs typeface="Rubik"/>
                <a:sym typeface="Rubik"/>
                <a:hlinkClick r:id="rId3">
                  <a:extLst>
                    <a:ext uri="{A12FA001-AC4F-418D-AE19-62706E023703}">
                      <ahyp:hlinkClr val="tx"/>
                    </a:ext>
                  </a:extLst>
                </a:hlinkClick>
              </a:rPr>
              <a:t>Flaticon</a:t>
            </a:r>
            <a:r>
              <a:rPr b="0" i="0" lang="en" sz="1200" u="none" cap="none" strike="noStrike">
                <a:solidFill>
                  <a:schemeClr val="dk1"/>
                </a:solidFill>
                <a:latin typeface="Rubik"/>
                <a:ea typeface="Rubik"/>
                <a:cs typeface="Rubik"/>
                <a:sym typeface="Rubik"/>
              </a:rPr>
              <a:t>, and infographics &amp; images by </a:t>
            </a:r>
            <a:r>
              <a:rPr b="1" i="0" lang="en" sz="1200" u="sng" cap="none" strike="noStrike">
                <a:solidFill>
                  <a:schemeClr val="dk1"/>
                </a:solidFill>
                <a:latin typeface="Rubik"/>
                <a:ea typeface="Rubik"/>
                <a:cs typeface="Rubik"/>
                <a:sym typeface="Rubik"/>
                <a:hlinkClick r:id="rId4">
                  <a:extLst>
                    <a:ext uri="{A12FA001-AC4F-418D-AE19-62706E023703}">
                      <ahyp:hlinkClr val="tx"/>
                    </a:ext>
                  </a:extLst>
                </a:hlinkClick>
              </a:rPr>
              <a:t>Freepik</a:t>
            </a:r>
            <a:r>
              <a:rPr b="0" i="0" lang="en" sz="1200" u="sng" cap="none" strike="noStrike">
                <a:solidFill>
                  <a:schemeClr val="dk1"/>
                </a:solidFill>
                <a:latin typeface="Rubik"/>
                <a:ea typeface="Rubik"/>
                <a:cs typeface="Rubik"/>
                <a:sym typeface="Rubik"/>
              </a:rPr>
              <a:t> </a:t>
            </a:r>
            <a:endParaRPr b="1" i="0" sz="1200" u="sng" cap="none" strike="noStrike">
              <a:solidFill>
                <a:schemeClr val="dk1"/>
              </a:solidFill>
              <a:latin typeface="Rubik"/>
              <a:ea typeface="Rubik"/>
              <a:cs typeface="Rubik"/>
              <a:sym typeface="Rubik"/>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50" name="Shape 1050"/>
        <p:cNvGrpSpPr/>
        <p:nvPr/>
      </p:nvGrpSpPr>
      <p:grpSpPr>
        <a:xfrm>
          <a:off x="0" y="0"/>
          <a:ext cx="0" cy="0"/>
          <a:chOff x="0" y="0"/>
          <a:chExt cx="0" cy="0"/>
        </a:xfrm>
      </p:grpSpPr>
      <p:grpSp>
        <p:nvGrpSpPr>
          <p:cNvPr id="1051" name="Google Shape;1051;p60"/>
          <p:cNvGrpSpPr/>
          <p:nvPr/>
        </p:nvGrpSpPr>
        <p:grpSpPr>
          <a:xfrm>
            <a:off x="-65" y="-15"/>
            <a:ext cx="9144128" cy="5143530"/>
            <a:chOff x="-2163850" y="-134475"/>
            <a:chExt cx="3075000" cy="5336719"/>
          </a:xfrm>
        </p:grpSpPr>
        <p:cxnSp>
          <p:nvCxnSpPr>
            <p:cNvPr id="1052" name="Google Shape;1052;p60"/>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53" name="Google Shape;1053;p60"/>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54" name="Google Shape;1054;p60"/>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55" name="Google Shape;1055;p60"/>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56" name="Google Shape;1056;p60"/>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57" name="Google Shape;1057;p60"/>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58" name="Google Shape;1058;p60"/>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59" name="Google Shape;1059;p60"/>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0" name="Google Shape;1060;p60"/>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1" name="Google Shape;1061;p60"/>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2" name="Google Shape;1062;p60"/>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3" name="Google Shape;1063;p60"/>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4" name="Google Shape;1064;p60"/>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5" name="Google Shape;1065;p60"/>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6" name="Google Shape;1066;p60"/>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067" name="Google Shape;1067;p60"/>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grpSp>
        <p:nvGrpSpPr>
          <p:cNvPr id="1068" name="Google Shape;1068;p60"/>
          <p:cNvGrpSpPr/>
          <p:nvPr/>
        </p:nvGrpSpPr>
        <p:grpSpPr>
          <a:xfrm>
            <a:off x="-42450" y="-42900"/>
            <a:ext cx="453600" cy="5229300"/>
            <a:chOff x="-42450" y="-42900"/>
            <a:chExt cx="453600" cy="5229300"/>
          </a:xfrm>
        </p:grpSpPr>
        <p:sp>
          <p:nvSpPr>
            <p:cNvPr id="1069" name="Google Shape;1069;p60"/>
            <p:cNvSpPr/>
            <p:nvPr/>
          </p:nvSpPr>
          <p:spPr>
            <a:xfrm>
              <a:off x="-42450" y="-42900"/>
              <a:ext cx="453600" cy="522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chivo"/>
                <a:ea typeface="Archivo"/>
                <a:cs typeface="Archivo"/>
                <a:sym typeface="Archivo"/>
              </a:endParaRPr>
            </a:p>
          </p:txBody>
        </p:sp>
        <p:sp>
          <p:nvSpPr>
            <p:cNvPr id="1070" name="Google Shape;1070;p60"/>
            <p:cNvSpPr/>
            <p:nvPr/>
          </p:nvSpPr>
          <p:spPr>
            <a:xfrm>
              <a:off x="83575" y="274600"/>
              <a:ext cx="224400" cy="224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1" name="Google Shape;1071;p60"/>
          <p:cNvGrpSpPr/>
          <p:nvPr/>
        </p:nvGrpSpPr>
        <p:grpSpPr>
          <a:xfrm>
            <a:off x="7661450" y="-433576"/>
            <a:ext cx="1935488" cy="5908787"/>
            <a:chOff x="7661450" y="-433576"/>
            <a:chExt cx="1935488" cy="5908787"/>
          </a:xfrm>
        </p:grpSpPr>
        <p:grpSp>
          <p:nvGrpSpPr>
            <p:cNvPr id="1072" name="Google Shape;1072;p60"/>
            <p:cNvGrpSpPr/>
            <p:nvPr/>
          </p:nvGrpSpPr>
          <p:grpSpPr>
            <a:xfrm>
              <a:off x="7790269" y="2645570"/>
              <a:ext cx="1677862" cy="2829640"/>
              <a:chOff x="-764456" y="567070"/>
              <a:chExt cx="1677862" cy="2829640"/>
            </a:xfrm>
          </p:grpSpPr>
          <p:grpSp>
            <p:nvGrpSpPr>
              <p:cNvPr id="1073" name="Google Shape;1073;p60"/>
              <p:cNvGrpSpPr/>
              <p:nvPr/>
            </p:nvGrpSpPr>
            <p:grpSpPr>
              <a:xfrm flipH="1" rot="-9252106">
                <a:off x="-433469" y="1509325"/>
                <a:ext cx="1015888" cy="1753721"/>
                <a:chOff x="1763900" y="-464625"/>
                <a:chExt cx="185600" cy="320400"/>
              </a:xfrm>
            </p:grpSpPr>
            <p:sp>
              <p:nvSpPr>
                <p:cNvPr id="1074" name="Google Shape;1074;p60"/>
                <p:cNvSpPr/>
                <p:nvPr/>
              </p:nvSpPr>
              <p:spPr>
                <a:xfrm>
                  <a:off x="1763900" y="-464625"/>
                  <a:ext cx="184475" cy="320100"/>
                </a:xfrm>
                <a:custGeom>
                  <a:rect b="b" l="l" r="r" t="t"/>
                  <a:pathLst>
                    <a:path extrusionOk="0" h="12804" w="7379">
                      <a:moveTo>
                        <a:pt x="5333" y="2584"/>
                      </a:moveTo>
                      <a:cubicBezTo>
                        <a:pt x="5407" y="5049"/>
                        <a:pt x="5407" y="7513"/>
                        <a:pt x="5363" y="9933"/>
                      </a:cubicBezTo>
                      <a:lnTo>
                        <a:pt x="5363" y="10336"/>
                      </a:lnTo>
                      <a:cubicBezTo>
                        <a:pt x="3914" y="9978"/>
                        <a:pt x="2898" y="8768"/>
                        <a:pt x="2525" y="7588"/>
                      </a:cubicBezTo>
                      <a:cubicBezTo>
                        <a:pt x="2390" y="7244"/>
                        <a:pt x="2345" y="6871"/>
                        <a:pt x="2345" y="6468"/>
                      </a:cubicBezTo>
                      <a:cubicBezTo>
                        <a:pt x="2375" y="5109"/>
                        <a:pt x="3242" y="3630"/>
                        <a:pt x="4586" y="2868"/>
                      </a:cubicBezTo>
                      <a:cubicBezTo>
                        <a:pt x="4810" y="2749"/>
                        <a:pt x="5079" y="2614"/>
                        <a:pt x="5333" y="2584"/>
                      </a:cubicBezTo>
                      <a:close/>
                      <a:moveTo>
                        <a:pt x="7244" y="1"/>
                      </a:moveTo>
                      <a:lnTo>
                        <a:pt x="7244" y="1"/>
                      </a:lnTo>
                      <a:cubicBezTo>
                        <a:pt x="5960" y="105"/>
                        <a:pt x="4705" y="508"/>
                        <a:pt x="3645" y="1195"/>
                      </a:cubicBezTo>
                      <a:cubicBezTo>
                        <a:pt x="1330" y="2659"/>
                        <a:pt x="1" y="5527"/>
                        <a:pt x="822" y="8215"/>
                      </a:cubicBezTo>
                      <a:cubicBezTo>
                        <a:pt x="1582" y="10774"/>
                        <a:pt x="4361" y="12803"/>
                        <a:pt x="7056" y="12803"/>
                      </a:cubicBezTo>
                      <a:cubicBezTo>
                        <a:pt x="7114" y="12803"/>
                        <a:pt x="7172" y="12802"/>
                        <a:pt x="7229" y="12801"/>
                      </a:cubicBezTo>
                      <a:cubicBezTo>
                        <a:pt x="7379" y="8544"/>
                        <a:pt x="7379" y="4257"/>
                        <a:pt x="72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60"/>
                <p:cNvSpPr/>
                <p:nvPr/>
              </p:nvSpPr>
              <p:spPr>
                <a:xfrm>
                  <a:off x="1895325" y="-463875"/>
                  <a:ext cx="54175" cy="319650"/>
                </a:xfrm>
                <a:custGeom>
                  <a:rect b="b" l="l" r="r" t="t"/>
                  <a:pathLst>
                    <a:path extrusionOk="0" h="12786" w="2167">
                      <a:moveTo>
                        <a:pt x="1674" y="0"/>
                      </a:moveTo>
                      <a:cubicBezTo>
                        <a:pt x="1644" y="0"/>
                        <a:pt x="1599" y="30"/>
                        <a:pt x="1599" y="45"/>
                      </a:cubicBezTo>
                      <a:cubicBezTo>
                        <a:pt x="1569" y="105"/>
                        <a:pt x="1599" y="120"/>
                        <a:pt x="1644" y="120"/>
                      </a:cubicBezTo>
                      <a:lnTo>
                        <a:pt x="1972" y="120"/>
                      </a:lnTo>
                      <a:cubicBezTo>
                        <a:pt x="1987" y="120"/>
                        <a:pt x="2047" y="105"/>
                        <a:pt x="2047" y="75"/>
                      </a:cubicBezTo>
                      <a:cubicBezTo>
                        <a:pt x="2047" y="45"/>
                        <a:pt x="2017" y="0"/>
                        <a:pt x="1987" y="0"/>
                      </a:cubicBezTo>
                      <a:close/>
                      <a:moveTo>
                        <a:pt x="1674" y="478"/>
                      </a:moveTo>
                      <a:cubicBezTo>
                        <a:pt x="1644" y="478"/>
                        <a:pt x="1599" y="493"/>
                        <a:pt x="1599" y="523"/>
                      </a:cubicBezTo>
                      <a:cubicBezTo>
                        <a:pt x="1569" y="568"/>
                        <a:pt x="1599" y="598"/>
                        <a:pt x="1644" y="598"/>
                      </a:cubicBezTo>
                      <a:lnTo>
                        <a:pt x="1972" y="598"/>
                      </a:lnTo>
                      <a:cubicBezTo>
                        <a:pt x="1987" y="598"/>
                        <a:pt x="2047" y="568"/>
                        <a:pt x="2047" y="553"/>
                      </a:cubicBezTo>
                      <a:cubicBezTo>
                        <a:pt x="2047" y="523"/>
                        <a:pt x="2017" y="478"/>
                        <a:pt x="1987" y="478"/>
                      </a:cubicBezTo>
                      <a:close/>
                      <a:moveTo>
                        <a:pt x="1674" y="926"/>
                      </a:moveTo>
                      <a:cubicBezTo>
                        <a:pt x="1644" y="926"/>
                        <a:pt x="1599" y="941"/>
                        <a:pt x="1599" y="971"/>
                      </a:cubicBezTo>
                      <a:cubicBezTo>
                        <a:pt x="1599" y="1016"/>
                        <a:pt x="1614" y="1046"/>
                        <a:pt x="1644" y="1046"/>
                      </a:cubicBezTo>
                      <a:lnTo>
                        <a:pt x="1972" y="1046"/>
                      </a:lnTo>
                      <a:cubicBezTo>
                        <a:pt x="1987" y="1046"/>
                        <a:pt x="2047" y="1016"/>
                        <a:pt x="2047" y="1001"/>
                      </a:cubicBezTo>
                      <a:cubicBezTo>
                        <a:pt x="2047" y="971"/>
                        <a:pt x="2017" y="926"/>
                        <a:pt x="1987" y="926"/>
                      </a:cubicBezTo>
                      <a:close/>
                      <a:moveTo>
                        <a:pt x="1674" y="1374"/>
                      </a:moveTo>
                      <a:cubicBezTo>
                        <a:pt x="1644" y="1374"/>
                        <a:pt x="1599" y="1389"/>
                        <a:pt x="1599" y="1419"/>
                      </a:cubicBezTo>
                      <a:cubicBezTo>
                        <a:pt x="1599" y="1464"/>
                        <a:pt x="1614" y="1494"/>
                        <a:pt x="1644" y="1494"/>
                      </a:cubicBezTo>
                      <a:lnTo>
                        <a:pt x="1972" y="1494"/>
                      </a:lnTo>
                      <a:cubicBezTo>
                        <a:pt x="1987" y="1494"/>
                        <a:pt x="2047" y="1464"/>
                        <a:pt x="2047" y="1449"/>
                      </a:cubicBezTo>
                      <a:cubicBezTo>
                        <a:pt x="2047" y="1419"/>
                        <a:pt x="2017" y="1374"/>
                        <a:pt x="1987" y="1374"/>
                      </a:cubicBezTo>
                      <a:close/>
                      <a:moveTo>
                        <a:pt x="1226" y="1823"/>
                      </a:moveTo>
                      <a:cubicBezTo>
                        <a:pt x="1196" y="1823"/>
                        <a:pt x="1166" y="1867"/>
                        <a:pt x="1166" y="1897"/>
                      </a:cubicBezTo>
                      <a:cubicBezTo>
                        <a:pt x="1166" y="1942"/>
                        <a:pt x="1196" y="1942"/>
                        <a:pt x="1241" y="1942"/>
                      </a:cubicBezTo>
                      <a:lnTo>
                        <a:pt x="1614" y="1942"/>
                      </a:lnTo>
                      <a:lnTo>
                        <a:pt x="1644" y="1972"/>
                      </a:lnTo>
                      <a:lnTo>
                        <a:pt x="1972" y="1972"/>
                      </a:lnTo>
                      <a:cubicBezTo>
                        <a:pt x="1987" y="1972"/>
                        <a:pt x="2047" y="1942"/>
                        <a:pt x="2047" y="1912"/>
                      </a:cubicBezTo>
                      <a:cubicBezTo>
                        <a:pt x="2047" y="1897"/>
                        <a:pt x="2017" y="1837"/>
                        <a:pt x="1987" y="1837"/>
                      </a:cubicBezTo>
                      <a:lnTo>
                        <a:pt x="1719" y="1837"/>
                      </a:lnTo>
                      <a:cubicBezTo>
                        <a:pt x="1689" y="1823"/>
                        <a:pt x="1689" y="1823"/>
                        <a:pt x="1674" y="1823"/>
                      </a:cubicBezTo>
                      <a:close/>
                      <a:moveTo>
                        <a:pt x="1689" y="2256"/>
                      </a:moveTo>
                      <a:cubicBezTo>
                        <a:pt x="1674" y="2256"/>
                        <a:pt x="1614" y="2286"/>
                        <a:pt x="1614" y="2315"/>
                      </a:cubicBezTo>
                      <a:cubicBezTo>
                        <a:pt x="1599" y="2360"/>
                        <a:pt x="1644" y="2390"/>
                        <a:pt x="1674" y="2390"/>
                      </a:cubicBezTo>
                      <a:lnTo>
                        <a:pt x="1987" y="2390"/>
                      </a:lnTo>
                      <a:cubicBezTo>
                        <a:pt x="2017" y="2390"/>
                        <a:pt x="2062" y="2360"/>
                        <a:pt x="2062" y="2330"/>
                      </a:cubicBezTo>
                      <a:cubicBezTo>
                        <a:pt x="2062" y="2315"/>
                        <a:pt x="2047" y="2256"/>
                        <a:pt x="2017" y="2256"/>
                      </a:cubicBezTo>
                      <a:close/>
                      <a:moveTo>
                        <a:pt x="1689" y="2704"/>
                      </a:moveTo>
                      <a:cubicBezTo>
                        <a:pt x="1674" y="2704"/>
                        <a:pt x="1614" y="2734"/>
                        <a:pt x="1614" y="2764"/>
                      </a:cubicBezTo>
                      <a:cubicBezTo>
                        <a:pt x="1614" y="2808"/>
                        <a:pt x="1644" y="2838"/>
                        <a:pt x="1674" y="2838"/>
                      </a:cubicBezTo>
                      <a:lnTo>
                        <a:pt x="1987" y="2838"/>
                      </a:lnTo>
                      <a:cubicBezTo>
                        <a:pt x="2017" y="2838"/>
                        <a:pt x="2062" y="2808"/>
                        <a:pt x="2062" y="2778"/>
                      </a:cubicBezTo>
                      <a:cubicBezTo>
                        <a:pt x="2062" y="2764"/>
                        <a:pt x="2047" y="2704"/>
                        <a:pt x="2017" y="2704"/>
                      </a:cubicBezTo>
                      <a:close/>
                      <a:moveTo>
                        <a:pt x="1719" y="3152"/>
                      </a:moveTo>
                      <a:cubicBezTo>
                        <a:pt x="1689" y="3152"/>
                        <a:pt x="1644" y="3182"/>
                        <a:pt x="1644" y="3212"/>
                      </a:cubicBezTo>
                      <a:cubicBezTo>
                        <a:pt x="1618" y="3250"/>
                        <a:pt x="1637" y="3289"/>
                        <a:pt x="1672" y="3289"/>
                      </a:cubicBezTo>
                      <a:cubicBezTo>
                        <a:pt x="1677" y="3289"/>
                        <a:pt x="1683" y="3288"/>
                        <a:pt x="1689" y="3286"/>
                      </a:cubicBezTo>
                      <a:lnTo>
                        <a:pt x="2017" y="3286"/>
                      </a:lnTo>
                      <a:cubicBezTo>
                        <a:pt x="2047" y="3286"/>
                        <a:pt x="2092" y="3256"/>
                        <a:pt x="2092" y="3227"/>
                      </a:cubicBezTo>
                      <a:cubicBezTo>
                        <a:pt x="2092" y="3212"/>
                        <a:pt x="2062" y="3152"/>
                        <a:pt x="2047" y="3152"/>
                      </a:cubicBezTo>
                      <a:close/>
                      <a:moveTo>
                        <a:pt x="1739" y="3617"/>
                      </a:moveTo>
                      <a:cubicBezTo>
                        <a:pt x="1714" y="3617"/>
                        <a:pt x="1704" y="3630"/>
                        <a:pt x="1674" y="3630"/>
                      </a:cubicBezTo>
                      <a:lnTo>
                        <a:pt x="1300" y="3630"/>
                      </a:lnTo>
                      <a:cubicBezTo>
                        <a:pt x="1271" y="3630"/>
                        <a:pt x="1241" y="3675"/>
                        <a:pt x="1241" y="3704"/>
                      </a:cubicBezTo>
                      <a:cubicBezTo>
                        <a:pt x="1241" y="3749"/>
                        <a:pt x="1271" y="3749"/>
                        <a:pt x="1315" y="3749"/>
                      </a:cubicBezTo>
                      <a:lnTo>
                        <a:pt x="2047" y="3749"/>
                      </a:lnTo>
                      <a:cubicBezTo>
                        <a:pt x="2062" y="3749"/>
                        <a:pt x="2122" y="3734"/>
                        <a:pt x="2122" y="3704"/>
                      </a:cubicBezTo>
                      <a:cubicBezTo>
                        <a:pt x="2122" y="3675"/>
                        <a:pt x="2092" y="3630"/>
                        <a:pt x="2062" y="3630"/>
                      </a:cubicBezTo>
                      <a:lnTo>
                        <a:pt x="1793" y="3630"/>
                      </a:lnTo>
                      <a:cubicBezTo>
                        <a:pt x="1768" y="3620"/>
                        <a:pt x="1752" y="3617"/>
                        <a:pt x="1739" y="3617"/>
                      </a:cubicBezTo>
                      <a:close/>
                      <a:moveTo>
                        <a:pt x="1719" y="4078"/>
                      </a:moveTo>
                      <a:cubicBezTo>
                        <a:pt x="1689" y="4078"/>
                        <a:pt x="1644" y="4108"/>
                        <a:pt x="1644" y="4123"/>
                      </a:cubicBezTo>
                      <a:cubicBezTo>
                        <a:pt x="1644" y="4182"/>
                        <a:pt x="1674" y="4197"/>
                        <a:pt x="1689" y="4197"/>
                      </a:cubicBezTo>
                      <a:lnTo>
                        <a:pt x="2017" y="4197"/>
                      </a:lnTo>
                      <a:cubicBezTo>
                        <a:pt x="2047" y="4197"/>
                        <a:pt x="2092" y="4182"/>
                        <a:pt x="2092" y="4153"/>
                      </a:cubicBezTo>
                      <a:cubicBezTo>
                        <a:pt x="2092" y="4123"/>
                        <a:pt x="2062" y="4078"/>
                        <a:pt x="2047" y="4078"/>
                      </a:cubicBezTo>
                      <a:close/>
                      <a:moveTo>
                        <a:pt x="1719" y="4526"/>
                      </a:moveTo>
                      <a:cubicBezTo>
                        <a:pt x="1689" y="4526"/>
                        <a:pt x="1644" y="4556"/>
                        <a:pt x="1644" y="4571"/>
                      </a:cubicBezTo>
                      <a:cubicBezTo>
                        <a:pt x="1644" y="4631"/>
                        <a:pt x="1674" y="4645"/>
                        <a:pt x="1689" y="4645"/>
                      </a:cubicBezTo>
                      <a:lnTo>
                        <a:pt x="2017" y="4645"/>
                      </a:lnTo>
                      <a:cubicBezTo>
                        <a:pt x="2047" y="4645"/>
                        <a:pt x="2092" y="4631"/>
                        <a:pt x="2092" y="4601"/>
                      </a:cubicBezTo>
                      <a:cubicBezTo>
                        <a:pt x="2092" y="4571"/>
                        <a:pt x="2062" y="4526"/>
                        <a:pt x="2047" y="4526"/>
                      </a:cubicBezTo>
                      <a:close/>
                      <a:moveTo>
                        <a:pt x="1719" y="4974"/>
                      </a:moveTo>
                      <a:cubicBezTo>
                        <a:pt x="1689" y="4974"/>
                        <a:pt x="1644" y="5004"/>
                        <a:pt x="1644" y="5019"/>
                      </a:cubicBezTo>
                      <a:cubicBezTo>
                        <a:pt x="1644" y="5079"/>
                        <a:pt x="1674" y="5094"/>
                        <a:pt x="1689" y="5094"/>
                      </a:cubicBezTo>
                      <a:lnTo>
                        <a:pt x="2017" y="5094"/>
                      </a:lnTo>
                      <a:cubicBezTo>
                        <a:pt x="2047" y="5094"/>
                        <a:pt x="2092" y="5079"/>
                        <a:pt x="2092" y="5049"/>
                      </a:cubicBezTo>
                      <a:cubicBezTo>
                        <a:pt x="2092" y="5019"/>
                        <a:pt x="2062" y="4974"/>
                        <a:pt x="2047" y="4974"/>
                      </a:cubicBezTo>
                      <a:close/>
                      <a:moveTo>
                        <a:pt x="1315" y="5422"/>
                      </a:moveTo>
                      <a:cubicBezTo>
                        <a:pt x="1300" y="5422"/>
                        <a:pt x="1271" y="5467"/>
                        <a:pt x="1271" y="5497"/>
                      </a:cubicBezTo>
                      <a:cubicBezTo>
                        <a:pt x="1271" y="5542"/>
                        <a:pt x="1300" y="5542"/>
                        <a:pt x="1345" y="5542"/>
                      </a:cubicBezTo>
                      <a:lnTo>
                        <a:pt x="2092" y="5542"/>
                      </a:lnTo>
                      <a:cubicBezTo>
                        <a:pt x="2122" y="5542"/>
                        <a:pt x="2167" y="5527"/>
                        <a:pt x="2167" y="5497"/>
                      </a:cubicBezTo>
                      <a:cubicBezTo>
                        <a:pt x="2167" y="5467"/>
                        <a:pt x="2137" y="5422"/>
                        <a:pt x="2122" y="5422"/>
                      </a:cubicBezTo>
                      <a:close/>
                      <a:moveTo>
                        <a:pt x="1748" y="5870"/>
                      </a:moveTo>
                      <a:cubicBezTo>
                        <a:pt x="1719" y="5870"/>
                        <a:pt x="1674" y="5900"/>
                        <a:pt x="1674" y="5915"/>
                      </a:cubicBezTo>
                      <a:cubicBezTo>
                        <a:pt x="1674" y="5975"/>
                        <a:pt x="1689" y="5990"/>
                        <a:pt x="1719" y="5990"/>
                      </a:cubicBezTo>
                      <a:lnTo>
                        <a:pt x="2047" y="5990"/>
                      </a:lnTo>
                      <a:cubicBezTo>
                        <a:pt x="2062" y="5990"/>
                        <a:pt x="2122" y="5975"/>
                        <a:pt x="2122" y="5945"/>
                      </a:cubicBezTo>
                      <a:cubicBezTo>
                        <a:pt x="2122" y="5915"/>
                        <a:pt x="2092" y="5870"/>
                        <a:pt x="2062" y="5870"/>
                      </a:cubicBezTo>
                      <a:close/>
                      <a:moveTo>
                        <a:pt x="1763" y="6318"/>
                      </a:moveTo>
                      <a:cubicBezTo>
                        <a:pt x="1748" y="6318"/>
                        <a:pt x="1689" y="6348"/>
                        <a:pt x="1689" y="6363"/>
                      </a:cubicBezTo>
                      <a:cubicBezTo>
                        <a:pt x="1677" y="6410"/>
                        <a:pt x="1684" y="6447"/>
                        <a:pt x="1715" y="6447"/>
                      </a:cubicBezTo>
                      <a:cubicBezTo>
                        <a:pt x="1724" y="6447"/>
                        <a:pt x="1735" y="6444"/>
                        <a:pt x="1748" y="6438"/>
                      </a:cubicBezTo>
                      <a:lnTo>
                        <a:pt x="2062" y="6438"/>
                      </a:lnTo>
                      <a:cubicBezTo>
                        <a:pt x="2092" y="6438"/>
                        <a:pt x="2137" y="6423"/>
                        <a:pt x="2137" y="6393"/>
                      </a:cubicBezTo>
                      <a:cubicBezTo>
                        <a:pt x="2137" y="6363"/>
                        <a:pt x="2122" y="6318"/>
                        <a:pt x="2092" y="6318"/>
                      </a:cubicBezTo>
                      <a:close/>
                      <a:moveTo>
                        <a:pt x="1748" y="6796"/>
                      </a:moveTo>
                      <a:cubicBezTo>
                        <a:pt x="1719" y="6796"/>
                        <a:pt x="1674" y="6811"/>
                        <a:pt x="1674" y="6841"/>
                      </a:cubicBezTo>
                      <a:cubicBezTo>
                        <a:pt x="1674" y="6871"/>
                        <a:pt x="1689" y="6886"/>
                        <a:pt x="1719" y="6916"/>
                      </a:cubicBezTo>
                      <a:lnTo>
                        <a:pt x="2062" y="6916"/>
                      </a:lnTo>
                      <a:cubicBezTo>
                        <a:pt x="2092" y="6916"/>
                        <a:pt x="2137" y="6886"/>
                        <a:pt x="2137" y="6871"/>
                      </a:cubicBezTo>
                      <a:cubicBezTo>
                        <a:pt x="2137" y="6841"/>
                        <a:pt x="2122" y="6796"/>
                        <a:pt x="2092" y="6796"/>
                      </a:cubicBezTo>
                      <a:close/>
                      <a:moveTo>
                        <a:pt x="1300" y="7214"/>
                      </a:moveTo>
                      <a:cubicBezTo>
                        <a:pt x="1271" y="7214"/>
                        <a:pt x="1241" y="7259"/>
                        <a:pt x="1241" y="7289"/>
                      </a:cubicBezTo>
                      <a:cubicBezTo>
                        <a:pt x="1241" y="7334"/>
                        <a:pt x="1271" y="7334"/>
                        <a:pt x="1315" y="7334"/>
                      </a:cubicBezTo>
                      <a:lnTo>
                        <a:pt x="2092" y="7334"/>
                      </a:lnTo>
                      <a:cubicBezTo>
                        <a:pt x="2122" y="7334"/>
                        <a:pt x="2167" y="7319"/>
                        <a:pt x="2167" y="7289"/>
                      </a:cubicBezTo>
                      <a:cubicBezTo>
                        <a:pt x="2167" y="7259"/>
                        <a:pt x="2137" y="7214"/>
                        <a:pt x="2122" y="7214"/>
                      </a:cubicBezTo>
                      <a:lnTo>
                        <a:pt x="1823" y="7214"/>
                      </a:lnTo>
                      <a:cubicBezTo>
                        <a:pt x="1793" y="7229"/>
                        <a:pt x="1778" y="7237"/>
                        <a:pt x="1769" y="7237"/>
                      </a:cubicBezTo>
                      <a:cubicBezTo>
                        <a:pt x="1760" y="7237"/>
                        <a:pt x="1756" y="7229"/>
                        <a:pt x="1748" y="7214"/>
                      </a:cubicBezTo>
                      <a:close/>
                      <a:moveTo>
                        <a:pt x="1748" y="7692"/>
                      </a:moveTo>
                      <a:cubicBezTo>
                        <a:pt x="1719" y="7692"/>
                        <a:pt x="1674" y="7707"/>
                        <a:pt x="1674" y="7737"/>
                      </a:cubicBezTo>
                      <a:cubicBezTo>
                        <a:pt x="1674" y="7782"/>
                        <a:pt x="1689" y="7812"/>
                        <a:pt x="1719" y="7812"/>
                      </a:cubicBezTo>
                      <a:lnTo>
                        <a:pt x="2062" y="7812"/>
                      </a:lnTo>
                      <a:cubicBezTo>
                        <a:pt x="2092" y="7812"/>
                        <a:pt x="2137" y="7782"/>
                        <a:pt x="2137" y="7767"/>
                      </a:cubicBezTo>
                      <a:cubicBezTo>
                        <a:pt x="2137" y="7737"/>
                        <a:pt x="2122" y="7692"/>
                        <a:pt x="2092" y="7692"/>
                      </a:cubicBezTo>
                      <a:close/>
                      <a:moveTo>
                        <a:pt x="1748" y="8140"/>
                      </a:moveTo>
                      <a:cubicBezTo>
                        <a:pt x="1719" y="8140"/>
                        <a:pt x="1674" y="8155"/>
                        <a:pt x="1674" y="8185"/>
                      </a:cubicBezTo>
                      <a:cubicBezTo>
                        <a:pt x="1674" y="8230"/>
                        <a:pt x="1689" y="8260"/>
                        <a:pt x="1719" y="8260"/>
                      </a:cubicBezTo>
                      <a:lnTo>
                        <a:pt x="2062" y="8260"/>
                      </a:lnTo>
                      <a:cubicBezTo>
                        <a:pt x="2092" y="8260"/>
                        <a:pt x="2137" y="8230"/>
                        <a:pt x="2137" y="8215"/>
                      </a:cubicBezTo>
                      <a:cubicBezTo>
                        <a:pt x="2137" y="8185"/>
                        <a:pt x="2122" y="8140"/>
                        <a:pt x="2092" y="8140"/>
                      </a:cubicBezTo>
                      <a:close/>
                      <a:moveTo>
                        <a:pt x="1748" y="8589"/>
                      </a:moveTo>
                      <a:cubicBezTo>
                        <a:pt x="1719" y="8589"/>
                        <a:pt x="1674" y="8603"/>
                        <a:pt x="1674" y="8633"/>
                      </a:cubicBezTo>
                      <a:cubicBezTo>
                        <a:pt x="1674" y="8678"/>
                        <a:pt x="1689" y="8708"/>
                        <a:pt x="1719" y="8708"/>
                      </a:cubicBezTo>
                      <a:lnTo>
                        <a:pt x="2062" y="8708"/>
                      </a:lnTo>
                      <a:cubicBezTo>
                        <a:pt x="2092" y="8708"/>
                        <a:pt x="2137" y="8678"/>
                        <a:pt x="2137" y="8663"/>
                      </a:cubicBezTo>
                      <a:cubicBezTo>
                        <a:pt x="2137" y="8633"/>
                        <a:pt x="2122" y="8589"/>
                        <a:pt x="2092" y="8589"/>
                      </a:cubicBezTo>
                      <a:close/>
                      <a:moveTo>
                        <a:pt x="1196" y="9007"/>
                      </a:moveTo>
                      <a:cubicBezTo>
                        <a:pt x="1166" y="9007"/>
                        <a:pt x="1121" y="9037"/>
                        <a:pt x="1121" y="9052"/>
                      </a:cubicBezTo>
                      <a:cubicBezTo>
                        <a:pt x="1121" y="9081"/>
                        <a:pt x="1151" y="9126"/>
                        <a:pt x="1166" y="9126"/>
                      </a:cubicBezTo>
                      <a:cubicBezTo>
                        <a:pt x="1345" y="9126"/>
                        <a:pt x="1524" y="9126"/>
                        <a:pt x="1689" y="9156"/>
                      </a:cubicBezTo>
                      <a:lnTo>
                        <a:pt x="2062" y="9156"/>
                      </a:lnTo>
                      <a:cubicBezTo>
                        <a:pt x="2092" y="9156"/>
                        <a:pt x="2137" y="9126"/>
                        <a:pt x="2137" y="9111"/>
                      </a:cubicBezTo>
                      <a:cubicBezTo>
                        <a:pt x="2137" y="9081"/>
                        <a:pt x="2122" y="9037"/>
                        <a:pt x="2092" y="9037"/>
                      </a:cubicBezTo>
                      <a:lnTo>
                        <a:pt x="1719" y="9037"/>
                      </a:lnTo>
                      <a:cubicBezTo>
                        <a:pt x="1539" y="9037"/>
                        <a:pt x="1375" y="9037"/>
                        <a:pt x="1196" y="9007"/>
                      </a:cubicBezTo>
                      <a:close/>
                      <a:moveTo>
                        <a:pt x="1748" y="9485"/>
                      </a:moveTo>
                      <a:cubicBezTo>
                        <a:pt x="1719" y="9485"/>
                        <a:pt x="1674" y="9500"/>
                        <a:pt x="1674" y="9529"/>
                      </a:cubicBezTo>
                      <a:cubicBezTo>
                        <a:pt x="1674" y="9574"/>
                        <a:pt x="1689" y="9604"/>
                        <a:pt x="1719" y="9604"/>
                      </a:cubicBezTo>
                      <a:cubicBezTo>
                        <a:pt x="1823" y="9604"/>
                        <a:pt x="1913" y="9604"/>
                        <a:pt x="1987" y="9634"/>
                      </a:cubicBezTo>
                      <a:lnTo>
                        <a:pt x="2047" y="9634"/>
                      </a:lnTo>
                      <a:cubicBezTo>
                        <a:pt x="2062" y="9634"/>
                        <a:pt x="2122" y="9604"/>
                        <a:pt x="2122" y="9574"/>
                      </a:cubicBezTo>
                      <a:cubicBezTo>
                        <a:pt x="2122" y="9559"/>
                        <a:pt x="2092" y="9500"/>
                        <a:pt x="2062" y="9500"/>
                      </a:cubicBezTo>
                      <a:cubicBezTo>
                        <a:pt x="1972" y="9500"/>
                        <a:pt x="1868" y="9500"/>
                        <a:pt x="1793" y="9485"/>
                      </a:cubicBezTo>
                      <a:close/>
                      <a:moveTo>
                        <a:pt x="1719" y="9933"/>
                      </a:moveTo>
                      <a:cubicBezTo>
                        <a:pt x="1689" y="9933"/>
                        <a:pt x="1644" y="9948"/>
                        <a:pt x="1644" y="9978"/>
                      </a:cubicBezTo>
                      <a:cubicBezTo>
                        <a:pt x="1644" y="10022"/>
                        <a:pt x="1674" y="10052"/>
                        <a:pt x="1689" y="10052"/>
                      </a:cubicBezTo>
                      <a:cubicBezTo>
                        <a:pt x="1793" y="10052"/>
                        <a:pt x="1898" y="10052"/>
                        <a:pt x="1972" y="10082"/>
                      </a:cubicBezTo>
                      <a:lnTo>
                        <a:pt x="2017" y="10082"/>
                      </a:lnTo>
                      <a:cubicBezTo>
                        <a:pt x="2047" y="10082"/>
                        <a:pt x="2092" y="10052"/>
                        <a:pt x="2092" y="10022"/>
                      </a:cubicBezTo>
                      <a:cubicBezTo>
                        <a:pt x="2092" y="10007"/>
                        <a:pt x="2062" y="9948"/>
                        <a:pt x="2047" y="9948"/>
                      </a:cubicBezTo>
                      <a:cubicBezTo>
                        <a:pt x="1943" y="9948"/>
                        <a:pt x="1838" y="9948"/>
                        <a:pt x="1763" y="9933"/>
                      </a:cubicBezTo>
                      <a:close/>
                      <a:moveTo>
                        <a:pt x="1719" y="10381"/>
                      </a:moveTo>
                      <a:cubicBezTo>
                        <a:pt x="1689" y="10381"/>
                        <a:pt x="1644" y="10396"/>
                        <a:pt x="1644" y="10426"/>
                      </a:cubicBezTo>
                      <a:cubicBezTo>
                        <a:pt x="1614" y="10470"/>
                        <a:pt x="1644" y="10500"/>
                        <a:pt x="1689" y="10500"/>
                      </a:cubicBezTo>
                      <a:cubicBezTo>
                        <a:pt x="1793" y="10500"/>
                        <a:pt x="1898" y="10500"/>
                        <a:pt x="1972" y="10530"/>
                      </a:cubicBezTo>
                      <a:lnTo>
                        <a:pt x="2017" y="10530"/>
                      </a:lnTo>
                      <a:cubicBezTo>
                        <a:pt x="2047" y="10530"/>
                        <a:pt x="2092" y="10500"/>
                        <a:pt x="2092" y="10470"/>
                      </a:cubicBezTo>
                      <a:cubicBezTo>
                        <a:pt x="2092" y="10455"/>
                        <a:pt x="2062" y="10396"/>
                        <a:pt x="2047" y="10396"/>
                      </a:cubicBezTo>
                      <a:cubicBezTo>
                        <a:pt x="1943" y="10396"/>
                        <a:pt x="1838" y="10396"/>
                        <a:pt x="1763" y="10381"/>
                      </a:cubicBezTo>
                      <a:close/>
                      <a:moveTo>
                        <a:pt x="68" y="1785"/>
                      </a:moveTo>
                      <a:cubicBezTo>
                        <a:pt x="36" y="1785"/>
                        <a:pt x="1" y="1811"/>
                        <a:pt x="1" y="1867"/>
                      </a:cubicBezTo>
                      <a:cubicBezTo>
                        <a:pt x="46" y="4227"/>
                        <a:pt x="76" y="6587"/>
                        <a:pt x="46" y="8962"/>
                      </a:cubicBezTo>
                      <a:cubicBezTo>
                        <a:pt x="46" y="9604"/>
                        <a:pt x="31" y="10276"/>
                        <a:pt x="31" y="10918"/>
                      </a:cubicBezTo>
                      <a:cubicBezTo>
                        <a:pt x="31" y="10950"/>
                        <a:pt x="64" y="10969"/>
                        <a:pt x="100" y="10969"/>
                      </a:cubicBezTo>
                      <a:cubicBezTo>
                        <a:pt x="132" y="10969"/>
                        <a:pt x="166" y="10954"/>
                        <a:pt x="180" y="10918"/>
                      </a:cubicBezTo>
                      <a:cubicBezTo>
                        <a:pt x="225" y="8559"/>
                        <a:pt x="225" y="6214"/>
                        <a:pt x="180" y="3854"/>
                      </a:cubicBezTo>
                      <a:cubicBezTo>
                        <a:pt x="180" y="3182"/>
                        <a:pt x="150" y="2510"/>
                        <a:pt x="120" y="1837"/>
                      </a:cubicBezTo>
                      <a:cubicBezTo>
                        <a:pt x="120" y="1803"/>
                        <a:pt x="95" y="1785"/>
                        <a:pt x="68" y="1785"/>
                      </a:cubicBezTo>
                      <a:close/>
                      <a:moveTo>
                        <a:pt x="1241" y="10829"/>
                      </a:moveTo>
                      <a:cubicBezTo>
                        <a:pt x="1226" y="10829"/>
                        <a:pt x="1166" y="10844"/>
                        <a:pt x="1166" y="10874"/>
                      </a:cubicBezTo>
                      <a:cubicBezTo>
                        <a:pt x="1166" y="10904"/>
                        <a:pt x="1196" y="10948"/>
                        <a:pt x="1226" y="10948"/>
                      </a:cubicBezTo>
                      <a:cubicBezTo>
                        <a:pt x="1390" y="10948"/>
                        <a:pt x="1599" y="10978"/>
                        <a:pt x="1793" y="10978"/>
                      </a:cubicBezTo>
                      <a:lnTo>
                        <a:pt x="2017" y="10978"/>
                      </a:lnTo>
                      <a:cubicBezTo>
                        <a:pt x="2047" y="10978"/>
                        <a:pt x="2092" y="10948"/>
                        <a:pt x="2092" y="10918"/>
                      </a:cubicBezTo>
                      <a:cubicBezTo>
                        <a:pt x="2092" y="10904"/>
                        <a:pt x="2062" y="10844"/>
                        <a:pt x="2047" y="10844"/>
                      </a:cubicBezTo>
                      <a:cubicBezTo>
                        <a:pt x="1943" y="10844"/>
                        <a:pt x="1838" y="10844"/>
                        <a:pt x="1763" y="10829"/>
                      </a:cubicBezTo>
                      <a:lnTo>
                        <a:pt x="1719" y="10829"/>
                      </a:lnTo>
                      <a:cubicBezTo>
                        <a:pt x="1644" y="10829"/>
                        <a:pt x="1644" y="10829"/>
                        <a:pt x="1644" y="10844"/>
                      </a:cubicBezTo>
                      <a:cubicBezTo>
                        <a:pt x="1524" y="10844"/>
                        <a:pt x="1375" y="10844"/>
                        <a:pt x="1241" y="10829"/>
                      </a:cubicBezTo>
                      <a:close/>
                      <a:moveTo>
                        <a:pt x="1674" y="11292"/>
                      </a:moveTo>
                      <a:cubicBezTo>
                        <a:pt x="1644" y="11292"/>
                        <a:pt x="1599" y="11322"/>
                        <a:pt x="1599" y="11352"/>
                      </a:cubicBezTo>
                      <a:cubicBezTo>
                        <a:pt x="1569" y="11367"/>
                        <a:pt x="1614" y="11426"/>
                        <a:pt x="1644" y="11426"/>
                      </a:cubicBezTo>
                      <a:cubicBezTo>
                        <a:pt x="1748" y="11426"/>
                        <a:pt x="1838" y="11426"/>
                        <a:pt x="1913" y="11441"/>
                      </a:cubicBezTo>
                      <a:lnTo>
                        <a:pt x="1972" y="11441"/>
                      </a:lnTo>
                      <a:cubicBezTo>
                        <a:pt x="1987" y="11441"/>
                        <a:pt x="2047" y="11426"/>
                        <a:pt x="2047" y="11396"/>
                      </a:cubicBezTo>
                      <a:cubicBezTo>
                        <a:pt x="2047" y="11367"/>
                        <a:pt x="2017" y="11322"/>
                        <a:pt x="1987" y="11322"/>
                      </a:cubicBezTo>
                      <a:cubicBezTo>
                        <a:pt x="1898" y="11322"/>
                        <a:pt x="1793" y="11322"/>
                        <a:pt x="1719" y="11292"/>
                      </a:cubicBezTo>
                      <a:close/>
                      <a:moveTo>
                        <a:pt x="1644" y="11740"/>
                      </a:moveTo>
                      <a:cubicBezTo>
                        <a:pt x="1614" y="11740"/>
                        <a:pt x="1569" y="11770"/>
                        <a:pt x="1569" y="11800"/>
                      </a:cubicBezTo>
                      <a:cubicBezTo>
                        <a:pt x="1539" y="11815"/>
                        <a:pt x="1569" y="11874"/>
                        <a:pt x="1614" y="11874"/>
                      </a:cubicBezTo>
                      <a:cubicBezTo>
                        <a:pt x="1719" y="11874"/>
                        <a:pt x="1823" y="11874"/>
                        <a:pt x="1898" y="11889"/>
                      </a:cubicBezTo>
                      <a:lnTo>
                        <a:pt x="1943" y="11889"/>
                      </a:lnTo>
                      <a:cubicBezTo>
                        <a:pt x="1972" y="11889"/>
                        <a:pt x="2017" y="11874"/>
                        <a:pt x="2017" y="11845"/>
                      </a:cubicBezTo>
                      <a:cubicBezTo>
                        <a:pt x="2017" y="11815"/>
                        <a:pt x="1987" y="11770"/>
                        <a:pt x="1972" y="11770"/>
                      </a:cubicBezTo>
                      <a:cubicBezTo>
                        <a:pt x="1868" y="11770"/>
                        <a:pt x="1763" y="11770"/>
                        <a:pt x="1689" y="11740"/>
                      </a:cubicBezTo>
                      <a:close/>
                      <a:moveTo>
                        <a:pt x="1614" y="12188"/>
                      </a:moveTo>
                      <a:cubicBezTo>
                        <a:pt x="1599" y="12188"/>
                        <a:pt x="1539" y="12218"/>
                        <a:pt x="1539" y="12248"/>
                      </a:cubicBezTo>
                      <a:cubicBezTo>
                        <a:pt x="1539" y="12263"/>
                        <a:pt x="1569" y="12322"/>
                        <a:pt x="1599" y="12322"/>
                      </a:cubicBezTo>
                      <a:cubicBezTo>
                        <a:pt x="1689" y="12322"/>
                        <a:pt x="1793" y="12322"/>
                        <a:pt x="1868" y="12337"/>
                      </a:cubicBezTo>
                      <a:lnTo>
                        <a:pt x="1913" y="12337"/>
                      </a:lnTo>
                      <a:cubicBezTo>
                        <a:pt x="1943" y="12337"/>
                        <a:pt x="1987" y="12322"/>
                        <a:pt x="1987" y="12293"/>
                      </a:cubicBezTo>
                      <a:cubicBezTo>
                        <a:pt x="1987" y="12263"/>
                        <a:pt x="1972" y="12218"/>
                        <a:pt x="1943" y="12218"/>
                      </a:cubicBezTo>
                      <a:cubicBezTo>
                        <a:pt x="1838" y="12218"/>
                        <a:pt x="1748" y="12218"/>
                        <a:pt x="1674" y="12188"/>
                      </a:cubicBezTo>
                      <a:close/>
                      <a:moveTo>
                        <a:pt x="1599" y="12636"/>
                      </a:moveTo>
                      <a:cubicBezTo>
                        <a:pt x="1569" y="12636"/>
                        <a:pt x="1524" y="12666"/>
                        <a:pt x="1524" y="12696"/>
                      </a:cubicBezTo>
                      <a:cubicBezTo>
                        <a:pt x="1524" y="12741"/>
                        <a:pt x="1539" y="12771"/>
                        <a:pt x="1569" y="12771"/>
                      </a:cubicBezTo>
                      <a:cubicBezTo>
                        <a:pt x="1674" y="12771"/>
                        <a:pt x="1763" y="12771"/>
                        <a:pt x="1838" y="12785"/>
                      </a:cubicBezTo>
                      <a:lnTo>
                        <a:pt x="1898" y="12785"/>
                      </a:lnTo>
                      <a:cubicBezTo>
                        <a:pt x="1913" y="12785"/>
                        <a:pt x="1972" y="12771"/>
                        <a:pt x="1972" y="12741"/>
                      </a:cubicBezTo>
                      <a:cubicBezTo>
                        <a:pt x="1972" y="12711"/>
                        <a:pt x="1943" y="12666"/>
                        <a:pt x="1913" y="12666"/>
                      </a:cubicBezTo>
                      <a:cubicBezTo>
                        <a:pt x="1823" y="12666"/>
                        <a:pt x="1719" y="12666"/>
                        <a:pt x="1644" y="126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6" name="Google Shape;1076;p60"/>
              <p:cNvGrpSpPr/>
              <p:nvPr/>
            </p:nvGrpSpPr>
            <p:grpSpPr>
              <a:xfrm>
                <a:off x="-104239" y="567070"/>
                <a:ext cx="657299" cy="803813"/>
                <a:chOff x="-6" y="0"/>
                <a:chExt cx="971904" cy="1188545"/>
              </a:xfrm>
            </p:grpSpPr>
            <p:sp>
              <p:nvSpPr>
                <p:cNvPr id="1077" name="Google Shape;1077;p60"/>
                <p:cNvSpPr/>
                <p:nvPr/>
              </p:nvSpPr>
              <p:spPr>
                <a:xfrm rot="-687241">
                  <a:off x="61450" y="472566"/>
                  <a:ext cx="519660" cy="671064"/>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60"/>
                <p:cNvSpPr/>
                <p:nvPr/>
              </p:nvSpPr>
              <p:spPr>
                <a:xfrm>
                  <a:off x="545818" y="0"/>
                  <a:ext cx="426080" cy="697826"/>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79" name="Google Shape;1079;p60"/>
            <p:cNvGrpSpPr/>
            <p:nvPr/>
          </p:nvGrpSpPr>
          <p:grpSpPr>
            <a:xfrm flipH="1" rot="5528887">
              <a:off x="7825190" y="-533235"/>
              <a:ext cx="1608009" cy="1876534"/>
              <a:chOff x="2342300" y="-1710275"/>
              <a:chExt cx="230400" cy="268875"/>
            </a:xfrm>
          </p:grpSpPr>
          <p:sp>
            <p:nvSpPr>
              <p:cNvPr id="1080" name="Google Shape;1080;p60"/>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60"/>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60"/>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60"/>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4" name="Google Shape;1084;p60"/>
            <p:cNvGrpSpPr/>
            <p:nvPr/>
          </p:nvGrpSpPr>
          <p:grpSpPr>
            <a:xfrm rot="6846943">
              <a:off x="7201740" y="2434506"/>
              <a:ext cx="2078724" cy="339602"/>
              <a:chOff x="-2497825" y="2229500"/>
              <a:chExt cx="368200" cy="60150"/>
            </a:xfrm>
          </p:grpSpPr>
          <p:sp>
            <p:nvSpPr>
              <p:cNvPr id="1085" name="Google Shape;1085;p60"/>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60"/>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60"/>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60"/>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60"/>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60"/>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60"/>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60"/>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60"/>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60"/>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60"/>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60"/>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60"/>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60"/>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60"/>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60"/>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60"/>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60"/>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60"/>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60"/>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05" name="Shape 1105"/>
        <p:cNvGrpSpPr/>
        <p:nvPr/>
      </p:nvGrpSpPr>
      <p:grpSpPr>
        <a:xfrm>
          <a:off x="0" y="0"/>
          <a:ext cx="0" cy="0"/>
          <a:chOff x="0" y="0"/>
          <a:chExt cx="0" cy="0"/>
        </a:xfrm>
      </p:grpSpPr>
      <p:grpSp>
        <p:nvGrpSpPr>
          <p:cNvPr id="1106" name="Google Shape;1106;p61"/>
          <p:cNvGrpSpPr/>
          <p:nvPr/>
        </p:nvGrpSpPr>
        <p:grpSpPr>
          <a:xfrm>
            <a:off x="-65" y="-15"/>
            <a:ext cx="9144128" cy="5143530"/>
            <a:chOff x="-2163850" y="-134475"/>
            <a:chExt cx="3075000" cy="5336719"/>
          </a:xfrm>
        </p:grpSpPr>
        <p:cxnSp>
          <p:nvCxnSpPr>
            <p:cNvPr id="1107" name="Google Shape;1107;p61"/>
            <p:cNvCxnSpPr/>
            <p:nvPr/>
          </p:nvCxnSpPr>
          <p:spPr>
            <a:xfrm>
              <a:off x="-2163850" y="306755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08" name="Google Shape;1108;p61"/>
            <p:cNvCxnSpPr/>
            <p:nvPr/>
          </p:nvCxnSpPr>
          <p:spPr>
            <a:xfrm>
              <a:off x="-2163850" y="342333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09" name="Google Shape;1109;p61"/>
            <p:cNvCxnSpPr/>
            <p:nvPr/>
          </p:nvCxnSpPr>
          <p:spPr>
            <a:xfrm>
              <a:off x="-2163850" y="377911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0" name="Google Shape;1110;p61"/>
            <p:cNvCxnSpPr/>
            <p:nvPr/>
          </p:nvCxnSpPr>
          <p:spPr>
            <a:xfrm>
              <a:off x="-2163850" y="200021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1" name="Google Shape;1111;p61"/>
            <p:cNvCxnSpPr/>
            <p:nvPr/>
          </p:nvCxnSpPr>
          <p:spPr>
            <a:xfrm>
              <a:off x="-2163850" y="235599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2" name="Google Shape;1112;p61"/>
            <p:cNvCxnSpPr/>
            <p:nvPr/>
          </p:nvCxnSpPr>
          <p:spPr>
            <a:xfrm>
              <a:off x="-2163850" y="27117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3" name="Google Shape;1113;p61"/>
            <p:cNvCxnSpPr/>
            <p:nvPr/>
          </p:nvCxnSpPr>
          <p:spPr>
            <a:xfrm>
              <a:off x="-2163850" y="932869"/>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4" name="Google Shape;1114;p61"/>
            <p:cNvCxnSpPr/>
            <p:nvPr/>
          </p:nvCxnSpPr>
          <p:spPr>
            <a:xfrm>
              <a:off x="-2163850" y="128865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5" name="Google Shape;1115;p61"/>
            <p:cNvCxnSpPr/>
            <p:nvPr/>
          </p:nvCxnSpPr>
          <p:spPr>
            <a:xfrm>
              <a:off x="-2163850" y="1644431"/>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6" name="Google Shape;1116;p61"/>
            <p:cNvCxnSpPr/>
            <p:nvPr/>
          </p:nvCxnSpPr>
          <p:spPr>
            <a:xfrm>
              <a:off x="-2163850" y="-134475"/>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7" name="Google Shape;1117;p61"/>
            <p:cNvCxnSpPr/>
            <p:nvPr/>
          </p:nvCxnSpPr>
          <p:spPr>
            <a:xfrm>
              <a:off x="-2163850" y="221306"/>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8" name="Google Shape;1118;p61"/>
            <p:cNvCxnSpPr/>
            <p:nvPr/>
          </p:nvCxnSpPr>
          <p:spPr>
            <a:xfrm>
              <a:off x="-2163850" y="577088"/>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19" name="Google Shape;1119;p61"/>
            <p:cNvCxnSpPr/>
            <p:nvPr/>
          </p:nvCxnSpPr>
          <p:spPr>
            <a:xfrm>
              <a:off x="-2163850" y="4846463"/>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20" name="Google Shape;1120;p61"/>
            <p:cNvCxnSpPr/>
            <p:nvPr/>
          </p:nvCxnSpPr>
          <p:spPr>
            <a:xfrm>
              <a:off x="-2163850" y="5202244"/>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21" name="Google Shape;1121;p61"/>
            <p:cNvCxnSpPr/>
            <p:nvPr/>
          </p:nvCxnSpPr>
          <p:spPr>
            <a:xfrm>
              <a:off x="-2163850" y="4134900"/>
              <a:ext cx="3075000" cy="0"/>
            </a:xfrm>
            <a:prstGeom prst="straightConnector1">
              <a:avLst/>
            </a:prstGeom>
            <a:noFill/>
            <a:ln cap="flat" cmpd="sng" w="9525">
              <a:solidFill>
                <a:schemeClr val="accent4"/>
              </a:solidFill>
              <a:prstDash val="solid"/>
              <a:round/>
              <a:headEnd len="sm" w="sm" type="none"/>
              <a:tailEnd len="sm" w="sm" type="none"/>
            </a:ln>
          </p:spPr>
        </p:cxnSp>
        <p:cxnSp>
          <p:nvCxnSpPr>
            <p:cNvPr id="1122" name="Google Shape;1122;p61"/>
            <p:cNvCxnSpPr/>
            <p:nvPr/>
          </p:nvCxnSpPr>
          <p:spPr>
            <a:xfrm>
              <a:off x="-2163850" y="4490681"/>
              <a:ext cx="3075000" cy="0"/>
            </a:xfrm>
            <a:prstGeom prst="straightConnector1">
              <a:avLst/>
            </a:prstGeom>
            <a:noFill/>
            <a:ln cap="flat" cmpd="sng" w="9525">
              <a:solidFill>
                <a:schemeClr val="accent4"/>
              </a:solidFill>
              <a:prstDash val="solid"/>
              <a:round/>
              <a:headEnd len="sm" w="sm" type="none"/>
              <a:tailEnd len="sm" w="sm" type="none"/>
            </a:ln>
          </p:spPr>
        </p:cxnSp>
      </p:grpSp>
      <p:grpSp>
        <p:nvGrpSpPr>
          <p:cNvPr id="1123" name="Google Shape;1123;p61"/>
          <p:cNvGrpSpPr/>
          <p:nvPr/>
        </p:nvGrpSpPr>
        <p:grpSpPr>
          <a:xfrm>
            <a:off x="-126625" y="-185624"/>
            <a:ext cx="10495415" cy="6136574"/>
            <a:chOff x="-126625" y="-185624"/>
            <a:chExt cx="10495415" cy="6136574"/>
          </a:xfrm>
        </p:grpSpPr>
        <p:grpSp>
          <p:nvGrpSpPr>
            <p:cNvPr id="1124" name="Google Shape;1124;p61"/>
            <p:cNvGrpSpPr/>
            <p:nvPr/>
          </p:nvGrpSpPr>
          <p:grpSpPr>
            <a:xfrm rot="-4898944">
              <a:off x="7972722" y="2482032"/>
              <a:ext cx="1723928" cy="281637"/>
              <a:chOff x="-2497825" y="2229500"/>
              <a:chExt cx="368200" cy="60150"/>
            </a:xfrm>
          </p:grpSpPr>
          <p:sp>
            <p:nvSpPr>
              <p:cNvPr id="1125" name="Google Shape;1125;p61"/>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61"/>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61"/>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61"/>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61"/>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61"/>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61"/>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61"/>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61"/>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61"/>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61"/>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61"/>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61"/>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61"/>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61"/>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61"/>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61"/>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61"/>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61"/>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61"/>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5" name="Google Shape;1145;p61"/>
            <p:cNvGrpSpPr/>
            <p:nvPr/>
          </p:nvGrpSpPr>
          <p:grpSpPr>
            <a:xfrm>
              <a:off x="-126625" y="-185624"/>
              <a:ext cx="670229" cy="756100"/>
              <a:chOff x="8430775" y="445026"/>
              <a:chExt cx="670229" cy="756100"/>
            </a:xfrm>
          </p:grpSpPr>
          <p:sp>
            <p:nvSpPr>
              <p:cNvPr id="1146" name="Google Shape;1146;p61"/>
              <p:cNvSpPr/>
              <p:nvPr/>
            </p:nvSpPr>
            <p:spPr>
              <a:xfrm>
                <a:off x="8430775" y="767225"/>
                <a:ext cx="336005" cy="433901"/>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61"/>
              <p:cNvSpPr/>
              <p:nvPr/>
            </p:nvSpPr>
            <p:spPr>
              <a:xfrm>
                <a:off x="8825506" y="445026"/>
                <a:ext cx="275498" cy="451206"/>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8" name="Google Shape;1148;p61"/>
            <p:cNvGrpSpPr/>
            <p:nvPr/>
          </p:nvGrpSpPr>
          <p:grpSpPr>
            <a:xfrm rot="-160184">
              <a:off x="7919042" y="3633145"/>
              <a:ext cx="2398342" cy="2263177"/>
              <a:chOff x="-1350000" y="1170375"/>
              <a:chExt cx="441375" cy="416500"/>
            </a:xfrm>
          </p:grpSpPr>
          <p:sp>
            <p:nvSpPr>
              <p:cNvPr id="1149" name="Google Shape;1149;p61"/>
              <p:cNvSpPr/>
              <p:nvPr/>
            </p:nvSpPr>
            <p:spPr>
              <a:xfrm>
                <a:off x="-1246950" y="1171075"/>
                <a:ext cx="138175" cy="415400"/>
              </a:xfrm>
              <a:custGeom>
                <a:rect b="b" l="l" r="r" t="t"/>
                <a:pathLst>
                  <a:path extrusionOk="0" h="16616" w="5527">
                    <a:moveTo>
                      <a:pt x="4366" y="0"/>
                    </a:moveTo>
                    <a:cubicBezTo>
                      <a:pt x="4116" y="0"/>
                      <a:pt x="3784" y="13"/>
                      <a:pt x="3764" y="93"/>
                    </a:cubicBezTo>
                    <a:cubicBezTo>
                      <a:pt x="2301" y="5530"/>
                      <a:pt x="1524" y="11131"/>
                      <a:pt x="15" y="16552"/>
                    </a:cubicBezTo>
                    <a:cubicBezTo>
                      <a:pt x="0" y="16597"/>
                      <a:pt x="807" y="16612"/>
                      <a:pt x="882" y="16612"/>
                    </a:cubicBezTo>
                    <a:cubicBezTo>
                      <a:pt x="916" y="16612"/>
                      <a:pt x="1021" y="16616"/>
                      <a:pt x="1146" y="16616"/>
                    </a:cubicBezTo>
                    <a:cubicBezTo>
                      <a:pt x="1396" y="16616"/>
                      <a:pt x="1728" y="16602"/>
                      <a:pt x="1748" y="16523"/>
                    </a:cubicBezTo>
                    <a:cubicBezTo>
                      <a:pt x="3271" y="11101"/>
                      <a:pt x="4033" y="5500"/>
                      <a:pt x="5497" y="63"/>
                    </a:cubicBezTo>
                    <a:cubicBezTo>
                      <a:pt x="5527" y="18"/>
                      <a:pt x="4705" y="4"/>
                      <a:pt x="4631" y="4"/>
                    </a:cubicBezTo>
                    <a:cubicBezTo>
                      <a:pt x="4596" y="4"/>
                      <a:pt x="4491" y="0"/>
                      <a:pt x="436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61"/>
              <p:cNvSpPr/>
              <p:nvPr/>
            </p:nvSpPr>
            <p:spPr>
              <a:xfrm>
                <a:off x="-1147875" y="1170375"/>
                <a:ext cx="120875" cy="416500"/>
              </a:xfrm>
              <a:custGeom>
                <a:rect b="b" l="l" r="r" t="t"/>
                <a:pathLst>
                  <a:path extrusionOk="0" h="16660" w="4835">
                    <a:moveTo>
                      <a:pt x="1319" y="1"/>
                    </a:moveTo>
                    <a:cubicBezTo>
                      <a:pt x="803" y="1"/>
                      <a:pt x="0" y="96"/>
                      <a:pt x="10" y="106"/>
                    </a:cubicBezTo>
                    <a:cubicBezTo>
                      <a:pt x="951" y="5618"/>
                      <a:pt x="1982" y="11099"/>
                      <a:pt x="3102" y="16580"/>
                    </a:cubicBezTo>
                    <a:cubicBezTo>
                      <a:pt x="3111" y="16639"/>
                      <a:pt x="3273" y="16660"/>
                      <a:pt x="3495" y="16660"/>
                    </a:cubicBezTo>
                    <a:cubicBezTo>
                      <a:pt x="4006" y="16660"/>
                      <a:pt x="4835" y="16551"/>
                      <a:pt x="4835" y="16551"/>
                    </a:cubicBezTo>
                    <a:cubicBezTo>
                      <a:pt x="3714" y="11069"/>
                      <a:pt x="2684" y="5588"/>
                      <a:pt x="1743" y="76"/>
                    </a:cubicBezTo>
                    <a:cubicBezTo>
                      <a:pt x="1729" y="20"/>
                      <a:pt x="1553" y="1"/>
                      <a:pt x="131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61"/>
              <p:cNvSpPr/>
              <p:nvPr/>
            </p:nvSpPr>
            <p:spPr>
              <a:xfrm>
                <a:off x="-1323125" y="1216700"/>
                <a:ext cx="380150" cy="269625"/>
              </a:xfrm>
              <a:custGeom>
                <a:rect b="b" l="l" r="r" t="t"/>
                <a:pathLst>
                  <a:path extrusionOk="0" h="10785" w="15206">
                    <a:moveTo>
                      <a:pt x="45" y="1"/>
                    </a:moveTo>
                    <a:lnTo>
                      <a:pt x="1" y="10784"/>
                    </a:lnTo>
                    <a:lnTo>
                      <a:pt x="15205" y="10516"/>
                    </a:lnTo>
                    <a:lnTo>
                      <a:pt x="14832" y="120"/>
                    </a:lnTo>
                    <a:lnTo>
                      <a:pt x="4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61"/>
              <p:cNvSpPr/>
              <p:nvPr/>
            </p:nvSpPr>
            <p:spPr>
              <a:xfrm>
                <a:off x="-1350000" y="1205125"/>
                <a:ext cx="441375" cy="296500"/>
              </a:xfrm>
              <a:custGeom>
                <a:rect b="b" l="l" r="r" t="t"/>
                <a:pathLst>
                  <a:path extrusionOk="0" h="11860" w="17655">
                    <a:moveTo>
                      <a:pt x="1583" y="927"/>
                    </a:moveTo>
                    <a:lnTo>
                      <a:pt x="15459" y="1046"/>
                    </a:lnTo>
                    <a:lnTo>
                      <a:pt x="15802" y="10471"/>
                    </a:lnTo>
                    <a:lnTo>
                      <a:pt x="1539" y="10605"/>
                    </a:lnTo>
                    <a:lnTo>
                      <a:pt x="1583" y="927"/>
                    </a:lnTo>
                    <a:close/>
                    <a:moveTo>
                      <a:pt x="657" y="1"/>
                    </a:moveTo>
                    <a:lnTo>
                      <a:pt x="613" y="10620"/>
                    </a:lnTo>
                    <a:lnTo>
                      <a:pt x="0" y="10620"/>
                    </a:lnTo>
                    <a:lnTo>
                      <a:pt x="0" y="11860"/>
                    </a:lnTo>
                    <a:lnTo>
                      <a:pt x="17654" y="11695"/>
                    </a:lnTo>
                    <a:lnTo>
                      <a:pt x="17639" y="10456"/>
                    </a:lnTo>
                    <a:lnTo>
                      <a:pt x="16728" y="10471"/>
                    </a:lnTo>
                    <a:lnTo>
                      <a:pt x="16355" y="135"/>
                    </a:lnTo>
                    <a:lnTo>
                      <a:pt x="65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61"/>
              <p:cNvSpPr/>
              <p:nvPr/>
            </p:nvSpPr>
            <p:spPr>
              <a:xfrm>
                <a:off x="-1350000" y="1196175"/>
                <a:ext cx="441375" cy="307225"/>
              </a:xfrm>
              <a:custGeom>
                <a:rect b="b" l="l" r="r" t="t"/>
                <a:pathLst>
                  <a:path extrusionOk="0" h="12289" w="17655">
                    <a:moveTo>
                      <a:pt x="8857" y="0"/>
                    </a:moveTo>
                    <a:cubicBezTo>
                      <a:pt x="8812" y="0"/>
                      <a:pt x="8797" y="30"/>
                      <a:pt x="8797" y="75"/>
                    </a:cubicBezTo>
                    <a:cubicBezTo>
                      <a:pt x="8782" y="165"/>
                      <a:pt x="8782" y="269"/>
                      <a:pt x="8767" y="389"/>
                    </a:cubicBezTo>
                    <a:cubicBezTo>
                      <a:pt x="8494" y="384"/>
                      <a:pt x="8220" y="382"/>
                      <a:pt x="7947" y="382"/>
                    </a:cubicBezTo>
                    <a:cubicBezTo>
                      <a:pt x="7400" y="382"/>
                      <a:pt x="6856" y="389"/>
                      <a:pt x="6318" y="389"/>
                    </a:cubicBezTo>
                    <a:cubicBezTo>
                      <a:pt x="6228" y="389"/>
                      <a:pt x="6228" y="508"/>
                      <a:pt x="6318" y="508"/>
                    </a:cubicBezTo>
                    <a:cubicBezTo>
                      <a:pt x="6807" y="502"/>
                      <a:pt x="7295" y="498"/>
                      <a:pt x="7785" y="498"/>
                    </a:cubicBezTo>
                    <a:cubicBezTo>
                      <a:pt x="8478" y="498"/>
                      <a:pt x="9173" y="505"/>
                      <a:pt x="9873" y="523"/>
                    </a:cubicBezTo>
                    <a:cubicBezTo>
                      <a:pt x="9947" y="523"/>
                      <a:pt x="9947" y="403"/>
                      <a:pt x="9873" y="403"/>
                    </a:cubicBezTo>
                    <a:cubicBezTo>
                      <a:pt x="9544" y="389"/>
                      <a:pt x="9216" y="389"/>
                      <a:pt x="8887" y="389"/>
                    </a:cubicBezTo>
                    <a:cubicBezTo>
                      <a:pt x="8902" y="284"/>
                      <a:pt x="8902" y="179"/>
                      <a:pt x="8917" y="75"/>
                    </a:cubicBezTo>
                    <a:cubicBezTo>
                      <a:pt x="8917" y="30"/>
                      <a:pt x="8887" y="0"/>
                      <a:pt x="8857" y="0"/>
                    </a:cubicBezTo>
                    <a:close/>
                    <a:moveTo>
                      <a:pt x="11172" y="448"/>
                    </a:moveTo>
                    <a:cubicBezTo>
                      <a:pt x="11328" y="592"/>
                      <a:pt x="11530" y="678"/>
                      <a:pt x="11748" y="678"/>
                    </a:cubicBezTo>
                    <a:cubicBezTo>
                      <a:pt x="11779" y="678"/>
                      <a:pt x="11812" y="676"/>
                      <a:pt x="11844" y="672"/>
                    </a:cubicBezTo>
                    <a:cubicBezTo>
                      <a:pt x="12023" y="642"/>
                      <a:pt x="12188" y="568"/>
                      <a:pt x="12307" y="463"/>
                    </a:cubicBezTo>
                    <a:lnTo>
                      <a:pt x="12113" y="448"/>
                    </a:lnTo>
                    <a:cubicBezTo>
                      <a:pt x="12038" y="508"/>
                      <a:pt x="11949" y="538"/>
                      <a:pt x="11844" y="553"/>
                    </a:cubicBezTo>
                    <a:cubicBezTo>
                      <a:pt x="11818" y="555"/>
                      <a:pt x="11791" y="557"/>
                      <a:pt x="11764" y="557"/>
                    </a:cubicBezTo>
                    <a:cubicBezTo>
                      <a:pt x="11627" y="557"/>
                      <a:pt x="11494" y="523"/>
                      <a:pt x="11381" y="448"/>
                    </a:cubicBezTo>
                    <a:close/>
                    <a:moveTo>
                      <a:pt x="1733" y="359"/>
                    </a:moveTo>
                    <a:cubicBezTo>
                      <a:pt x="2102" y="629"/>
                      <a:pt x="2542" y="748"/>
                      <a:pt x="2986" y="748"/>
                    </a:cubicBezTo>
                    <a:cubicBezTo>
                      <a:pt x="3081" y="748"/>
                      <a:pt x="3176" y="743"/>
                      <a:pt x="3271" y="732"/>
                    </a:cubicBezTo>
                    <a:cubicBezTo>
                      <a:pt x="3719" y="702"/>
                      <a:pt x="4137" y="568"/>
                      <a:pt x="4556" y="389"/>
                    </a:cubicBezTo>
                    <a:lnTo>
                      <a:pt x="4227" y="389"/>
                    </a:lnTo>
                    <a:cubicBezTo>
                      <a:pt x="3928" y="493"/>
                      <a:pt x="3630" y="583"/>
                      <a:pt x="3301" y="613"/>
                    </a:cubicBezTo>
                    <a:cubicBezTo>
                      <a:pt x="3211" y="622"/>
                      <a:pt x="3121" y="626"/>
                      <a:pt x="3029" y="626"/>
                    </a:cubicBezTo>
                    <a:cubicBezTo>
                      <a:pt x="2665" y="626"/>
                      <a:pt x="2294" y="550"/>
                      <a:pt x="1972" y="359"/>
                    </a:cubicBezTo>
                    <a:close/>
                    <a:moveTo>
                      <a:pt x="10590" y="448"/>
                    </a:moveTo>
                    <a:cubicBezTo>
                      <a:pt x="10814" y="657"/>
                      <a:pt x="11083" y="822"/>
                      <a:pt x="11381" y="926"/>
                    </a:cubicBezTo>
                    <a:cubicBezTo>
                      <a:pt x="11642" y="1020"/>
                      <a:pt x="11932" y="1085"/>
                      <a:pt x="12215" y="1085"/>
                    </a:cubicBezTo>
                    <a:cubicBezTo>
                      <a:pt x="12338" y="1085"/>
                      <a:pt x="12459" y="1073"/>
                      <a:pt x="12576" y="1046"/>
                    </a:cubicBezTo>
                    <a:cubicBezTo>
                      <a:pt x="12800" y="1001"/>
                      <a:pt x="12964" y="867"/>
                      <a:pt x="13129" y="732"/>
                    </a:cubicBezTo>
                    <a:cubicBezTo>
                      <a:pt x="13323" y="598"/>
                      <a:pt x="13517" y="523"/>
                      <a:pt x="13741" y="508"/>
                    </a:cubicBezTo>
                    <a:cubicBezTo>
                      <a:pt x="13786" y="505"/>
                      <a:pt x="13831" y="504"/>
                      <a:pt x="13875" y="504"/>
                    </a:cubicBezTo>
                    <a:cubicBezTo>
                      <a:pt x="14054" y="504"/>
                      <a:pt x="14231" y="523"/>
                      <a:pt x="14398" y="523"/>
                    </a:cubicBezTo>
                    <a:cubicBezTo>
                      <a:pt x="14462" y="527"/>
                      <a:pt x="14524" y="529"/>
                      <a:pt x="14586" y="529"/>
                    </a:cubicBezTo>
                    <a:cubicBezTo>
                      <a:pt x="14772" y="529"/>
                      <a:pt x="14951" y="512"/>
                      <a:pt x="15130" y="478"/>
                    </a:cubicBezTo>
                    <a:lnTo>
                      <a:pt x="15160" y="478"/>
                    </a:lnTo>
                    <a:lnTo>
                      <a:pt x="13353" y="463"/>
                    </a:lnTo>
                    <a:cubicBezTo>
                      <a:pt x="13174" y="538"/>
                      <a:pt x="13024" y="672"/>
                      <a:pt x="12875" y="792"/>
                    </a:cubicBezTo>
                    <a:cubicBezTo>
                      <a:pt x="12684" y="919"/>
                      <a:pt x="12458" y="966"/>
                      <a:pt x="12229" y="966"/>
                    </a:cubicBezTo>
                    <a:cubicBezTo>
                      <a:pt x="12028" y="966"/>
                      <a:pt x="11823" y="930"/>
                      <a:pt x="11635" y="881"/>
                    </a:cubicBezTo>
                    <a:cubicBezTo>
                      <a:pt x="11336" y="792"/>
                      <a:pt x="11038" y="642"/>
                      <a:pt x="10799" y="448"/>
                    </a:cubicBezTo>
                    <a:close/>
                    <a:moveTo>
                      <a:pt x="8370" y="739"/>
                    </a:moveTo>
                    <a:cubicBezTo>
                      <a:pt x="8329" y="739"/>
                      <a:pt x="8287" y="742"/>
                      <a:pt x="8245" y="747"/>
                    </a:cubicBezTo>
                    <a:cubicBezTo>
                      <a:pt x="7991" y="747"/>
                      <a:pt x="7752" y="822"/>
                      <a:pt x="7513" y="867"/>
                    </a:cubicBezTo>
                    <a:cubicBezTo>
                      <a:pt x="7307" y="912"/>
                      <a:pt x="7102" y="932"/>
                      <a:pt x="6890" y="932"/>
                    </a:cubicBezTo>
                    <a:cubicBezTo>
                      <a:pt x="6825" y="932"/>
                      <a:pt x="6758" y="930"/>
                      <a:pt x="6691" y="926"/>
                    </a:cubicBezTo>
                    <a:cubicBezTo>
                      <a:pt x="6423" y="911"/>
                      <a:pt x="6139" y="867"/>
                      <a:pt x="5870" y="852"/>
                    </a:cubicBezTo>
                    <a:cubicBezTo>
                      <a:pt x="5785" y="847"/>
                      <a:pt x="5701" y="843"/>
                      <a:pt x="5616" y="843"/>
                    </a:cubicBezTo>
                    <a:cubicBezTo>
                      <a:pt x="5447" y="843"/>
                      <a:pt x="5277" y="857"/>
                      <a:pt x="5108" y="896"/>
                    </a:cubicBezTo>
                    <a:cubicBezTo>
                      <a:pt x="4705" y="971"/>
                      <a:pt x="4317" y="1135"/>
                      <a:pt x="3943" y="1315"/>
                    </a:cubicBezTo>
                    <a:lnTo>
                      <a:pt x="4227" y="1315"/>
                    </a:lnTo>
                    <a:cubicBezTo>
                      <a:pt x="4481" y="1210"/>
                      <a:pt x="4720" y="1105"/>
                      <a:pt x="4974" y="1046"/>
                    </a:cubicBezTo>
                    <a:cubicBezTo>
                      <a:pt x="5228" y="986"/>
                      <a:pt x="5497" y="956"/>
                      <a:pt x="5750" y="956"/>
                    </a:cubicBezTo>
                    <a:cubicBezTo>
                      <a:pt x="6004" y="971"/>
                      <a:pt x="6273" y="1016"/>
                      <a:pt x="6527" y="1046"/>
                    </a:cubicBezTo>
                    <a:cubicBezTo>
                      <a:pt x="6654" y="1053"/>
                      <a:pt x="6777" y="1061"/>
                      <a:pt x="6900" y="1061"/>
                    </a:cubicBezTo>
                    <a:cubicBezTo>
                      <a:pt x="7024" y="1061"/>
                      <a:pt x="7147" y="1053"/>
                      <a:pt x="7274" y="1031"/>
                    </a:cubicBezTo>
                    <a:cubicBezTo>
                      <a:pt x="7528" y="1001"/>
                      <a:pt x="7767" y="926"/>
                      <a:pt x="8036" y="881"/>
                    </a:cubicBezTo>
                    <a:cubicBezTo>
                      <a:pt x="8123" y="871"/>
                      <a:pt x="8211" y="864"/>
                      <a:pt x="8298" y="864"/>
                    </a:cubicBezTo>
                    <a:cubicBezTo>
                      <a:pt x="8450" y="864"/>
                      <a:pt x="8601" y="884"/>
                      <a:pt x="8753" y="941"/>
                    </a:cubicBezTo>
                    <a:cubicBezTo>
                      <a:pt x="8962" y="1016"/>
                      <a:pt x="9141" y="1150"/>
                      <a:pt x="9335" y="1270"/>
                    </a:cubicBezTo>
                    <a:cubicBezTo>
                      <a:pt x="9380" y="1300"/>
                      <a:pt x="9425" y="1330"/>
                      <a:pt x="9469" y="1359"/>
                    </a:cubicBezTo>
                    <a:lnTo>
                      <a:pt x="9783" y="1359"/>
                    </a:lnTo>
                    <a:cubicBezTo>
                      <a:pt x="9679" y="1330"/>
                      <a:pt x="9589" y="1270"/>
                      <a:pt x="9484" y="1225"/>
                    </a:cubicBezTo>
                    <a:cubicBezTo>
                      <a:pt x="9290" y="1105"/>
                      <a:pt x="9111" y="956"/>
                      <a:pt x="8902" y="867"/>
                    </a:cubicBezTo>
                    <a:cubicBezTo>
                      <a:pt x="8742" y="793"/>
                      <a:pt x="8562" y="739"/>
                      <a:pt x="8370" y="739"/>
                    </a:cubicBezTo>
                    <a:close/>
                    <a:moveTo>
                      <a:pt x="15817" y="493"/>
                    </a:moveTo>
                    <a:cubicBezTo>
                      <a:pt x="15653" y="628"/>
                      <a:pt x="15474" y="762"/>
                      <a:pt x="15279" y="881"/>
                    </a:cubicBezTo>
                    <a:cubicBezTo>
                      <a:pt x="15026" y="1031"/>
                      <a:pt x="14727" y="1061"/>
                      <a:pt x="14428" y="1120"/>
                    </a:cubicBezTo>
                    <a:cubicBezTo>
                      <a:pt x="14189" y="1165"/>
                      <a:pt x="13935" y="1225"/>
                      <a:pt x="13756" y="1389"/>
                    </a:cubicBezTo>
                    <a:lnTo>
                      <a:pt x="13950" y="1404"/>
                    </a:lnTo>
                    <a:cubicBezTo>
                      <a:pt x="14114" y="1300"/>
                      <a:pt x="14324" y="1255"/>
                      <a:pt x="14518" y="1225"/>
                    </a:cubicBezTo>
                    <a:cubicBezTo>
                      <a:pt x="14802" y="1180"/>
                      <a:pt x="15070" y="1135"/>
                      <a:pt x="15309" y="1001"/>
                    </a:cubicBezTo>
                    <a:cubicBezTo>
                      <a:pt x="15563" y="867"/>
                      <a:pt x="15772" y="672"/>
                      <a:pt x="15996" y="493"/>
                    </a:cubicBezTo>
                    <a:close/>
                    <a:moveTo>
                      <a:pt x="15643" y="1256"/>
                    </a:moveTo>
                    <a:cubicBezTo>
                      <a:pt x="15601" y="1256"/>
                      <a:pt x="15560" y="1285"/>
                      <a:pt x="15578" y="1330"/>
                    </a:cubicBezTo>
                    <a:cubicBezTo>
                      <a:pt x="15772" y="1822"/>
                      <a:pt x="15653" y="2345"/>
                      <a:pt x="15504" y="2838"/>
                    </a:cubicBezTo>
                    <a:lnTo>
                      <a:pt x="15518" y="3241"/>
                    </a:lnTo>
                    <a:cubicBezTo>
                      <a:pt x="15698" y="2599"/>
                      <a:pt x="15967" y="1957"/>
                      <a:pt x="15713" y="1300"/>
                    </a:cubicBezTo>
                    <a:cubicBezTo>
                      <a:pt x="15701" y="1270"/>
                      <a:pt x="15671" y="1256"/>
                      <a:pt x="15643" y="1256"/>
                    </a:cubicBezTo>
                    <a:close/>
                    <a:moveTo>
                      <a:pt x="642" y="3047"/>
                    </a:moveTo>
                    <a:lnTo>
                      <a:pt x="642" y="3226"/>
                    </a:lnTo>
                    <a:cubicBezTo>
                      <a:pt x="807" y="3421"/>
                      <a:pt x="881" y="3689"/>
                      <a:pt x="866" y="3943"/>
                    </a:cubicBezTo>
                    <a:cubicBezTo>
                      <a:pt x="851" y="4197"/>
                      <a:pt x="762" y="4406"/>
                      <a:pt x="642" y="4615"/>
                    </a:cubicBezTo>
                    <a:lnTo>
                      <a:pt x="642" y="4854"/>
                    </a:lnTo>
                    <a:cubicBezTo>
                      <a:pt x="822" y="4586"/>
                      <a:pt x="971" y="4272"/>
                      <a:pt x="986" y="3928"/>
                    </a:cubicBezTo>
                    <a:cubicBezTo>
                      <a:pt x="1001" y="3600"/>
                      <a:pt x="881" y="3256"/>
                      <a:pt x="642" y="3047"/>
                    </a:cubicBezTo>
                    <a:close/>
                    <a:moveTo>
                      <a:pt x="16400" y="1972"/>
                    </a:moveTo>
                    <a:cubicBezTo>
                      <a:pt x="16400" y="2002"/>
                      <a:pt x="16385" y="2046"/>
                      <a:pt x="16385" y="2076"/>
                    </a:cubicBezTo>
                    <a:cubicBezTo>
                      <a:pt x="16310" y="2420"/>
                      <a:pt x="16205" y="2719"/>
                      <a:pt x="16071" y="3032"/>
                    </a:cubicBezTo>
                    <a:cubicBezTo>
                      <a:pt x="15981" y="3316"/>
                      <a:pt x="15907" y="3570"/>
                      <a:pt x="15952" y="3869"/>
                    </a:cubicBezTo>
                    <a:cubicBezTo>
                      <a:pt x="15981" y="4108"/>
                      <a:pt x="16071" y="4347"/>
                      <a:pt x="16205" y="4541"/>
                    </a:cubicBezTo>
                    <a:cubicBezTo>
                      <a:pt x="16295" y="4660"/>
                      <a:pt x="16400" y="4780"/>
                      <a:pt x="16504" y="4854"/>
                    </a:cubicBezTo>
                    <a:lnTo>
                      <a:pt x="16504" y="4690"/>
                    </a:lnTo>
                    <a:cubicBezTo>
                      <a:pt x="16250" y="4466"/>
                      <a:pt x="16101" y="4137"/>
                      <a:pt x="16056" y="3809"/>
                    </a:cubicBezTo>
                    <a:cubicBezTo>
                      <a:pt x="16041" y="3525"/>
                      <a:pt x="16131" y="3271"/>
                      <a:pt x="16220" y="3002"/>
                    </a:cubicBezTo>
                    <a:cubicBezTo>
                      <a:pt x="16295" y="2823"/>
                      <a:pt x="16370" y="2644"/>
                      <a:pt x="16415" y="2450"/>
                    </a:cubicBezTo>
                    <a:lnTo>
                      <a:pt x="16400" y="1972"/>
                    </a:lnTo>
                    <a:close/>
                    <a:moveTo>
                      <a:pt x="15593" y="5243"/>
                    </a:moveTo>
                    <a:lnTo>
                      <a:pt x="15593" y="5407"/>
                    </a:lnTo>
                    <a:cubicBezTo>
                      <a:pt x="15787" y="5541"/>
                      <a:pt x="15922" y="5765"/>
                      <a:pt x="15922" y="6004"/>
                    </a:cubicBezTo>
                    <a:cubicBezTo>
                      <a:pt x="15922" y="6243"/>
                      <a:pt x="15817" y="6453"/>
                      <a:pt x="15638" y="6602"/>
                    </a:cubicBezTo>
                    <a:lnTo>
                      <a:pt x="15653" y="6751"/>
                    </a:lnTo>
                    <a:cubicBezTo>
                      <a:pt x="15892" y="6587"/>
                      <a:pt x="16041" y="6303"/>
                      <a:pt x="16041" y="6004"/>
                    </a:cubicBezTo>
                    <a:cubicBezTo>
                      <a:pt x="16041" y="5691"/>
                      <a:pt x="15862" y="5407"/>
                      <a:pt x="15593" y="5243"/>
                    </a:cubicBezTo>
                    <a:close/>
                    <a:moveTo>
                      <a:pt x="808" y="444"/>
                    </a:moveTo>
                    <a:cubicBezTo>
                      <a:pt x="759" y="444"/>
                      <a:pt x="716" y="510"/>
                      <a:pt x="762" y="568"/>
                    </a:cubicBezTo>
                    <a:cubicBezTo>
                      <a:pt x="971" y="792"/>
                      <a:pt x="1180" y="1016"/>
                      <a:pt x="1404" y="1255"/>
                    </a:cubicBezTo>
                    <a:cubicBezTo>
                      <a:pt x="1314" y="1434"/>
                      <a:pt x="1240" y="1613"/>
                      <a:pt x="1180" y="1807"/>
                    </a:cubicBezTo>
                    <a:cubicBezTo>
                      <a:pt x="1120" y="2032"/>
                      <a:pt x="1046" y="2270"/>
                      <a:pt x="1001" y="2495"/>
                    </a:cubicBezTo>
                    <a:cubicBezTo>
                      <a:pt x="971" y="2614"/>
                      <a:pt x="971" y="2733"/>
                      <a:pt x="986" y="2853"/>
                    </a:cubicBezTo>
                    <a:cubicBezTo>
                      <a:pt x="1016" y="2972"/>
                      <a:pt x="1076" y="3092"/>
                      <a:pt x="1150" y="3197"/>
                    </a:cubicBezTo>
                    <a:cubicBezTo>
                      <a:pt x="1285" y="3435"/>
                      <a:pt x="1329" y="3689"/>
                      <a:pt x="1285" y="3958"/>
                    </a:cubicBezTo>
                    <a:cubicBezTo>
                      <a:pt x="1240" y="4242"/>
                      <a:pt x="1135" y="4496"/>
                      <a:pt x="1046" y="4765"/>
                    </a:cubicBezTo>
                    <a:cubicBezTo>
                      <a:pt x="971" y="5019"/>
                      <a:pt x="941" y="5273"/>
                      <a:pt x="956" y="5526"/>
                    </a:cubicBezTo>
                    <a:cubicBezTo>
                      <a:pt x="986" y="5990"/>
                      <a:pt x="1180" y="6453"/>
                      <a:pt x="1509" y="6781"/>
                    </a:cubicBezTo>
                    <a:cubicBezTo>
                      <a:pt x="1524" y="6796"/>
                      <a:pt x="1539" y="6811"/>
                      <a:pt x="1553" y="6826"/>
                    </a:cubicBezTo>
                    <a:lnTo>
                      <a:pt x="1553" y="6647"/>
                    </a:lnTo>
                    <a:cubicBezTo>
                      <a:pt x="1270" y="6333"/>
                      <a:pt x="1105" y="5930"/>
                      <a:pt x="1076" y="5512"/>
                    </a:cubicBezTo>
                    <a:cubicBezTo>
                      <a:pt x="1061" y="5273"/>
                      <a:pt x="1090" y="5034"/>
                      <a:pt x="1165" y="4795"/>
                    </a:cubicBezTo>
                    <a:cubicBezTo>
                      <a:pt x="1240" y="4541"/>
                      <a:pt x="1344" y="4302"/>
                      <a:pt x="1389" y="4048"/>
                    </a:cubicBezTo>
                    <a:cubicBezTo>
                      <a:pt x="1434" y="3809"/>
                      <a:pt x="1449" y="3570"/>
                      <a:pt x="1359" y="3346"/>
                    </a:cubicBezTo>
                    <a:cubicBezTo>
                      <a:pt x="1270" y="3122"/>
                      <a:pt x="1105" y="2943"/>
                      <a:pt x="1105" y="2689"/>
                    </a:cubicBezTo>
                    <a:cubicBezTo>
                      <a:pt x="1105" y="2539"/>
                      <a:pt x="1150" y="2390"/>
                      <a:pt x="1180" y="2256"/>
                    </a:cubicBezTo>
                    <a:cubicBezTo>
                      <a:pt x="1210" y="2136"/>
                      <a:pt x="1240" y="2017"/>
                      <a:pt x="1270" y="1912"/>
                    </a:cubicBezTo>
                    <a:cubicBezTo>
                      <a:pt x="1329" y="1718"/>
                      <a:pt x="1404" y="1524"/>
                      <a:pt x="1494" y="1344"/>
                    </a:cubicBezTo>
                    <a:lnTo>
                      <a:pt x="1509" y="1359"/>
                    </a:lnTo>
                    <a:cubicBezTo>
                      <a:pt x="1523" y="1373"/>
                      <a:pt x="1538" y="1379"/>
                      <a:pt x="1553" y="1379"/>
                    </a:cubicBezTo>
                    <a:cubicBezTo>
                      <a:pt x="1602" y="1379"/>
                      <a:pt x="1644" y="1316"/>
                      <a:pt x="1598" y="1270"/>
                    </a:cubicBezTo>
                    <a:cubicBezTo>
                      <a:pt x="1359" y="1001"/>
                      <a:pt x="1105" y="732"/>
                      <a:pt x="851" y="463"/>
                    </a:cubicBezTo>
                    <a:cubicBezTo>
                      <a:pt x="838" y="450"/>
                      <a:pt x="823" y="444"/>
                      <a:pt x="808" y="444"/>
                    </a:cubicBezTo>
                    <a:close/>
                    <a:moveTo>
                      <a:pt x="16549" y="6004"/>
                    </a:moveTo>
                    <a:cubicBezTo>
                      <a:pt x="16474" y="6049"/>
                      <a:pt x="16400" y="6124"/>
                      <a:pt x="16355" y="6214"/>
                    </a:cubicBezTo>
                    <a:cubicBezTo>
                      <a:pt x="16176" y="6467"/>
                      <a:pt x="16176" y="6766"/>
                      <a:pt x="16176" y="7065"/>
                    </a:cubicBezTo>
                    <a:cubicBezTo>
                      <a:pt x="16176" y="7244"/>
                      <a:pt x="16191" y="7408"/>
                      <a:pt x="16146" y="7588"/>
                    </a:cubicBezTo>
                    <a:cubicBezTo>
                      <a:pt x="16116" y="7737"/>
                      <a:pt x="16041" y="7886"/>
                      <a:pt x="15967" y="8021"/>
                    </a:cubicBezTo>
                    <a:cubicBezTo>
                      <a:pt x="15877" y="8200"/>
                      <a:pt x="15787" y="8364"/>
                      <a:pt x="15713" y="8544"/>
                    </a:cubicBezTo>
                    <a:lnTo>
                      <a:pt x="15728" y="8917"/>
                    </a:lnTo>
                    <a:cubicBezTo>
                      <a:pt x="15787" y="8678"/>
                      <a:pt x="15892" y="8469"/>
                      <a:pt x="15996" y="8245"/>
                    </a:cubicBezTo>
                    <a:cubicBezTo>
                      <a:pt x="16131" y="8006"/>
                      <a:pt x="16265" y="7767"/>
                      <a:pt x="16295" y="7498"/>
                    </a:cubicBezTo>
                    <a:cubicBezTo>
                      <a:pt x="16340" y="7184"/>
                      <a:pt x="16265" y="6871"/>
                      <a:pt x="16340" y="6557"/>
                    </a:cubicBezTo>
                    <a:cubicBezTo>
                      <a:pt x="16370" y="6423"/>
                      <a:pt x="16444" y="6258"/>
                      <a:pt x="16549" y="6154"/>
                    </a:cubicBezTo>
                    <a:lnTo>
                      <a:pt x="16549" y="6004"/>
                    </a:lnTo>
                    <a:close/>
                    <a:moveTo>
                      <a:pt x="627" y="6930"/>
                    </a:moveTo>
                    <a:lnTo>
                      <a:pt x="627" y="7229"/>
                    </a:lnTo>
                    <a:cubicBezTo>
                      <a:pt x="732" y="7438"/>
                      <a:pt x="837" y="7647"/>
                      <a:pt x="926" y="7856"/>
                    </a:cubicBezTo>
                    <a:cubicBezTo>
                      <a:pt x="986" y="7991"/>
                      <a:pt x="1016" y="8140"/>
                      <a:pt x="1031" y="8275"/>
                    </a:cubicBezTo>
                    <a:cubicBezTo>
                      <a:pt x="1031" y="8439"/>
                      <a:pt x="986" y="8573"/>
                      <a:pt x="926" y="8738"/>
                    </a:cubicBezTo>
                    <a:cubicBezTo>
                      <a:pt x="866" y="8872"/>
                      <a:pt x="822" y="9007"/>
                      <a:pt x="792" y="9156"/>
                    </a:cubicBezTo>
                    <a:cubicBezTo>
                      <a:pt x="762" y="9305"/>
                      <a:pt x="747" y="9455"/>
                      <a:pt x="672" y="9589"/>
                    </a:cubicBezTo>
                    <a:cubicBezTo>
                      <a:pt x="657" y="9619"/>
                      <a:pt x="642" y="9649"/>
                      <a:pt x="613" y="9664"/>
                    </a:cubicBezTo>
                    <a:lnTo>
                      <a:pt x="613" y="9873"/>
                    </a:lnTo>
                    <a:cubicBezTo>
                      <a:pt x="687" y="9783"/>
                      <a:pt x="762" y="9694"/>
                      <a:pt x="807" y="9604"/>
                    </a:cubicBezTo>
                    <a:cubicBezTo>
                      <a:pt x="866" y="9470"/>
                      <a:pt x="896" y="9350"/>
                      <a:pt x="911" y="9201"/>
                    </a:cubicBezTo>
                    <a:cubicBezTo>
                      <a:pt x="941" y="9051"/>
                      <a:pt x="986" y="8917"/>
                      <a:pt x="1046" y="8768"/>
                    </a:cubicBezTo>
                    <a:cubicBezTo>
                      <a:pt x="1150" y="8514"/>
                      <a:pt x="1180" y="8245"/>
                      <a:pt x="1076" y="7976"/>
                    </a:cubicBezTo>
                    <a:cubicBezTo>
                      <a:pt x="1001" y="7707"/>
                      <a:pt x="851" y="7453"/>
                      <a:pt x="732" y="7199"/>
                    </a:cubicBezTo>
                    <a:cubicBezTo>
                      <a:pt x="687" y="7110"/>
                      <a:pt x="657" y="7020"/>
                      <a:pt x="627" y="6930"/>
                    </a:cubicBezTo>
                    <a:close/>
                    <a:moveTo>
                      <a:pt x="16639" y="8514"/>
                    </a:moveTo>
                    <a:cubicBezTo>
                      <a:pt x="16639" y="8529"/>
                      <a:pt x="16639" y="8529"/>
                      <a:pt x="16639" y="8529"/>
                    </a:cubicBezTo>
                    <a:cubicBezTo>
                      <a:pt x="16504" y="8678"/>
                      <a:pt x="16430" y="8872"/>
                      <a:pt x="16355" y="9066"/>
                    </a:cubicBezTo>
                    <a:cubicBezTo>
                      <a:pt x="16280" y="9260"/>
                      <a:pt x="16235" y="9455"/>
                      <a:pt x="16265" y="9664"/>
                    </a:cubicBezTo>
                    <a:cubicBezTo>
                      <a:pt x="16310" y="9888"/>
                      <a:pt x="16474" y="10186"/>
                      <a:pt x="16698" y="10261"/>
                    </a:cubicBezTo>
                    <a:lnTo>
                      <a:pt x="16698" y="10127"/>
                    </a:lnTo>
                    <a:cubicBezTo>
                      <a:pt x="16639" y="10097"/>
                      <a:pt x="16594" y="10052"/>
                      <a:pt x="16549" y="10007"/>
                    </a:cubicBezTo>
                    <a:cubicBezTo>
                      <a:pt x="16444" y="9873"/>
                      <a:pt x="16400" y="9709"/>
                      <a:pt x="16385" y="9559"/>
                    </a:cubicBezTo>
                    <a:cubicBezTo>
                      <a:pt x="16385" y="9380"/>
                      <a:pt x="16430" y="9231"/>
                      <a:pt x="16489" y="9081"/>
                    </a:cubicBezTo>
                    <a:cubicBezTo>
                      <a:pt x="16534" y="8962"/>
                      <a:pt x="16579" y="8842"/>
                      <a:pt x="16654" y="8738"/>
                    </a:cubicBezTo>
                    <a:lnTo>
                      <a:pt x="16639" y="8514"/>
                    </a:lnTo>
                    <a:close/>
                    <a:moveTo>
                      <a:pt x="1539" y="9753"/>
                    </a:moveTo>
                    <a:cubicBezTo>
                      <a:pt x="1404" y="9918"/>
                      <a:pt x="1255" y="10142"/>
                      <a:pt x="1270" y="10366"/>
                    </a:cubicBezTo>
                    <a:cubicBezTo>
                      <a:pt x="1300" y="10515"/>
                      <a:pt x="1389" y="10664"/>
                      <a:pt x="1539" y="10724"/>
                    </a:cubicBezTo>
                    <a:lnTo>
                      <a:pt x="1539" y="10575"/>
                    </a:lnTo>
                    <a:cubicBezTo>
                      <a:pt x="1464" y="10515"/>
                      <a:pt x="1404" y="10411"/>
                      <a:pt x="1404" y="10321"/>
                    </a:cubicBezTo>
                    <a:cubicBezTo>
                      <a:pt x="1404" y="10186"/>
                      <a:pt x="1464" y="10067"/>
                      <a:pt x="1539" y="9948"/>
                    </a:cubicBezTo>
                    <a:lnTo>
                      <a:pt x="1539" y="9753"/>
                    </a:lnTo>
                    <a:close/>
                    <a:moveTo>
                      <a:pt x="2450" y="10844"/>
                    </a:moveTo>
                    <a:cubicBezTo>
                      <a:pt x="1822" y="10874"/>
                      <a:pt x="1195" y="10888"/>
                      <a:pt x="568" y="10918"/>
                    </a:cubicBezTo>
                    <a:cubicBezTo>
                      <a:pt x="478" y="10918"/>
                      <a:pt x="478" y="11038"/>
                      <a:pt x="568" y="11038"/>
                    </a:cubicBezTo>
                    <a:cubicBezTo>
                      <a:pt x="1195" y="11008"/>
                      <a:pt x="1822" y="10993"/>
                      <a:pt x="2450" y="10978"/>
                    </a:cubicBezTo>
                    <a:cubicBezTo>
                      <a:pt x="2539" y="10978"/>
                      <a:pt x="2539" y="10844"/>
                      <a:pt x="2450" y="10844"/>
                    </a:cubicBezTo>
                    <a:close/>
                    <a:moveTo>
                      <a:pt x="9156" y="10888"/>
                    </a:moveTo>
                    <a:cubicBezTo>
                      <a:pt x="9126" y="10918"/>
                      <a:pt x="9096" y="10933"/>
                      <a:pt x="9066" y="10948"/>
                    </a:cubicBezTo>
                    <a:cubicBezTo>
                      <a:pt x="8887" y="11038"/>
                      <a:pt x="8723" y="11113"/>
                      <a:pt x="8528" y="11157"/>
                    </a:cubicBezTo>
                    <a:cubicBezTo>
                      <a:pt x="8470" y="11170"/>
                      <a:pt x="8408" y="11177"/>
                      <a:pt x="8346" y="11177"/>
                    </a:cubicBezTo>
                    <a:cubicBezTo>
                      <a:pt x="8119" y="11177"/>
                      <a:pt x="7880" y="11091"/>
                      <a:pt x="7752" y="10903"/>
                    </a:cubicBezTo>
                    <a:lnTo>
                      <a:pt x="7617" y="10903"/>
                    </a:lnTo>
                    <a:cubicBezTo>
                      <a:pt x="7760" y="11175"/>
                      <a:pt x="8058" y="11301"/>
                      <a:pt x="8359" y="11301"/>
                    </a:cubicBezTo>
                    <a:cubicBezTo>
                      <a:pt x="8406" y="11301"/>
                      <a:pt x="8452" y="11298"/>
                      <a:pt x="8499" y="11292"/>
                    </a:cubicBezTo>
                    <a:cubicBezTo>
                      <a:pt x="8738" y="11262"/>
                      <a:pt x="8947" y="11157"/>
                      <a:pt x="9141" y="11038"/>
                    </a:cubicBezTo>
                    <a:cubicBezTo>
                      <a:pt x="9230" y="10993"/>
                      <a:pt x="9320" y="10948"/>
                      <a:pt x="9380" y="10888"/>
                    </a:cubicBezTo>
                    <a:close/>
                    <a:moveTo>
                      <a:pt x="15489" y="10724"/>
                    </a:moveTo>
                    <a:cubicBezTo>
                      <a:pt x="15399" y="10724"/>
                      <a:pt x="15399" y="10844"/>
                      <a:pt x="15489" y="10844"/>
                    </a:cubicBezTo>
                    <a:lnTo>
                      <a:pt x="16056" y="10844"/>
                    </a:lnTo>
                    <a:cubicBezTo>
                      <a:pt x="16041" y="10874"/>
                      <a:pt x="16041" y="10903"/>
                      <a:pt x="16071" y="10918"/>
                    </a:cubicBezTo>
                    <a:cubicBezTo>
                      <a:pt x="16370" y="11172"/>
                      <a:pt x="16743" y="11322"/>
                      <a:pt x="17132" y="11366"/>
                    </a:cubicBezTo>
                    <a:cubicBezTo>
                      <a:pt x="17191" y="11371"/>
                      <a:pt x="17249" y="11373"/>
                      <a:pt x="17307" y="11373"/>
                    </a:cubicBezTo>
                    <a:cubicBezTo>
                      <a:pt x="17422" y="11373"/>
                      <a:pt x="17535" y="11366"/>
                      <a:pt x="17654" y="11366"/>
                    </a:cubicBezTo>
                    <a:lnTo>
                      <a:pt x="17654" y="11247"/>
                    </a:lnTo>
                    <a:lnTo>
                      <a:pt x="17251" y="11247"/>
                    </a:lnTo>
                    <a:cubicBezTo>
                      <a:pt x="16863" y="11217"/>
                      <a:pt x="16489" y="11083"/>
                      <a:pt x="16191" y="10844"/>
                    </a:cubicBezTo>
                    <a:lnTo>
                      <a:pt x="16982" y="10844"/>
                    </a:lnTo>
                    <a:cubicBezTo>
                      <a:pt x="17072" y="10844"/>
                      <a:pt x="17072" y="10724"/>
                      <a:pt x="16982" y="10724"/>
                    </a:cubicBezTo>
                    <a:close/>
                    <a:moveTo>
                      <a:pt x="12651" y="10859"/>
                    </a:moveTo>
                    <a:lnTo>
                      <a:pt x="12113" y="10874"/>
                    </a:lnTo>
                    <a:cubicBezTo>
                      <a:pt x="11111" y="11168"/>
                      <a:pt x="10147" y="11686"/>
                      <a:pt x="9124" y="11686"/>
                    </a:cubicBezTo>
                    <a:cubicBezTo>
                      <a:pt x="8851" y="11686"/>
                      <a:pt x="8573" y="11649"/>
                      <a:pt x="8290" y="11561"/>
                    </a:cubicBezTo>
                    <a:cubicBezTo>
                      <a:pt x="7976" y="11471"/>
                      <a:pt x="7677" y="11337"/>
                      <a:pt x="7378" y="11202"/>
                    </a:cubicBezTo>
                    <a:cubicBezTo>
                      <a:pt x="7184" y="11113"/>
                      <a:pt x="7005" y="11023"/>
                      <a:pt x="6826" y="10918"/>
                    </a:cubicBezTo>
                    <a:lnTo>
                      <a:pt x="6602" y="10918"/>
                    </a:lnTo>
                    <a:cubicBezTo>
                      <a:pt x="7020" y="11217"/>
                      <a:pt x="7528" y="11426"/>
                      <a:pt x="8021" y="11605"/>
                    </a:cubicBezTo>
                    <a:cubicBezTo>
                      <a:pt x="8390" y="11744"/>
                      <a:pt x="8768" y="11820"/>
                      <a:pt x="9154" y="11820"/>
                    </a:cubicBezTo>
                    <a:cubicBezTo>
                      <a:pt x="9269" y="11820"/>
                      <a:pt x="9384" y="11813"/>
                      <a:pt x="9499" y="11800"/>
                    </a:cubicBezTo>
                    <a:cubicBezTo>
                      <a:pt x="10440" y="11695"/>
                      <a:pt x="11307" y="11232"/>
                      <a:pt x="12218" y="10978"/>
                    </a:cubicBezTo>
                    <a:cubicBezTo>
                      <a:pt x="12367" y="10933"/>
                      <a:pt x="12501" y="10888"/>
                      <a:pt x="12651" y="10859"/>
                    </a:cubicBezTo>
                    <a:close/>
                    <a:moveTo>
                      <a:pt x="4033" y="10948"/>
                    </a:moveTo>
                    <a:cubicBezTo>
                      <a:pt x="3764" y="11113"/>
                      <a:pt x="3540" y="11337"/>
                      <a:pt x="3256" y="11501"/>
                    </a:cubicBezTo>
                    <a:cubicBezTo>
                      <a:pt x="2969" y="11657"/>
                      <a:pt x="2648" y="11745"/>
                      <a:pt x="2313" y="11745"/>
                    </a:cubicBezTo>
                    <a:cubicBezTo>
                      <a:pt x="2264" y="11745"/>
                      <a:pt x="2215" y="11744"/>
                      <a:pt x="2166" y="11740"/>
                    </a:cubicBezTo>
                    <a:cubicBezTo>
                      <a:pt x="1778" y="11710"/>
                      <a:pt x="1449" y="11501"/>
                      <a:pt x="1061" y="11426"/>
                    </a:cubicBezTo>
                    <a:cubicBezTo>
                      <a:pt x="981" y="11415"/>
                      <a:pt x="905" y="11410"/>
                      <a:pt x="832" y="11410"/>
                    </a:cubicBezTo>
                    <a:cubicBezTo>
                      <a:pt x="712" y="11410"/>
                      <a:pt x="598" y="11423"/>
                      <a:pt x="478" y="11441"/>
                    </a:cubicBezTo>
                    <a:cubicBezTo>
                      <a:pt x="365" y="11451"/>
                      <a:pt x="251" y="11469"/>
                      <a:pt x="143" y="11469"/>
                    </a:cubicBezTo>
                    <a:cubicBezTo>
                      <a:pt x="94" y="11469"/>
                      <a:pt x="46" y="11465"/>
                      <a:pt x="0" y="11456"/>
                    </a:cubicBezTo>
                    <a:lnTo>
                      <a:pt x="0" y="11590"/>
                    </a:lnTo>
                    <a:cubicBezTo>
                      <a:pt x="54" y="11599"/>
                      <a:pt x="108" y="11603"/>
                      <a:pt x="163" y="11603"/>
                    </a:cubicBezTo>
                    <a:cubicBezTo>
                      <a:pt x="382" y="11603"/>
                      <a:pt x="607" y="11546"/>
                      <a:pt x="822" y="11546"/>
                    </a:cubicBezTo>
                    <a:cubicBezTo>
                      <a:pt x="1225" y="11546"/>
                      <a:pt x="1583" y="11770"/>
                      <a:pt x="1957" y="11844"/>
                    </a:cubicBezTo>
                    <a:cubicBezTo>
                      <a:pt x="2078" y="11864"/>
                      <a:pt x="2199" y="11874"/>
                      <a:pt x="2319" y="11874"/>
                    </a:cubicBezTo>
                    <a:cubicBezTo>
                      <a:pt x="2569" y="11874"/>
                      <a:pt x="2815" y="11831"/>
                      <a:pt x="3047" y="11740"/>
                    </a:cubicBezTo>
                    <a:cubicBezTo>
                      <a:pt x="3420" y="11605"/>
                      <a:pt x="3689" y="11322"/>
                      <a:pt x="4018" y="11113"/>
                    </a:cubicBezTo>
                    <a:cubicBezTo>
                      <a:pt x="4122" y="11053"/>
                      <a:pt x="4227" y="10993"/>
                      <a:pt x="4332" y="10948"/>
                    </a:cubicBezTo>
                    <a:close/>
                    <a:moveTo>
                      <a:pt x="13805" y="11754"/>
                    </a:moveTo>
                    <a:cubicBezTo>
                      <a:pt x="13551" y="11754"/>
                      <a:pt x="13315" y="11886"/>
                      <a:pt x="13159" y="12098"/>
                    </a:cubicBezTo>
                    <a:lnTo>
                      <a:pt x="13338" y="12083"/>
                    </a:lnTo>
                    <a:cubicBezTo>
                      <a:pt x="13461" y="11960"/>
                      <a:pt x="13635" y="11878"/>
                      <a:pt x="13818" y="11878"/>
                    </a:cubicBezTo>
                    <a:cubicBezTo>
                      <a:pt x="13857" y="11878"/>
                      <a:pt x="13896" y="11881"/>
                      <a:pt x="13935" y="11889"/>
                    </a:cubicBezTo>
                    <a:cubicBezTo>
                      <a:pt x="14070" y="11919"/>
                      <a:pt x="14174" y="11979"/>
                      <a:pt x="14264" y="12083"/>
                    </a:cubicBezTo>
                    <a:lnTo>
                      <a:pt x="14413" y="12083"/>
                    </a:lnTo>
                    <a:cubicBezTo>
                      <a:pt x="14383" y="12039"/>
                      <a:pt x="14353" y="11994"/>
                      <a:pt x="14309" y="11949"/>
                    </a:cubicBezTo>
                    <a:cubicBezTo>
                      <a:pt x="14189" y="11829"/>
                      <a:pt x="14025" y="11755"/>
                      <a:pt x="13846" y="11755"/>
                    </a:cubicBezTo>
                    <a:cubicBezTo>
                      <a:pt x="13832" y="11754"/>
                      <a:pt x="13819" y="11754"/>
                      <a:pt x="13805" y="11754"/>
                    </a:cubicBezTo>
                    <a:close/>
                    <a:moveTo>
                      <a:pt x="13556" y="11193"/>
                    </a:moveTo>
                    <a:cubicBezTo>
                      <a:pt x="13482" y="11193"/>
                      <a:pt x="13410" y="11196"/>
                      <a:pt x="13338" y="11202"/>
                    </a:cubicBezTo>
                    <a:cubicBezTo>
                      <a:pt x="12949" y="11247"/>
                      <a:pt x="12591" y="11366"/>
                      <a:pt x="12262" y="11516"/>
                    </a:cubicBezTo>
                    <a:cubicBezTo>
                      <a:pt x="11949" y="11650"/>
                      <a:pt x="11650" y="11829"/>
                      <a:pt x="11366" y="12024"/>
                    </a:cubicBezTo>
                    <a:cubicBezTo>
                      <a:pt x="10903" y="12039"/>
                      <a:pt x="10455" y="12053"/>
                      <a:pt x="10007" y="12083"/>
                    </a:cubicBezTo>
                    <a:cubicBezTo>
                      <a:pt x="9922" y="12083"/>
                      <a:pt x="9918" y="12204"/>
                      <a:pt x="9994" y="12204"/>
                    </a:cubicBezTo>
                    <a:cubicBezTo>
                      <a:pt x="9998" y="12204"/>
                      <a:pt x="10002" y="12204"/>
                      <a:pt x="10007" y="12203"/>
                    </a:cubicBezTo>
                    <a:cubicBezTo>
                      <a:pt x="11023" y="12158"/>
                      <a:pt x="12053" y="12128"/>
                      <a:pt x="13069" y="12083"/>
                    </a:cubicBezTo>
                    <a:cubicBezTo>
                      <a:pt x="13159" y="12083"/>
                      <a:pt x="13159" y="11949"/>
                      <a:pt x="13069" y="11949"/>
                    </a:cubicBezTo>
                    <a:cubicBezTo>
                      <a:pt x="12591" y="11964"/>
                      <a:pt x="12113" y="11994"/>
                      <a:pt x="11620" y="12009"/>
                    </a:cubicBezTo>
                    <a:cubicBezTo>
                      <a:pt x="12113" y="11710"/>
                      <a:pt x="12636" y="11441"/>
                      <a:pt x="13203" y="11366"/>
                    </a:cubicBezTo>
                    <a:cubicBezTo>
                      <a:pt x="13326" y="11347"/>
                      <a:pt x="13447" y="11338"/>
                      <a:pt x="13568" y="11338"/>
                    </a:cubicBezTo>
                    <a:cubicBezTo>
                      <a:pt x="14187" y="11338"/>
                      <a:pt x="14787" y="11577"/>
                      <a:pt x="15324" y="11889"/>
                    </a:cubicBezTo>
                    <a:cubicBezTo>
                      <a:pt x="15429" y="11949"/>
                      <a:pt x="15533" y="12009"/>
                      <a:pt x="15623" y="12068"/>
                    </a:cubicBezTo>
                    <a:lnTo>
                      <a:pt x="15862" y="12068"/>
                    </a:lnTo>
                    <a:cubicBezTo>
                      <a:pt x="15414" y="11770"/>
                      <a:pt x="14951" y="11501"/>
                      <a:pt x="14443" y="11337"/>
                    </a:cubicBezTo>
                    <a:cubicBezTo>
                      <a:pt x="14156" y="11241"/>
                      <a:pt x="13850" y="11193"/>
                      <a:pt x="13556" y="11193"/>
                    </a:cubicBezTo>
                    <a:close/>
                    <a:moveTo>
                      <a:pt x="6452" y="11561"/>
                    </a:moveTo>
                    <a:cubicBezTo>
                      <a:pt x="6243" y="11561"/>
                      <a:pt x="6034" y="11635"/>
                      <a:pt x="5840" y="11710"/>
                    </a:cubicBezTo>
                    <a:cubicBezTo>
                      <a:pt x="5750" y="11740"/>
                      <a:pt x="5631" y="11785"/>
                      <a:pt x="5526" y="11800"/>
                    </a:cubicBezTo>
                    <a:cubicBezTo>
                      <a:pt x="5499" y="11806"/>
                      <a:pt x="5473" y="11809"/>
                      <a:pt x="5446" y="11809"/>
                    </a:cubicBezTo>
                    <a:cubicBezTo>
                      <a:pt x="5354" y="11809"/>
                      <a:pt x="5264" y="11775"/>
                      <a:pt x="5183" y="11740"/>
                    </a:cubicBezTo>
                    <a:cubicBezTo>
                      <a:pt x="5016" y="11656"/>
                      <a:pt x="4869" y="11592"/>
                      <a:pt x="4702" y="11592"/>
                    </a:cubicBezTo>
                    <a:cubicBezTo>
                      <a:pt x="4660" y="11592"/>
                      <a:pt x="4616" y="11596"/>
                      <a:pt x="4571" y="11605"/>
                    </a:cubicBezTo>
                    <a:cubicBezTo>
                      <a:pt x="4346" y="11635"/>
                      <a:pt x="4137" y="11740"/>
                      <a:pt x="3958" y="11859"/>
                    </a:cubicBezTo>
                    <a:cubicBezTo>
                      <a:pt x="3824" y="11949"/>
                      <a:pt x="3689" y="12068"/>
                      <a:pt x="3555" y="12188"/>
                    </a:cubicBezTo>
                    <a:lnTo>
                      <a:pt x="3749" y="12188"/>
                    </a:lnTo>
                    <a:lnTo>
                      <a:pt x="3764" y="12173"/>
                    </a:lnTo>
                    <a:cubicBezTo>
                      <a:pt x="3958" y="12009"/>
                      <a:pt x="4152" y="11859"/>
                      <a:pt x="4376" y="11770"/>
                    </a:cubicBezTo>
                    <a:cubicBezTo>
                      <a:pt x="4473" y="11733"/>
                      <a:pt x="4568" y="11717"/>
                      <a:pt x="4661" y="11717"/>
                    </a:cubicBezTo>
                    <a:cubicBezTo>
                      <a:pt x="4797" y="11717"/>
                      <a:pt x="4930" y="11752"/>
                      <a:pt x="5063" y="11814"/>
                    </a:cubicBezTo>
                    <a:cubicBezTo>
                      <a:pt x="5196" y="11892"/>
                      <a:pt x="5328" y="11936"/>
                      <a:pt x="5479" y="11936"/>
                    </a:cubicBezTo>
                    <a:cubicBezTo>
                      <a:pt x="5532" y="11936"/>
                      <a:pt x="5587" y="11931"/>
                      <a:pt x="5646" y="11919"/>
                    </a:cubicBezTo>
                    <a:cubicBezTo>
                      <a:pt x="5855" y="11859"/>
                      <a:pt x="6049" y="11740"/>
                      <a:pt x="6258" y="11710"/>
                    </a:cubicBezTo>
                    <a:cubicBezTo>
                      <a:pt x="6309" y="11701"/>
                      <a:pt x="6359" y="11697"/>
                      <a:pt x="6409" y="11697"/>
                    </a:cubicBezTo>
                    <a:cubicBezTo>
                      <a:pt x="6788" y="11697"/>
                      <a:pt x="7153" y="11929"/>
                      <a:pt x="7483" y="12113"/>
                    </a:cubicBezTo>
                    <a:cubicBezTo>
                      <a:pt x="6885" y="12142"/>
                      <a:pt x="6287" y="12159"/>
                      <a:pt x="5685" y="12159"/>
                    </a:cubicBezTo>
                    <a:cubicBezTo>
                      <a:pt x="5355" y="12159"/>
                      <a:pt x="5023" y="12154"/>
                      <a:pt x="4690" y="12143"/>
                    </a:cubicBezTo>
                    <a:cubicBezTo>
                      <a:pt x="4615" y="12143"/>
                      <a:pt x="4615" y="12263"/>
                      <a:pt x="4690" y="12263"/>
                    </a:cubicBezTo>
                    <a:cubicBezTo>
                      <a:pt x="5067" y="12280"/>
                      <a:pt x="5442" y="12289"/>
                      <a:pt x="5815" y="12289"/>
                    </a:cubicBezTo>
                    <a:cubicBezTo>
                      <a:pt x="6388" y="12289"/>
                      <a:pt x="6958" y="12269"/>
                      <a:pt x="7528" y="12233"/>
                    </a:cubicBezTo>
                    <a:cubicBezTo>
                      <a:pt x="7588" y="12233"/>
                      <a:pt x="7602" y="12188"/>
                      <a:pt x="7588" y="12143"/>
                    </a:cubicBezTo>
                    <a:lnTo>
                      <a:pt x="7797" y="12143"/>
                    </a:lnTo>
                    <a:cubicBezTo>
                      <a:pt x="7737" y="12113"/>
                      <a:pt x="7677" y="12083"/>
                      <a:pt x="7632" y="12053"/>
                    </a:cubicBezTo>
                    <a:cubicBezTo>
                      <a:pt x="7259" y="11844"/>
                      <a:pt x="6886" y="11590"/>
                      <a:pt x="6452" y="1156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61"/>
              <p:cNvSpPr/>
              <p:nvPr/>
            </p:nvSpPr>
            <p:spPr>
              <a:xfrm>
                <a:off x="-968175" y="1208750"/>
                <a:ext cx="26700" cy="26950"/>
              </a:xfrm>
              <a:custGeom>
                <a:rect b="b" l="l" r="r" t="t"/>
                <a:pathLst>
                  <a:path extrusionOk="0" h="1078" w="1068">
                    <a:moveTo>
                      <a:pt x="971" y="0"/>
                    </a:moveTo>
                    <a:cubicBezTo>
                      <a:pt x="957" y="0"/>
                      <a:pt x="943" y="6"/>
                      <a:pt x="932" y="20"/>
                    </a:cubicBezTo>
                    <a:cubicBezTo>
                      <a:pt x="649" y="349"/>
                      <a:pt x="350" y="662"/>
                      <a:pt x="36" y="976"/>
                    </a:cubicBezTo>
                    <a:cubicBezTo>
                      <a:pt x="0" y="1012"/>
                      <a:pt x="42" y="1078"/>
                      <a:pt x="99" y="1078"/>
                    </a:cubicBezTo>
                    <a:cubicBezTo>
                      <a:pt x="112" y="1078"/>
                      <a:pt x="127" y="1074"/>
                      <a:pt x="141" y="1065"/>
                    </a:cubicBezTo>
                    <a:cubicBezTo>
                      <a:pt x="455" y="767"/>
                      <a:pt x="738" y="453"/>
                      <a:pt x="1022" y="110"/>
                    </a:cubicBezTo>
                    <a:cubicBezTo>
                      <a:pt x="1068" y="64"/>
                      <a:pt x="1017" y="0"/>
                      <a:pt x="971"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61"/>
              <p:cNvSpPr/>
              <p:nvPr/>
            </p:nvSpPr>
            <p:spPr>
              <a:xfrm>
                <a:off x="-1076675" y="1429550"/>
                <a:ext cx="53050" cy="23550"/>
              </a:xfrm>
              <a:custGeom>
                <a:rect b="b" l="l" r="r" t="t"/>
                <a:pathLst>
                  <a:path extrusionOk="0" h="942" w="2122">
                    <a:moveTo>
                      <a:pt x="2121" y="0"/>
                    </a:moveTo>
                    <a:lnTo>
                      <a:pt x="0" y="15"/>
                    </a:lnTo>
                    <a:lnTo>
                      <a:pt x="0" y="941"/>
                    </a:lnTo>
                    <a:lnTo>
                      <a:pt x="2121" y="926"/>
                    </a:lnTo>
                    <a:lnTo>
                      <a:pt x="21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61"/>
              <p:cNvSpPr/>
              <p:nvPr/>
            </p:nvSpPr>
            <p:spPr>
              <a:xfrm>
                <a:off x="-1091625" y="1452325"/>
                <a:ext cx="85175" cy="15700"/>
              </a:xfrm>
              <a:custGeom>
                <a:rect b="b" l="l" r="r" t="t"/>
                <a:pathLst>
                  <a:path extrusionOk="0" h="628" w="3407">
                    <a:moveTo>
                      <a:pt x="3391" y="0"/>
                    </a:moveTo>
                    <a:lnTo>
                      <a:pt x="1" y="15"/>
                    </a:lnTo>
                    <a:lnTo>
                      <a:pt x="1" y="628"/>
                    </a:lnTo>
                    <a:lnTo>
                      <a:pt x="3406" y="613"/>
                    </a:lnTo>
                    <a:lnTo>
                      <a:pt x="339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713225" y="445025"/>
            <a:ext cx="7717500" cy="649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Delius"/>
              <a:buNone/>
              <a:defRPr b="1" i="0" sz="3000" u="none" cap="none" strike="noStrike">
                <a:solidFill>
                  <a:schemeClr val="dk1"/>
                </a:solidFill>
                <a:latin typeface="Delius"/>
                <a:ea typeface="Delius"/>
                <a:cs typeface="Delius"/>
                <a:sym typeface="Delius"/>
              </a:defRPr>
            </a:lvl1pPr>
            <a:lvl2pPr lvl="1"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2pPr>
            <a:lvl3pPr lvl="2"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3pPr>
            <a:lvl4pPr lvl="3"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4pPr>
            <a:lvl5pPr lvl="4"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5pPr>
            <a:lvl6pPr lvl="5"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6pPr>
            <a:lvl7pPr lvl="6"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7pPr>
            <a:lvl8pPr lvl="7"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8pPr>
            <a:lvl9pPr lvl="8" marR="0" rtl="0" algn="l">
              <a:lnSpc>
                <a:spcPct val="100000"/>
              </a:lnSpc>
              <a:spcBef>
                <a:spcPts val="0"/>
              </a:spcBef>
              <a:spcAft>
                <a:spcPts val="0"/>
              </a:spcAft>
              <a:buClr>
                <a:schemeClr val="dk1"/>
              </a:buClr>
              <a:buSzPts val="3000"/>
              <a:buFont typeface="Delius"/>
              <a:buNone/>
              <a:defRPr b="0" i="0" sz="3000" u="none" cap="none" strike="noStrike">
                <a:solidFill>
                  <a:schemeClr val="dk1"/>
                </a:solidFill>
                <a:latin typeface="Delius"/>
                <a:ea typeface="Delius"/>
                <a:cs typeface="Delius"/>
                <a:sym typeface="Delius"/>
              </a:defRPr>
            </a:lvl9pPr>
          </a:lstStyle>
          <a:p/>
        </p:txBody>
      </p:sp>
      <p:sp>
        <p:nvSpPr>
          <p:cNvPr id="7" name="Google Shape;7;p3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1pPr>
            <a:lvl2pPr indent="-317500" lvl="1" marL="9144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2pPr>
            <a:lvl3pPr indent="-317500" lvl="2" marL="13716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3pPr>
            <a:lvl4pPr indent="-317500" lvl="3" marL="18288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4pPr>
            <a:lvl5pPr indent="-317500" lvl="4" marL="22860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5pPr>
            <a:lvl6pPr indent="-317500" lvl="5" marL="27432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6pPr>
            <a:lvl7pPr indent="-317500" lvl="6" marL="32004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7pPr>
            <a:lvl8pPr indent="-317500" lvl="7" marL="36576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8pPr>
            <a:lvl9pPr indent="-317500" lvl="8" marL="4114800" marR="0" rtl="0" algn="l">
              <a:lnSpc>
                <a:spcPct val="115000"/>
              </a:lnSpc>
              <a:spcBef>
                <a:spcPts val="0"/>
              </a:spcBef>
              <a:spcAft>
                <a:spcPts val="0"/>
              </a:spcAft>
              <a:buClr>
                <a:schemeClr val="dk1"/>
              </a:buClr>
              <a:buSzPts val="1400"/>
              <a:buFont typeface="Rubik"/>
              <a:buChar char="■"/>
              <a:defRPr b="0" i="0" sz="1400" u="none" cap="none" strike="noStrike">
                <a:solidFill>
                  <a:schemeClr val="dk1"/>
                </a:solidFill>
                <a:latin typeface="Rubik"/>
                <a:ea typeface="Rubik"/>
                <a:cs typeface="Rubik"/>
                <a:sym typeface="Rubik"/>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hyperlink" Target="http://node.js" TargetMode="External"/><Relationship Id="rId4" Type="http://schemas.openxmlformats.org/officeDocument/2006/relationships/hyperlink" Target="http://express.j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pic>
        <p:nvPicPr>
          <p:cNvPr id="1161" name="Google Shape;1161;p1" title="background.png"/>
          <p:cNvPicPr preferRelativeResize="0"/>
          <p:nvPr/>
        </p:nvPicPr>
        <p:blipFill rotWithShape="1">
          <a:blip r:embed="rId3">
            <a:alphaModFix amt="68000"/>
          </a:blip>
          <a:srcRect b="0" l="0" r="0" t="0"/>
          <a:stretch/>
        </p:blipFill>
        <p:spPr>
          <a:xfrm>
            <a:off x="-465575" y="-26325"/>
            <a:ext cx="10859674" cy="5169826"/>
          </a:xfrm>
          <a:prstGeom prst="rect">
            <a:avLst/>
          </a:prstGeom>
          <a:noFill/>
          <a:ln>
            <a:noFill/>
          </a:ln>
        </p:spPr>
      </p:pic>
      <p:sp>
        <p:nvSpPr>
          <p:cNvPr id="1162" name="Google Shape;1162;p1"/>
          <p:cNvSpPr/>
          <p:nvPr/>
        </p:nvSpPr>
        <p:spPr>
          <a:xfrm>
            <a:off x="1275750" y="769526"/>
            <a:ext cx="6592500" cy="3337500"/>
          </a:xfrm>
          <a:prstGeom prst="roundRect">
            <a:avLst>
              <a:gd fmla="val 13193"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chivo"/>
                <a:ea typeface="Archivo"/>
                <a:cs typeface="Archivo"/>
                <a:sym typeface="Archivo"/>
              </a:rPr>
              <a:t> </a:t>
            </a:r>
            <a:endParaRPr b="0" i="0" sz="1400" u="none" cap="none" strike="noStrike">
              <a:solidFill>
                <a:srgbClr val="000000"/>
              </a:solidFill>
              <a:latin typeface="Archivo"/>
              <a:ea typeface="Archivo"/>
              <a:cs typeface="Archivo"/>
              <a:sym typeface="Archivo"/>
            </a:endParaRPr>
          </a:p>
        </p:txBody>
      </p:sp>
      <p:sp>
        <p:nvSpPr>
          <p:cNvPr id="1163" name="Google Shape;1163;p1"/>
          <p:cNvSpPr txBox="1"/>
          <p:nvPr>
            <p:ph type="ctrTitle"/>
          </p:nvPr>
        </p:nvSpPr>
        <p:spPr>
          <a:xfrm>
            <a:off x="1489050" y="840044"/>
            <a:ext cx="6165900" cy="1625400"/>
          </a:xfrm>
          <a:prstGeom prst="rect">
            <a:avLst/>
          </a:prstGeom>
          <a:noFill/>
          <a:ln>
            <a:noFill/>
          </a:ln>
        </p:spPr>
        <p:txBody>
          <a:bodyPr anchorCtr="0" anchor="b" bIns="91425" lIns="91425" spcFirstLastPara="1" rIns="91425" wrap="square" tIns="91425">
            <a:noAutofit/>
          </a:bodyPr>
          <a:lstStyle/>
          <a:p>
            <a:pPr indent="0" lvl="0" marL="0" rtl="0" algn="ctr">
              <a:lnSpc>
                <a:spcPct val="120000"/>
              </a:lnSpc>
              <a:spcBef>
                <a:spcPts val="0"/>
              </a:spcBef>
              <a:spcAft>
                <a:spcPts val="0"/>
              </a:spcAft>
              <a:buSzPts val="5200"/>
              <a:buNone/>
            </a:pPr>
            <a:r>
              <a:rPr lang="en" sz="3200">
                <a:latin typeface="Montserrat"/>
                <a:ea typeface="Montserrat"/>
                <a:cs typeface="Montserrat"/>
                <a:sym typeface="Montserrat"/>
              </a:rPr>
              <a:t>Kỹ thuật phần mềm</a:t>
            </a:r>
            <a:r>
              <a:rPr lang="en" sz="3900">
                <a:latin typeface="Montserrat"/>
                <a:ea typeface="Montserrat"/>
                <a:cs typeface="Montserrat"/>
                <a:sym typeface="Montserrat"/>
              </a:rPr>
              <a:t> </a:t>
            </a:r>
            <a:endParaRPr sz="3900">
              <a:latin typeface="Montserrat"/>
              <a:ea typeface="Montserrat"/>
              <a:cs typeface="Montserrat"/>
              <a:sym typeface="Montserrat"/>
            </a:endParaRPr>
          </a:p>
          <a:p>
            <a:pPr indent="0" lvl="0" marL="0" rtl="0" algn="ctr">
              <a:lnSpc>
                <a:spcPct val="120000"/>
              </a:lnSpc>
              <a:spcBef>
                <a:spcPts val="0"/>
              </a:spcBef>
              <a:spcAft>
                <a:spcPts val="0"/>
              </a:spcAft>
              <a:buSzPts val="5200"/>
              <a:buNone/>
            </a:pPr>
            <a:r>
              <a:rPr lang="en" sz="3600">
                <a:latin typeface="Montserrat"/>
                <a:ea typeface="Montserrat"/>
                <a:cs typeface="Montserrat"/>
                <a:sym typeface="Montserrat"/>
              </a:rPr>
              <a:t>Chung cư BlueMoon</a:t>
            </a:r>
            <a:endParaRPr sz="2400">
              <a:latin typeface="Montserrat"/>
              <a:ea typeface="Montserrat"/>
              <a:cs typeface="Montserrat"/>
              <a:sym typeface="Montserrat"/>
            </a:endParaRPr>
          </a:p>
        </p:txBody>
      </p:sp>
      <p:sp>
        <p:nvSpPr>
          <p:cNvPr id="1164" name="Google Shape;1164;p1"/>
          <p:cNvSpPr txBox="1"/>
          <p:nvPr>
            <p:ph idx="1" type="subTitle"/>
          </p:nvPr>
        </p:nvSpPr>
        <p:spPr>
          <a:xfrm>
            <a:off x="1489050" y="2576150"/>
            <a:ext cx="6267900" cy="1372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n" sz="1300">
                <a:latin typeface="Roboto"/>
                <a:ea typeface="Roboto"/>
                <a:cs typeface="Roboto"/>
                <a:sym typeface="Roboto"/>
              </a:rPr>
              <a:t>- Nhóm 22 -</a:t>
            </a:r>
            <a:endParaRPr sz="1300">
              <a:latin typeface="Roboto"/>
              <a:ea typeface="Roboto"/>
              <a:cs typeface="Roboto"/>
              <a:sym typeface="Roboto"/>
            </a:endParaRPr>
          </a:p>
          <a:p>
            <a:pPr indent="0" lvl="0" marL="0" rtl="0" algn="ctr">
              <a:lnSpc>
                <a:spcPct val="115000"/>
              </a:lnSpc>
              <a:spcBef>
                <a:spcPts val="0"/>
              </a:spcBef>
              <a:spcAft>
                <a:spcPts val="0"/>
              </a:spcAft>
              <a:buSzPts val="1400"/>
              <a:buNone/>
            </a:pPr>
            <a:r>
              <a:rPr lang="en" sz="1300">
                <a:latin typeface="Roboto"/>
                <a:ea typeface="Roboto"/>
                <a:cs typeface="Roboto"/>
                <a:sym typeface="Roboto"/>
              </a:rPr>
              <a:t>Phan Đức Quyền - 20225916 </a:t>
            </a:r>
            <a:endParaRPr sz="1300">
              <a:latin typeface="Roboto"/>
              <a:ea typeface="Roboto"/>
              <a:cs typeface="Roboto"/>
              <a:sym typeface="Roboto"/>
            </a:endParaRPr>
          </a:p>
          <a:p>
            <a:pPr indent="0" lvl="0" marL="0" rtl="0" algn="ctr">
              <a:lnSpc>
                <a:spcPct val="115000"/>
              </a:lnSpc>
              <a:spcBef>
                <a:spcPts val="0"/>
              </a:spcBef>
              <a:spcAft>
                <a:spcPts val="0"/>
              </a:spcAft>
              <a:buSzPts val="1400"/>
              <a:buNone/>
            </a:pPr>
            <a:r>
              <a:rPr lang="en" sz="1300">
                <a:latin typeface="Roboto"/>
                <a:ea typeface="Roboto"/>
                <a:cs typeface="Roboto"/>
                <a:sym typeface="Roboto"/>
              </a:rPr>
              <a:t>Nguyễn Khắc Tiếp - 20225696</a:t>
            </a:r>
            <a:endParaRPr sz="1300">
              <a:latin typeface="Roboto"/>
              <a:ea typeface="Roboto"/>
              <a:cs typeface="Roboto"/>
              <a:sym typeface="Roboto"/>
            </a:endParaRPr>
          </a:p>
          <a:p>
            <a:pPr indent="0" lvl="0" marL="0" rtl="0" algn="ctr">
              <a:lnSpc>
                <a:spcPct val="115000"/>
              </a:lnSpc>
              <a:spcBef>
                <a:spcPts val="0"/>
              </a:spcBef>
              <a:spcAft>
                <a:spcPts val="0"/>
              </a:spcAft>
              <a:buSzPts val="1400"/>
              <a:buNone/>
            </a:pPr>
            <a:r>
              <a:rPr lang="en" sz="1300">
                <a:latin typeface="Roboto"/>
                <a:ea typeface="Roboto"/>
                <a:cs typeface="Roboto"/>
                <a:sym typeface="Roboto"/>
              </a:rPr>
              <a:t>Nguyễn Văn Hoàn - 20225718</a:t>
            </a:r>
            <a:endParaRPr sz="1300">
              <a:latin typeface="Roboto"/>
              <a:ea typeface="Roboto"/>
              <a:cs typeface="Roboto"/>
              <a:sym typeface="Roboto"/>
            </a:endParaRPr>
          </a:p>
          <a:p>
            <a:pPr indent="0" lvl="0" marL="0" rtl="0" algn="ctr">
              <a:lnSpc>
                <a:spcPct val="115000"/>
              </a:lnSpc>
              <a:spcBef>
                <a:spcPts val="0"/>
              </a:spcBef>
              <a:spcAft>
                <a:spcPts val="0"/>
              </a:spcAft>
              <a:buSzPts val="1400"/>
              <a:buNone/>
            </a:pPr>
            <a:r>
              <a:rPr lang="en" sz="1300">
                <a:latin typeface="Roboto"/>
                <a:ea typeface="Roboto"/>
                <a:cs typeface="Roboto"/>
                <a:sym typeface="Roboto"/>
              </a:rPr>
              <a:t>Trần Đức Huy - 20225725</a:t>
            </a:r>
            <a:endParaRPr sz="1300">
              <a:latin typeface="Roboto"/>
              <a:ea typeface="Roboto"/>
              <a:cs typeface="Roboto"/>
              <a:sym typeface="Roboto"/>
            </a:endParaRPr>
          </a:p>
        </p:txBody>
      </p:sp>
      <p:grpSp>
        <p:nvGrpSpPr>
          <p:cNvPr id="1165" name="Google Shape;1165;p1"/>
          <p:cNvGrpSpPr/>
          <p:nvPr/>
        </p:nvGrpSpPr>
        <p:grpSpPr>
          <a:xfrm>
            <a:off x="-1871460" y="163036"/>
            <a:ext cx="3166520" cy="4919327"/>
            <a:chOff x="-1348260" y="367011"/>
            <a:chExt cx="3166520" cy="4919327"/>
          </a:xfrm>
        </p:grpSpPr>
        <p:grpSp>
          <p:nvGrpSpPr>
            <p:cNvPr id="1166" name="Google Shape;1166;p1"/>
            <p:cNvGrpSpPr/>
            <p:nvPr/>
          </p:nvGrpSpPr>
          <p:grpSpPr>
            <a:xfrm rot="-1652366">
              <a:off x="691533" y="621873"/>
              <a:ext cx="1148418" cy="187608"/>
              <a:chOff x="-2497825" y="2229500"/>
              <a:chExt cx="368200" cy="60150"/>
            </a:xfrm>
          </p:grpSpPr>
          <p:sp>
            <p:nvSpPr>
              <p:cNvPr id="1167" name="Google Shape;1167;p1"/>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1"/>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1"/>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1"/>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1"/>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1"/>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1"/>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1"/>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1"/>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1"/>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7" name="Google Shape;1187;p1"/>
            <p:cNvGrpSpPr/>
            <p:nvPr/>
          </p:nvGrpSpPr>
          <p:grpSpPr>
            <a:xfrm rot="244225">
              <a:off x="-1267657" y="2840626"/>
              <a:ext cx="2500916" cy="2359928"/>
              <a:chOff x="-1350000" y="1170375"/>
              <a:chExt cx="441375" cy="416500"/>
            </a:xfrm>
          </p:grpSpPr>
          <p:sp>
            <p:nvSpPr>
              <p:cNvPr id="1188" name="Google Shape;1188;p1"/>
              <p:cNvSpPr/>
              <p:nvPr/>
            </p:nvSpPr>
            <p:spPr>
              <a:xfrm>
                <a:off x="-1246950" y="1171075"/>
                <a:ext cx="138175" cy="415400"/>
              </a:xfrm>
              <a:custGeom>
                <a:rect b="b" l="l" r="r" t="t"/>
                <a:pathLst>
                  <a:path extrusionOk="0" h="16616" w="5527">
                    <a:moveTo>
                      <a:pt x="4366" y="0"/>
                    </a:moveTo>
                    <a:cubicBezTo>
                      <a:pt x="4116" y="0"/>
                      <a:pt x="3784" y="13"/>
                      <a:pt x="3764" y="93"/>
                    </a:cubicBezTo>
                    <a:cubicBezTo>
                      <a:pt x="2301" y="5530"/>
                      <a:pt x="1524" y="11131"/>
                      <a:pt x="15" y="16552"/>
                    </a:cubicBezTo>
                    <a:cubicBezTo>
                      <a:pt x="0" y="16597"/>
                      <a:pt x="807" y="16612"/>
                      <a:pt x="882" y="16612"/>
                    </a:cubicBezTo>
                    <a:cubicBezTo>
                      <a:pt x="916" y="16612"/>
                      <a:pt x="1021" y="16616"/>
                      <a:pt x="1146" y="16616"/>
                    </a:cubicBezTo>
                    <a:cubicBezTo>
                      <a:pt x="1396" y="16616"/>
                      <a:pt x="1728" y="16602"/>
                      <a:pt x="1748" y="16523"/>
                    </a:cubicBezTo>
                    <a:cubicBezTo>
                      <a:pt x="3271" y="11101"/>
                      <a:pt x="4033" y="5500"/>
                      <a:pt x="5497" y="63"/>
                    </a:cubicBezTo>
                    <a:cubicBezTo>
                      <a:pt x="5527" y="18"/>
                      <a:pt x="4705" y="4"/>
                      <a:pt x="4631" y="4"/>
                    </a:cubicBezTo>
                    <a:cubicBezTo>
                      <a:pt x="4596" y="4"/>
                      <a:pt x="4491" y="0"/>
                      <a:pt x="436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1"/>
              <p:cNvSpPr/>
              <p:nvPr/>
            </p:nvSpPr>
            <p:spPr>
              <a:xfrm>
                <a:off x="-1147875" y="1170375"/>
                <a:ext cx="120875" cy="416500"/>
              </a:xfrm>
              <a:custGeom>
                <a:rect b="b" l="l" r="r" t="t"/>
                <a:pathLst>
                  <a:path extrusionOk="0" h="16660" w="4835">
                    <a:moveTo>
                      <a:pt x="1319" y="1"/>
                    </a:moveTo>
                    <a:cubicBezTo>
                      <a:pt x="803" y="1"/>
                      <a:pt x="0" y="96"/>
                      <a:pt x="10" y="106"/>
                    </a:cubicBezTo>
                    <a:cubicBezTo>
                      <a:pt x="951" y="5618"/>
                      <a:pt x="1982" y="11099"/>
                      <a:pt x="3102" y="16580"/>
                    </a:cubicBezTo>
                    <a:cubicBezTo>
                      <a:pt x="3111" y="16639"/>
                      <a:pt x="3273" y="16660"/>
                      <a:pt x="3495" y="16660"/>
                    </a:cubicBezTo>
                    <a:cubicBezTo>
                      <a:pt x="4006" y="16660"/>
                      <a:pt x="4835" y="16551"/>
                      <a:pt x="4835" y="16551"/>
                    </a:cubicBezTo>
                    <a:cubicBezTo>
                      <a:pt x="3714" y="11069"/>
                      <a:pt x="2684" y="5588"/>
                      <a:pt x="1743" y="76"/>
                    </a:cubicBezTo>
                    <a:cubicBezTo>
                      <a:pt x="1729" y="20"/>
                      <a:pt x="1553" y="1"/>
                      <a:pt x="131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1"/>
              <p:cNvSpPr/>
              <p:nvPr/>
            </p:nvSpPr>
            <p:spPr>
              <a:xfrm>
                <a:off x="-1323125" y="1216700"/>
                <a:ext cx="380150" cy="269625"/>
              </a:xfrm>
              <a:custGeom>
                <a:rect b="b" l="l" r="r" t="t"/>
                <a:pathLst>
                  <a:path extrusionOk="0" h="10785" w="15206">
                    <a:moveTo>
                      <a:pt x="45" y="1"/>
                    </a:moveTo>
                    <a:lnTo>
                      <a:pt x="1" y="10784"/>
                    </a:lnTo>
                    <a:lnTo>
                      <a:pt x="15205" y="10516"/>
                    </a:lnTo>
                    <a:lnTo>
                      <a:pt x="14832" y="120"/>
                    </a:lnTo>
                    <a:lnTo>
                      <a:pt x="4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1"/>
              <p:cNvSpPr/>
              <p:nvPr/>
            </p:nvSpPr>
            <p:spPr>
              <a:xfrm>
                <a:off x="-1350000" y="1205125"/>
                <a:ext cx="441375" cy="296500"/>
              </a:xfrm>
              <a:custGeom>
                <a:rect b="b" l="l" r="r" t="t"/>
                <a:pathLst>
                  <a:path extrusionOk="0" h="11860" w="17655">
                    <a:moveTo>
                      <a:pt x="1583" y="927"/>
                    </a:moveTo>
                    <a:lnTo>
                      <a:pt x="15459" y="1046"/>
                    </a:lnTo>
                    <a:lnTo>
                      <a:pt x="15802" y="10471"/>
                    </a:lnTo>
                    <a:lnTo>
                      <a:pt x="1539" y="10605"/>
                    </a:lnTo>
                    <a:lnTo>
                      <a:pt x="1583" y="927"/>
                    </a:lnTo>
                    <a:close/>
                    <a:moveTo>
                      <a:pt x="657" y="1"/>
                    </a:moveTo>
                    <a:lnTo>
                      <a:pt x="613" y="10620"/>
                    </a:lnTo>
                    <a:lnTo>
                      <a:pt x="0" y="10620"/>
                    </a:lnTo>
                    <a:lnTo>
                      <a:pt x="0" y="11860"/>
                    </a:lnTo>
                    <a:lnTo>
                      <a:pt x="17654" y="11695"/>
                    </a:lnTo>
                    <a:lnTo>
                      <a:pt x="17639" y="10456"/>
                    </a:lnTo>
                    <a:lnTo>
                      <a:pt x="16728" y="10471"/>
                    </a:lnTo>
                    <a:lnTo>
                      <a:pt x="16355" y="135"/>
                    </a:lnTo>
                    <a:lnTo>
                      <a:pt x="6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1"/>
              <p:cNvSpPr/>
              <p:nvPr/>
            </p:nvSpPr>
            <p:spPr>
              <a:xfrm>
                <a:off x="-1350000" y="1196175"/>
                <a:ext cx="441375" cy="307225"/>
              </a:xfrm>
              <a:custGeom>
                <a:rect b="b" l="l" r="r" t="t"/>
                <a:pathLst>
                  <a:path extrusionOk="0" h="12289" w="17655">
                    <a:moveTo>
                      <a:pt x="8857" y="0"/>
                    </a:moveTo>
                    <a:cubicBezTo>
                      <a:pt x="8812" y="0"/>
                      <a:pt x="8797" y="30"/>
                      <a:pt x="8797" y="75"/>
                    </a:cubicBezTo>
                    <a:cubicBezTo>
                      <a:pt x="8782" y="165"/>
                      <a:pt x="8782" y="269"/>
                      <a:pt x="8767" y="389"/>
                    </a:cubicBezTo>
                    <a:cubicBezTo>
                      <a:pt x="8494" y="384"/>
                      <a:pt x="8220" y="382"/>
                      <a:pt x="7947" y="382"/>
                    </a:cubicBezTo>
                    <a:cubicBezTo>
                      <a:pt x="7400" y="382"/>
                      <a:pt x="6856" y="389"/>
                      <a:pt x="6318" y="389"/>
                    </a:cubicBezTo>
                    <a:cubicBezTo>
                      <a:pt x="6228" y="389"/>
                      <a:pt x="6228" y="508"/>
                      <a:pt x="6318" y="508"/>
                    </a:cubicBezTo>
                    <a:cubicBezTo>
                      <a:pt x="6807" y="502"/>
                      <a:pt x="7295" y="498"/>
                      <a:pt x="7785" y="498"/>
                    </a:cubicBezTo>
                    <a:cubicBezTo>
                      <a:pt x="8478" y="498"/>
                      <a:pt x="9173" y="505"/>
                      <a:pt x="9873" y="523"/>
                    </a:cubicBezTo>
                    <a:cubicBezTo>
                      <a:pt x="9947" y="523"/>
                      <a:pt x="9947" y="403"/>
                      <a:pt x="9873" y="403"/>
                    </a:cubicBezTo>
                    <a:cubicBezTo>
                      <a:pt x="9544" y="389"/>
                      <a:pt x="9216" y="389"/>
                      <a:pt x="8887" y="389"/>
                    </a:cubicBezTo>
                    <a:cubicBezTo>
                      <a:pt x="8902" y="284"/>
                      <a:pt x="8902" y="179"/>
                      <a:pt x="8917" y="75"/>
                    </a:cubicBezTo>
                    <a:cubicBezTo>
                      <a:pt x="8917" y="30"/>
                      <a:pt x="8887" y="0"/>
                      <a:pt x="8857" y="0"/>
                    </a:cubicBezTo>
                    <a:close/>
                    <a:moveTo>
                      <a:pt x="11172" y="448"/>
                    </a:moveTo>
                    <a:cubicBezTo>
                      <a:pt x="11328" y="592"/>
                      <a:pt x="11530" y="678"/>
                      <a:pt x="11748" y="678"/>
                    </a:cubicBezTo>
                    <a:cubicBezTo>
                      <a:pt x="11779" y="678"/>
                      <a:pt x="11812" y="676"/>
                      <a:pt x="11844" y="672"/>
                    </a:cubicBezTo>
                    <a:cubicBezTo>
                      <a:pt x="12023" y="642"/>
                      <a:pt x="12188" y="568"/>
                      <a:pt x="12307" y="463"/>
                    </a:cubicBezTo>
                    <a:lnTo>
                      <a:pt x="12113" y="448"/>
                    </a:lnTo>
                    <a:cubicBezTo>
                      <a:pt x="12038" y="508"/>
                      <a:pt x="11949" y="538"/>
                      <a:pt x="11844" y="553"/>
                    </a:cubicBezTo>
                    <a:cubicBezTo>
                      <a:pt x="11818" y="555"/>
                      <a:pt x="11791" y="557"/>
                      <a:pt x="11764" y="557"/>
                    </a:cubicBezTo>
                    <a:cubicBezTo>
                      <a:pt x="11627" y="557"/>
                      <a:pt x="11494" y="523"/>
                      <a:pt x="11381" y="448"/>
                    </a:cubicBezTo>
                    <a:close/>
                    <a:moveTo>
                      <a:pt x="1733" y="359"/>
                    </a:moveTo>
                    <a:cubicBezTo>
                      <a:pt x="2102" y="629"/>
                      <a:pt x="2542" y="748"/>
                      <a:pt x="2986" y="748"/>
                    </a:cubicBezTo>
                    <a:cubicBezTo>
                      <a:pt x="3081" y="748"/>
                      <a:pt x="3176" y="743"/>
                      <a:pt x="3271" y="732"/>
                    </a:cubicBezTo>
                    <a:cubicBezTo>
                      <a:pt x="3719" y="702"/>
                      <a:pt x="4137" y="568"/>
                      <a:pt x="4556" y="389"/>
                    </a:cubicBezTo>
                    <a:lnTo>
                      <a:pt x="4227" y="389"/>
                    </a:lnTo>
                    <a:cubicBezTo>
                      <a:pt x="3928" y="493"/>
                      <a:pt x="3630" y="583"/>
                      <a:pt x="3301" y="613"/>
                    </a:cubicBezTo>
                    <a:cubicBezTo>
                      <a:pt x="3211" y="622"/>
                      <a:pt x="3121" y="626"/>
                      <a:pt x="3029" y="626"/>
                    </a:cubicBezTo>
                    <a:cubicBezTo>
                      <a:pt x="2665" y="626"/>
                      <a:pt x="2294" y="550"/>
                      <a:pt x="1972" y="359"/>
                    </a:cubicBezTo>
                    <a:close/>
                    <a:moveTo>
                      <a:pt x="10590" y="448"/>
                    </a:moveTo>
                    <a:cubicBezTo>
                      <a:pt x="10814" y="657"/>
                      <a:pt x="11083" y="822"/>
                      <a:pt x="11381" y="926"/>
                    </a:cubicBezTo>
                    <a:cubicBezTo>
                      <a:pt x="11642" y="1020"/>
                      <a:pt x="11932" y="1085"/>
                      <a:pt x="12215" y="1085"/>
                    </a:cubicBezTo>
                    <a:cubicBezTo>
                      <a:pt x="12338" y="1085"/>
                      <a:pt x="12459" y="1073"/>
                      <a:pt x="12576" y="1046"/>
                    </a:cubicBezTo>
                    <a:cubicBezTo>
                      <a:pt x="12800" y="1001"/>
                      <a:pt x="12964" y="867"/>
                      <a:pt x="13129" y="732"/>
                    </a:cubicBezTo>
                    <a:cubicBezTo>
                      <a:pt x="13323" y="598"/>
                      <a:pt x="13517" y="523"/>
                      <a:pt x="13741" y="508"/>
                    </a:cubicBezTo>
                    <a:cubicBezTo>
                      <a:pt x="13786" y="505"/>
                      <a:pt x="13831" y="504"/>
                      <a:pt x="13875" y="504"/>
                    </a:cubicBezTo>
                    <a:cubicBezTo>
                      <a:pt x="14054" y="504"/>
                      <a:pt x="14231" y="523"/>
                      <a:pt x="14398" y="523"/>
                    </a:cubicBezTo>
                    <a:cubicBezTo>
                      <a:pt x="14462" y="527"/>
                      <a:pt x="14524" y="529"/>
                      <a:pt x="14586" y="529"/>
                    </a:cubicBezTo>
                    <a:cubicBezTo>
                      <a:pt x="14772" y="529"/>
                      <a:pt x="14951" y="512"/>
                      <a:pt x="15130" y="478"/>
                    </a:cubicBezTo>
                    <a:lnTo>
                      <a:pt x="15160" y="478"/>
                    </a:lnTo>
                    <a:lnTo>
                      <a:pt x="13353" y="463"/>
                    </a:lnTo>
                    <a:cubicBezTo>
                      <a:pt x="13174" y="538"/>
                      <a:pt x="13024" y="672"/>
                      <a:pt x="12875" y="792"/>
                    </a:cubicBezTo>
                    <a:cubicBezTo>
                      <a:pt x="12684" y="919"/>
                      <a:pt x="12458" y="966"/>
                      <a:pt x="12229" y="966"/>
                    </a:cubicBezTo>
                    <a:cubicBezTo>
                      <a:pt x="12028" y="966"/>
                      <a:pt x="11823" y="930"/>
                      <a:pt x="11635" y="881"/>
                    </a:cubicBezTo>
                    <a:cubicBezTo>
                      <a:pt x="11336" y="792"/>
                      <a:pt x="11038" y="642"/>
                      <a:pt x="10799" y="448"/>
                    </a:cubicBezTo>
                    <a:close/>
                    <a:moveTo>
                      <a:pt x="8370" y="739"/>
                    </a:moveTo>
                    <a:cubicBezTo>
                      <a:pt x="8329" y="739"/>
                      <a:pt x="8287" y="742"/>
                      <a:pt x="8245" y="747"/>
                    </a:cubicBezTo>
                    <a:cubicBezTo>
                      <a:pt x="7991" y="747"/>
                      <a:pt x="7752" y="822"/>
                      <a:pt x="7513" y="867"/>
                    </a:cubicBezTo>
                    <a:cubicBezTo>
                      <a:pt x="7307" y="912"/>
                      <a:pt x="7102" y="932"/>
                      <a:pt x="6890" y="932"/>
                    </a:cubicBezTo>
                    <a:cubicBezTo>
                      <a:pt x="6825" y="932"/>
                      <a:pt x="6758" y="930"/>
                      <a:pt x="6691" y="926"/>
                    </a:cubicBezTo>
                    <a:cubicBezTo>
                      <a:pt x="6423" y="911"/>
                      <a:pt x="6139" y="867"/>
                      <a:pt x="5870" y="852"/>
                    </a:cubicBezTo>
                    <a:cubicBezTo>
                      <a:pt x="5785" y="847"/>
                      <a:pt x="5701" y="843"/>
                      <a:pt x="5616" y="843"/>
                    </a:cubicBezTo>
                    <a:cubicBezTo>
                      <a:pt x="5447" y="843"/>
                      <a:pt x="5277" y="857"/>
                      <a:pt x="5108" y="896"/>
                    </a:cubicBezTo>
                    <a:cubicBezTo>
                      <a:pt x="4705" y="971"/>
                      <a:pt x="4317" y="1135"/>
                      <a:pt x="3943" y="1315"/>
                    </a:cubicBezTo>
                    <a:lnTo>
                      <a:pt x="4227" y="1315"/>
                    </a:lnTo>
                    <a:cubicBezTo>
                      <a:pt x="4481" y="1210"/>
                      <a:pt x="4720" y="1105"/>
                      <a:pt x="4974" y="1046"/>
                    </a:cubicBezTo>
                    <a:cubicBezTo>
                      <a:pt x="5228" y="986"/>
                      <a:pt x="5497" y="956"/>
                      <a:pt x="5750" y="956"/>
                    </a:cubicBezTo>
                    <a:cubicBezTo>
                      <a:pt x="6004" y="971"/>
                      <a:pt x="6273" y="1016"/>
                      <a:pt x="6527" y="1046"/>
                    </a:cubicBezTo>
                    <a:cubicBezTo>
                      <a:pt x="6654" y="1053"/>
                      <a:pt x="6777" y="1061"/>
                      <a:pt x="6900" y="1061"/>
                    </a:cubicBezTo>
                    <a:cubicBezTo>
                      <a:pt x="7024" y="1061"/>
                      <a:pt x="7147" y="1053"/>
                      <a:pt x="7274" y="1031"/>
                    </a:cubicBezTo>
                    <a:cubicBezTo>
                      <a:pt x="7528" y="1001"/>
                      <a:pt x="7767" y="926"/>
                      <a:pt x="8036" y="881"/>
                    </a:cubicBezTo>
                    <a:cubicBezTo>
                      <a:pt x="8123" y="871"/>
                      <a:pt x="8211" y="864"/>
                      <a:pt x="8298" y="864"/>
                    </a:cubicBezTo>
                    <a:cubicBezTo>
                      <a:pt x="8450" y="864"/>
                      <a:pt x="8601" y="884"/>
                      <a:pt x="8753" y="941"/>
                    </a:cubicBezTo>
                    <a:cubicBezTo>
                      <a:pt x="8962" y="1016"/>
                      <a:pt x="9141" y="1150"/>
                      <a:pt x="9335" y="1270"/>
                    </a:cubicBezTo>
                    <a:cubicBezTo>
                      <a:pt x="9380" y="1300"/>
                      <a:pt x="9425" y="1330"/>
                      <a:pt x="9469" y="1359"/>
                    </a:cubicBezTo>
                    <a:lnTo>
                      <a:pt x="9783" y="1359"/>
                    </a:lnTo>
                    <a:cubicBezTo>
                      <a:pt x="9679" y="1330"/>
                      <a:pt x="9589" y="1270"/>
                      <a:pt x="9484" y="1225"/>
                    </a:cubicBezTo>
                    <a:cubicBezTo>
                      <a:pt x="9290" y="1105"/>
                      <a:pt x="9111" y="956"/>
                      <a:pt x="8902" y="867"/>
                    </a:cubicBezTo>
                    <a:cubicBezTo>
                      <a:pt x="8742" y="793"/>
                      <a:pt x="8562" y="739"/>
                      <a:pt x="8370" y="739"/>
                    </a:cubicBezTo>
                    <a:close/>
                    <a:moveTo>
                      <a:pt x="15817" y="493"/>
                    </a:moveTo>
                    <a:cubicBezTo>
                      <a:pt x="15653" y="628"/>
                      <a:pt x="15474" y="762"/>
                      <a:pt x="15279" y="881"/>
                    </a:cubicBezTo>
                    <a:cubicBezTo>
                      <a:pt x="15026" y="1031"/>
                      <a:pt x="14727" y="1061"/>
                      <a:pt x="14428" y="1120"/>
                    </a:cubicBezTo>
                    <a:cubicBezTo>
                      <a:pt x="14189" y="1165"/>
                      <a:pt x="13935" y="1225"/>
                      <a:pt x="13756" y="1389"/>
                    </a:cubicBezTo>
                    <a:lnTo>
                      <a:pt x="13950" y="1404"/>
                    </a:lnTo>
                    <a:cubicBezTo>
                      <a:pt x="14114" y="1300"/>
                      <a:pt x="14324" y="1255"/>
                      <a:pt x="14518" y="1225"/>
                    </a:cubicBezTo>
                    <a:cubicBezTo>
                      <a:pt x="14802" y="1180"/>
                      <a:pt x="15070" y="1135"/>
                      <a:pt x="15309" y="1001"/>
                    </a:cubicBezTo>
                    <a:cubicBezTo>
                      <a:pt x="15563" y="867"/>
                      <a:pt x="15772" y="672"/>
                      <a:pt x="15996" y="493"/>
                    </a:cubicBezTo>
                    <a:close/>
                    <a:moveTo>
                      <a:pt x="15643" y="1256"/>
                    </a:moveTo>
                    <a:cubicBezTo>
                      <a:pt x="15601" y="1256"/>
                      <a:pt x="15560" y="1285"/>
                      <a:pt x="15578" y="1330"/>
                    </a:cubicBezTo>
                    <a:cubicBezTo>
                      <a:pt x="15772" y="1822"/>
                      <a:pt x="15653" y="2345"/>
                      <a:pt x="15504" y="2838"/>
                    </a:cubicBezTo>
                    <a:lnTo>
                      <a:pt x="15518" y="3241"/>
                    </a:lnTo>
                    <a:cubicBezTo>
                      <a:pt x="15698" y="2599"/>
                      <a:pt x="15967" y="1957"/>
                      <a:pt x="15713" y="1300"/>
                    </a:cubicBezTo>
                    <a:cubicBezTo>
                      <a:pt x="15701" y="1270"/>
                      <a:pt x="15671" y="1256"/>
                      <a:pt x="15643" y="1256"/>
                    </a:cubicBezTo>
                    <a:close/>
                    <a:moveTo>
                      <a:pt x="642" y="3047"/>
                    </a:moveTo>
                    <a:lnTo>
                      <a:pt x="642" y="3226"/>
                    </a:lnTo>
                    <a:cubicBezTo>
                      <a:pt x="807" y="3421"/>
                      <a:pt x="881" y="3689"/>
                      <a:pt x="866" y="3943"/>
                    </a:cubicBezTo>
                    <a:cubicBezTo>
                      <a:pt x="851" y="4197"/>
                      <a:pt x="762" y="4406"/>
                      <a:pt x="642" y="4615"/>
                    </a:cubicBezTo>
                    <a:lnTo>
                      <a:pt x="642" y="4854"/>
                    </a:lnTo>
                    <a:cubicBezTo>
                      <a:pt x="822" y="4586"/>
                      <a:pt x="971" y="4272"/>
                      <a:pt x="986" y="3928"/>
                    </a:cubicBezTo>
                    <a:cubicBezTo>
                      <a:pt x="1001" y="3600"/>
                      <a:pt x="881" y="3256"/>
                      <a:pt x="642" y="3047"/>
                    </a:cubicBezTo>
                    <a:close/>
                    <a:moveTo>
                      <a:pt x="16400" y="1972"/>
                    </a:moveTo>
                    <a:cubicBezTo>
                      <a:pt x="16400" y="2002"/>
                      <a:pt x="16385" y="2046"/>
                      <a:pt x="16385" y="2076"/>
                    </a:cubicBezTo>
                    <a:cubicBezTo>
                      <a:pt x="16310" y="2420"/>
                      <a:pt x="16205" y="2719"/>
                      <a:pt x="16071" y="3032"/>
                    </a:cubicBezTo>
                    <a:cubicBezTo>
                      <a:pt x="15981" y="3316"/>
                      <a:pt x="15907" y="3570"/>
                      <a:pt x="15952" y="3869"/>
                    </a:cubicBezTo>
                    <a:cubicBezTo>
                      <a:pt x="15981" y="4108"/>
                      <a:pt x="16071" y="4347"/>
                      <a:pt x="16205" y="4541"/>
                    </a:cubicBezTo>
                    <a:cubicBezTo>
                      <a:pt x="16295" y="4660"/>
                      <a:pt x="16400" y="4780"/>
                      <a:pt x="16504" y="4854"/>
                    </a:cubicBezTo>
                    <a:lnTo>
                      <a:pt x="16504" y="4690"/>
                    </a:lnTo>
                    <a:cubicBezTo>
                      <a:pt x="16250" y="4466"/>
                      <a:pt x="16101" y="4137"/>
                      <a:pt x="16056" y="3809"/>
                    </a:cubicBezTo>
                    <a:cubicBezTo>
                      <a:pt x="16041" y="3525"/>
                      <a:pt x="16131" y="3271"/>
                      <a:pt x="16220" y="3002"/>
                    </a:cubicBezTo>
                    <a:cubicBezTo>
                      <a:pt x="16295" y="2823"/>
                      <a:pt x="16370" y="2644"/>
                      <a:pt x="16415" y="2450"/>
                    </a:cubicBezTo>
                    <a:lnTo>
                      <a:pt x="16400" y="1972"/>
                    </a:lnTo>
                    <a:close/>
                    <a:moveTo>
                      <a:pt x="15593" y="5243"/>
                    </a:moveTo>
                    <a:lnTo>
                      <a:pt x="15593" y="5407"/>
                    </a:lnTo>
                    <a:cubicBezTo>
                      <a:pt x="15787" y="5541"/>
                      <a:pt x="15922" y="5765"/>
                      <a:pt x="15922" y="6004"/>
                    </a:cubicBezTo>
                    <a:cubicBezTo>
                      <a:pt x="15922" y="6243"/>
                      <a:pt x="15817" y="6453"/>
                      <a:pt x="15638" y="6602"/>
                    </a:cubicBezTo>
                    <a:lnTo>
                      <a:pt x="15653" y="6751"/>
                    </a:lnTo>
                    <a:cubicBezTo>
                      <a:pt x="15892" y="6587"/>
                      <a:pt x="16041" y="6303"/>
                      <a:pt x="16041" y="6004"/>
                    </a:cubicBezTo>
                    <a:cubicBezTo>
                      <a:pt x="16041" y="5691"/>
                      <a:pt x="15862" y="5407"/>
                      <a:pt x="15593" y="5243"/>
                    </a:cubicBezTo>
                    <a:close/>
                    <a:moveTo>
                      <a:pt x="808" y="444"/>
                    </a:moveTo>
                    <a:cubicBezTo>
                      <a:pt x="759" y="444"/>
                      <a:pt x="716" y="510"/>
                      <a:pt x="762" y="568"/>
                    </a:cubicBezTo>
                    <a:cubicBezTo>
                      <a:pt x="971" y="792"/>
                      <a:pt x="1180" y="1016"/>
                      <a:pt x="1404" y="1255"/>
                    </a:cubicBezTo>
                    <a:cubicBezTo>
                      <a:pt x="1314" y="1434"/>
                      <a:pt x="1240" y="1613"/>
                      <a:pt x="1180" y="1807"/>
                    </a:cubicBezTo>
                    <a:cubicBezTo>
                      <a:pt x="1120" y="2032"/>
                      <a:pt x="1046" y="2270"/>
                      <a:pt x="1001" y="2495"/>
                    </a:cubicBezTo>
                    <a:cubicBezTo>
                      <a:pt x="971" y="2614"/>
                      <a:pt x="971" y="2733"/>
                      <a:pt x="986" y="2853"/>
                    </a:cubicBezTo>
                    <a:cubicBezTo>
                      <a:pt x="1016" y="2972"/>
                      <a:pt x="1076" y="3092"/>
                      <a:pt x="1150" y="3197"/>
                    </a:cubicBezTo>
                    <a:cubicBezTo>
                      <a:pt x="1285" y="3435"/>
                      <a:pt x="1329" y="3689"/>
                      <a:pt x="1285" y="3958"/>
                    </a:cubicBezTo>
                    <a:cubicBezTo>
                      <a:pt x="1240" y="4242"/>
                      <a:pt x="1135" y="4496"/>
                      <a:pt x="1046" y="4765"/>
                    </a:cubicBezTo>
                    <a:cubicBezTo>
                      <a:pt x="971" y="5019"/>
                      <a:pt x="941" y="5273"/>
                      <a:pt x="956" y="5526"/>
                    </a:cubicBezTo>
                    <a:cubicBezTo>
                      <a:pt x="986" y="5990"/>
                      <a:pt x="1180" y="6453"/>
                      <a:pt x="1509" y="6781"/>
                    </a:cubicBezTo>
                    <a:cubicBezTo>
                      <a:pt x="1524" y="6796"/>
                      <a:pt x="1539" y="6811"/>
                      <a:pt x="1553" y="6826"/>
                    </a:cubicBezTo>
                    <a:lnTo>
                      <a:pt x="1553" y="6647"/>
                    </a:lnTo>
                    <a:cubicBezTo>
                      <a:pt x="1270" y="6333"/>
                      <a:pt x="1105" y="5930"/>
                      <a:pt x="1076" y="5512"/>
                    </a:cubicBezTo>
                    <a:cubicBezTo>
                      <a:pt x="1061" y="5273"/>
                      <a:pt x="1090" y="5034"/>
                      <a:pt x="1165" y="4795"/>
                    </a:cubicBezTo>
                    <a:cubicBezTo>
                      <a:pt x="1240" y="4541"/>
                      <a:pt x="1344" y="4302"/>
                      <a:pt x="1389" y="4048"/>
                    </a:cubicBezTo>
                    <a:cubicBezTo>
                      <a:pt x="1434" y="3809"/>
                      <a:pt x="1449" y="3570"/>
                      <a:pt x="1359" y="3346"/>
                    </a:cubicBezTo>
                    <a:cubicBezTo>
                      <a:pt x="1270" y="3122"/>
                      <a:pt x="1105" y="2943"/>
                      <a:pt x="1105" y="2689"/>
                    </a:cubicBezTo>
                    <a:cubicBezTo>
                      <a:pt x="1105" y="2539"/>
                      <a:pt x="1150" y="2390"/>
                      <a:pt x="1180" y="2256"/>
                    </a:cubicBezTo>
                    <a:cubicBezTo>
                      <a:pt x="1210" y="2136"/>
                      <a:pt x="1240" y="2017"/>
                      <a:pt x="1270" y="1912"/>
                    </a:cubicBezTo>
                    <a:cubicBezTo>
                      <a:pt x="1329" y="1718"/>
                      <a:pt x="1404" y="1524"/>
                      <a:pt x="1494" y="1344"/>
                    </a:cubicBezTo>
                    <a:lnTo>
                      <a:pt x="1509" y="1359"/>
                    </a:lnTo>
                    <a:cubicBezTo>
                      <a:pt x="1523" y="1373"/>
                      <a:pt x="1538" y="1379"/>
                      <a:pt x="1553" y="1379"/>
                    </a:cubicBezTo>
                    <a:cubicBezTo>
                      <a:pt x="1602" y="1379"/>
                      <a:pt x="1644" y="1316"/>
                      <a:pt x="1598" y="1270"/>
                    </a:cubicBezTo>
                    <a:cubicBezTo>
                      <a:pt x="1359" y="1001"/>
                      <a:pt x="1105" y="732"/>
                      <a:pt x="851" y="463"/>
                    </a:cubicBezTo>
                    <a:cubicBezTo>
                      <a:pt x="838" y="450"/>
                      <a:pt x="823" y="444"/>
                      <a:pt x="808" y="444"/>
                    </a:cubicBezTo>
                    <a:close/>
                    <a:moveTo>
                      <a:pt x="16549" y="6004"/>
                    </a:moveTo>
                    <a:cubicBezTo>
                      <a:pt x="16474" y="6049"/>
                      <a:pt x="16400" y="6124"/>
                      <a:pt x="16355" y="6214"/>
                    </a:cubicBezTo>
                    <a:cubicBezTo>
                      <a:pt x="16176" y="6467"/>
                      <a:pt x="16176" y="6766"/>
                      <a:pt x="16176" y="7065"/>
                    </a:cubicBezTo>
                    <a:cubicBezTo>
                      <a:pt x="16176" y="7244"/>
                      <a:pt x="16191" y="7408"/>
                      <a:pt x="16146" y="7588"/>
                    </a:cubicBezTo>
                    <a:cubicBezTo>
                      <a:pt x="16116" y="7737"/>
                      <a:pt x="16041" y="7886"/>
                      <a:pt x="15967" y="8021"/>
                    </a:cubicBezTo>
                    <a:cubicBezTo>
                      <a:pt x="15877" y="8200"/>
                      <a:pt x="15787" y="8364"/>
                      <a:pt x="15713" y="8544"/>
                    </a:cubicBezTo>
                    <a:lnTo>
                      <a:pt x="15728" y="8917"/>
                    </a:lnTo>
                    <a:cubicBezTo>
                      <a:pt x="15787" y="8678"/>
                      <a:pt x="15892" y="8469"/>
                      <a:pt x="15996" y="8245"/>
                    </a:cubicBezTo>
                    <a:cubicBezTo>
                      <a:pt x="16131" y="8006"/>
                      <a:pt x="16265" y="7767"/>
                      <a:pt x="16295" y="7498"/>
                    </a:cubicBezTo>
                    <a:cubicBezTo>
                      <a:pt x="16340" y="7184"/>
                      <a:pt x="16265" y="6871"/>
                      <a:pt x="16340" y="6557"/>
                    </a:cubicBezTo>
                    <a:cubicBezTo>
                      <a:pt x="16370" y="6423"/>
                      <a:pt x="16444" y="6258"/>
                      <a:pt x="16549" y="6154"/>
                    </a:cubicBezTo>
                    <a:lnTo>
                      <a:pt x="16549" y="6004"/>
                    </a:lnTo>
                    <a:close/>
                    <a:moveTo>
                      <a:pt x="627" y="6930"/>
                    </a:moveTo>
                    <a:lnTo>
                      <a:pt x="627" y="7229"/>
                    </a:lnTo>
                    <a:cubicBezTo>
                      <a:pt x="732" y="7438"/>
                      <a:pt x="837" y="7647"/>
                      <a:pt x="926" y="7856"/>
                    </a:cubicBezTo>
                    <a:cubicBezTo>
                      <a:pt x="986" y="7991"/>
                      <a:pt x="1016" y="8140"/>
                      <a:pt x="1031" y="8275"/>
                    </a:cubicBezTo>
                    <a:cubicBezTo>
                      <a:pt x="1031" y="8439"/>
                      <a:pt x="986" y="8573"/>
                      <a:pt x="926" y="8738"/>
                    </a:cubicBezTo>
                    <a:cubicBezTo>
                      <a:pt x="866" y="8872"/>
                      <a:pt x="822" y="9007"/>
                      <a:pt x="792" y="9156"/>
                    </a:cubicBezTo>
                    <a:cubicBezTo>
                      <a:pt x="762" y="9305"/>
                      <a:pt x="747" y="9455"/>
                      <a:pt x="672" y="9589"/>
                    </a:cubicBezTo>
                    <a:cubicBezTo>
                      <a:pt x="657" y="9619"/>
                      <a:pt x="642" y="9649"/>
                      <a:pt x="613" y="9664"/>
                    </a:cubicBezTo>
                    <a:lnTo>
                      <a:pt x="613" y="9873"/>
                    </a:lnTo>
                    <a:cubicBezTo>
                      <a:pt x="687" y="9783"/>
                      <a:pt x="762" y="9694"/>
                      <a:pt x="807" y="9604"/>
                    </a:cubicBezTo>
                    <a:cubicBezTo>
                      <a:pt x="866" y="9470"/>
                      <a:pt x="896" y="9350"/>
                      <a:pt x="911" y="9201"/>
                    </a:cubicBezTo>
                    <a:cubicBezTo>
                      <a:pt x="941" y="9051"/>
                      <a:pt x="986" y="8917"/>
                      <a:pt x="1046" y="8768"/>
                    </a:cubicBezTo>
                    <a:cubicBezTo>
                      <a:pt x="1150" y="8514"/>
                      <a:pt x="1180" y="8245"/>
                      <a:pt x="1076" y="7976"/>
                    </a:cubicBezTo>
                    <a:cubicBezTo>
                      <a:pt x="1001" y="7707"/>
                      <a:pt x="851" y="7453"/>
                      <a:pt x="732" y="7199"/>
                    </a:cubicBezTo>
                    <a:cubicBezTo>
                      <a:pt x="687" y="7110"/>
                      <a:pt x="657" y="7020"/>
                      <a:pt x="627" y="6930"/>
                    </a:cubicBezTo>
                    <a:close/>
                    <a:moveTo>
                      <a:pt x="16639" y="8514"/>
                    </a:moveTo>
                    <a:cubicBezTo>
                      <a:pt x="16639" y="8529"/>
                      <a:pt x="16639" y="8529"/>
                      <a:pt x="16639" y="8529"/>
                    </a:cubicBezTo>
                    <a:cubicBezTo>
                      <a:pt x="16504" y="8678"/>
                      <a:pt x="16430" y="8872"/>
                      <a:pt x="16355" y="9066"/>
                    </a:cubicBezTo>
                    <a:cubicBezTo>
                      <a:pt x="16280" y="9260"/>
                      <a:pt x="16235" y="9455"/>
                      <a:pt x="16265" y="9664"/>
                    </a:cubicBezTo>
                    <a:cubicBezTo>
                      <a:pt x="16310" y="9888"/>
                      <a:pt x="16474" y="10186"/>
                      <a:pt x="16698" y="10261"/>
                    </a:cubicBezTo>
                    <a:lnTo>
                      <a:pt x="16698" y="10127"/>
                    </a:lnTo>
                    <a:cubicBezTo>
                      <a:pt x="16639" y="10097"/>
                      <a:pt x="16594" y="10052"/>
                      <a:pt x="16549" y="10007"/>
                    </a:cubicBezTo>
                    <a:cubicBezTo>
                      <a:pt x="16444" y="9873"/>
                      <a:pt x="16400" y="9709"/>
                      <a:pt x="16385" y="9559"/>
                    </a:cubicBezTo>
                    <a:cubicBezTo>
                      <a:pt x="16385" y="9380"/>
                      <a:pt x="16430" y="9231"/>
                      <a:pt x="16489" y="9081"/>
                    </a:cubicBezTo>
                    <a:cubicBezTo>
                      <a:pt x="16534" y="8962"/>
                      <a:pt x="16579" y="8842"/>
                      <a:pt x="16654" y="8738"/>
                    </a:cubicBezTo>
                    <a:lnTo>
                      <a:pt x="16639" y="8514"/>
                    </a:lnTo>
                    <a:close/>
                    <a:moveTo>
                      <a:pt x="1539" y="9753"/>
                    </a:moveTo>
                    <a:cubicBezTo>
                      <a:pt x="1404" y="9918"/>
                      <a:pt x="1255" y="10142"/>
                      <a:pt x="1270" y="10366"/>
                    </a:cubicBezTo>
                    <a:cubicBezTo>
                      <a:pt x="1300" y="10515"/>
                      <a:pt x="1389" y="10664"/>
                      <a:pt x="1539" y="10724"/>
                    </a:cubicBezTo>
                    <a:lnTo>
                      <a:pt x="1539" y="10575"/>
                    </a:lnTo>
                    <a:cubicBezTo>
                      <a:pt x="1464" y="10515"/>
                      <a:pt x="1404" y="10411"/>
                      <a:pt x="1404" y="10321"/>
                    </a:cubicBezTo>
                    <a:cubicBezTo>
                      <a:pt x="1404" y="10186"/>
                      <a:pt x="1464" y="10067"/>
                      <a:pt x="1539" y="9948"/>
                    </a:cubicBezTo>
                    <a:lnTo>
                      <a:pt x="1539" y="9753"/>
                    </a:lnTo>
                    <a:close/>
                    <a:moveTo>
                      <a:pt x="2450" y="10844"/>
                    </a:moveTo>
                    <a:cubicBezTo>
                      <a:pt x="1822" y="10874"/>
                      <a:pt x="1195" y="10888"/>
                      <a:pt x="568" y="10918"/>
                    </a:cubicBezTo>
                    <a:cubicBezTo>
                      <a:pt x="478" y="10918"/>
                      <a:pt x="478" y="11038"/>
                      <a:pt x="568" y="11038"/>
                    </a:cubicBezTo>
                    <a:cubicBezTo>
                      <a:pt x="1195" y="11008"/>
                      <a:pt x="1822" y="10993"/>
                      <a:pt x="2450" y="10978"/>
                    </a:cubicBezTo>
                    <a:cubicBezTo>
                      <a:pt x="2539" y="10978"/>
                      <a:pt x="2539" y="10844"/>
                      <a:pt x="2450" y="10844"/>
                    </a:cubicBezTo>
                    <a:close/>
                    <a:moveTo>
                      <a:pt x="9156" y="10888"/>
                    </a:moveTo>
                    <a:cubicBezTo>
                      <a:pt x="9126" y="10918"/>
                      <a:pt x="9096" y="10933"/>
                      <a:pt x="9066" y="10948"/>
                    </a:cubicBezTo>
                    <a:cubicBezTo>
                      <a:pt x="8887" y="11038"/>
                      <a:pt x="8723" y="11113"/>
                      <a:pt x="8528" y="11157"/>
                    </a:cubicBezTo>
                    <a:cubicBezTo>
                      <a:pt x="8470" y="11170"/>
                      <a:pt x="8408" y="11177"/>
                      <a:pt x="8346" y="11177"/>
                    </a:cubicBezTo>
                    <a:cubicBezTo>
                      <a:pt x="8119" y="11177"/>
                      <a:pt x="7880" y="11091"/>
                      <a:pt x="7752" y="10903"/>
                    </a:cubicBezTo>
                    <a:lnTo>
                      <a:pt x="7617" y="10903"/>
                    </a:lnTo>
                    <a:cubicBezTo>
                      <a:pt x="7760" y="11175"/>
                      <a:pt x="8058" y="11301"/>
                      <a:pt x="8359" y="11301"/>
                    </a:cubicBezTo>
                    <a:cubicBezTo>
                      <a:pt x="8406" y="11301"/>
                      <a:pt x="8452" y="11298"/>
                      <a:pt x="8499" y="11292"/>
                    </a:cubicBezTo>
                    <a:cubicBezTo>
                      <a:pt x="8738" y="11262"/>
                      <a:pt x="8947" y="11157"/>
                      <a:pt x="9141" y="11038"/>
                    </a:cubicBezTo>
                    <a:cubicBezTo>
                      <a:pt x="9230" y="10993"/>
                      <a:pt x="9320" y="10948"/>
                      <a:pt x="9380" y="10888"/>
                    </a:cubicBezTo>
                    <a:close/>
                    <a:moveTo>
                      <a:pt x="15489" y="10724"/>
                    </a:moveTo>
                    <a:cubicBezTo>
                      <a:pt x="15399" y="10724"/>
                      <a:pt x="15399" y="10844"/>
                      <a:pt x="15489" y="10844"/>
                    </a:cubicBezTo>
                    <a:lnTo>
                      <a:pt x="16056" y="10844"/>
                    </a:lnTo>
                    <a:cubicBezTo>
                      <a:pt x="16041" y="10874"/>
                      <a:pt x="16041" y="10903"/>
                      <a:pt x="16071" y="10918"/>
                    </a:cubicBezTo>
                    <a:cubicBezTo>
                      <a:pt x="16370" y="11172"/>
                      <a:pt x="16743" y="11322"/>
                      <a:pt x="17132" y="11366"/>
                    </a:cubicBezTo>
                    <a:cubicBezTo>
                      <a:pt x="17191" y="11371"/>
                      <a:pt x="17249" y="11373"/>
                      <a:pt x="17307" y="11373"/>
                    </a:cubicBezTo>
                    <a:cubicBezTo>
                      <a:pt x="17422" y="11373"/>
                      <a:pt x="17535" y="11366"/>
                      <a:pt x="17654" y="11366"/>
                    </a:cubicBezTo>
                    <a:lnTo>
                      <a:pt x="17654" y="11247"/>
                    </a:lnTo>
                    <a:lnTo>
                      <a:pt x="17251" y="11247"/>
                    </a:lnTo>
                    <a:cubicBezTo>
                      <a:pt x="16863" y="11217"/>
                      <a:pt x="16489" y="11083"/>
                      <a:pt x="16191" y="10844"/>
                    </a:cubicBezTo>
                    <a:lnTo>
                      <a:pt x="16982" y="10844"/>
                    </a:lnTo>
                    <a:cubicBezTo>
                      <a:pt x="17072" y="10844"/>
                      <a:pt x="17072" y="10724"/>
                      <a:pt x="16982" y="10724"/>
                    </a:cubicBezTo>
                    <a:close/>
                    <a:moveTo>
                      <a:pt x="12651" y="10859"/>
                    </a:moveTo>
                    <a:lnTo>
                      <a:pt x="12113" y="10874"/>
                    </a:lnTo>
                    <a:cubicBezTo>
                      <a:pt x="11111" y="11168"/>
                      <a:pt x="10147" y="11686"/>
                      <a:pt x="9124" y="11686"/>
                    </a:cubicBezTo>
                    <a:cubicBezTo>
                      <a:pt x="8851" y="11686"/>
                      <a:pt x="8573" y="11649"/>
                      <a:pt x="8290" y="11561"/>
                    </a:cubicBezTo>
                    <a:cubicBezTo>
                      <a:pt x="7976" y="11471"/>
                      <a:pt x="7677" y="11337"/>
                      <a:pt x="7378" y="11202"/>
                    </a:cubicBezTo>
                    <a:cubicBezTo>
                      <a:pt x="7184" y="11113"/>
                      <a:pt x="7005" y="11023"/>
                      <a:pt x="6826" y="10918"/>
                    </a:cubicBezTo>
                    <a:lnTo>
                      <a:pt x="6602" y="10918"/>
                    </a:lnTo>
                    <a:cubicBezTo>
                      <a:pt x="7020" y="11217"/>
                      <a:pt x="7528" y="11426"/>
                      <a:pt x="8021" y="11605"/>
                    </a:cubicBezTo>
                    <a:cubicBezTo>
                      <a:pt x="8390" y="11744"/>
                      <a:pt x="8768" y="11820"/>
                      <a:pt x="9154" y="11820"/>
                    </a:cubicBezTo>
                    <a:cubicBezTo>
                      <a:pt x="9269" y="11820"/>
                      <a:pt x="9384" y="11813"/>
                      <a:pt x="9499" y="11800"/>
                    </a:cubicBezTo>
                    <a:cubicBezTo>
                      <a:pt x="10440" y="11695"/>
                      <a:pt x="11307" y="11232"/>
                      <a:pt x="12218" y="10978"/>
                    </a:cubicBezTo>
                    <a:cubicBezTo>
                      <a:pt x="12367" y="10933"/>
                      <a:pt x="12501" y="10888"/>
                      <a:pt x="12651" y="10859"/>
                    </a:cubicBezTo>
                    <a:close/>
                    <a:moveTo>
                      <a:pt x="4033" y="10948"/>
                    </a:moveTo>
                    <a:cubicBezTo>
                      <a:pt x="3764" y="11113"/>
                      <a:pt x="3540" y="11337"/>
                      <a:pt x="3256" y="11501"/>
                    </a:cubicBezTo>
                    <a:cubicBezTo>
                      <a:pt x="2969" y="11657"/>
                      <a:pt x="2648" y="11745"/>
                      <a:pt x="2313" y="11745"/>
                    </a:cubicBezTo>
                    <a:cubicBezTo>
                      <a:pt x="2264" y="11745"/>
                      <a:pt x="2215" y="11744"/>
                      <a:pt x="2166" y="11740"/>
                    </a:cubicBezTo>
                    <a:cubicBezTo>
                      <a:pt x="1778" y="11710"/>
                      <a:pt x="1449" y="11501"/>
                      <a:pt x="1061" y="11426"/>
                    </a:cubicBezTo>
                    <a:cubicBezTo>
                      <a:pt x="981" y="11415"/>
                      <a:pt x="905" y="11410"/>
                      <a:pt x="832" y="11410"/>
                    </a:cubicBezTo>
                    <a:cubicBezTo>
                      <a:pt x="712" y="11410"/>
                      <a:pt x="598" y="11423"/>
                      <a:pt x="478" y="11441"/>
                    </a:cubicBezTo>
                    <a:cubicBezTo>
                      <a:pt x="365" y="11451"/>
                      <a:pt x="251" y="11469"/>
                      <a:pt x="143" y="11469"/>
                    </a:cubicBezTo>
                    <a:cubicBezTo>
                      <a:pt x="94" y="11469"/>
                      <a:pt x="46" y="11465"/>
                      <a:pt x="0" y="11456"/>
                    </a:cubicBezTo>
                    <a:lnTo>
                      <a:pt x="0" y="11590"/>
                    </a:lnTo>
                    <a:cubicBezTo>
                      <a:pt x="54" y="11599"/>
                      <a:pt x="108" y="11603"/>
                      <a:pt x="163" y="11603"/>
                    </a:cubicBezTo>
                    <a:cubicBezTo>
                      <a:pt x="382" y="11603"/>
                      <a:pt x="607" y="11546"/>
                      <a:pt x="822" y="11546"/>
                    </a:cubicBezTo>
                    <a:cubicBezTo>
                      <a:pt x="1225" y="11546"/>
                      <a:pt x="1583" y="11770"/>
                      <a:pt x="1957" y="11844"/>
                    </a:cubicBezTo>
                    <a:cubicBezTo>
                      <a:pt x="2078" y="11864"/>
                      <a:pt x="2199" y="11874"/>
                      <a:pt x="2319" y="11874"/>
                    </a:cubicBezTo>
                    <a:cubicBezTo>
                      <a:pt x="2569" y="11874"/>
                      <a:pt x="2815" y="11831"/>
                      <a:pt x="3047" y="11740"/>
                    </a:cubicBezTo>
                    <a:cubicBezTo>
                      <a:pt x="3420" y="11605"/>
                      <a:pt x="3689" y="11322"/>
                      <a:pt x="4018" y="11113"/>
                    </a:cubicBezTo>
                    <a:cubicBezTo>
                      <a:pt x="4122" y="11053"/>
                      <a:pt x="4227" y="10993"/>
                      <a:pt x="4332" y="10948"/>
                    </a:cubicBezTo>
                    <a:close/>
                    <a:moveTo>
                      <a:pt x="13805" y="11754"/>
                    </a:moveTo>
                    <a:cubicBezTo>
                      <a:pt x="13551" y="11754"/>
                      <a:pt x="13315" y="11886"/>
                      <a:pt x="13159" y="12098"/>
                    </a:cubicBezTo>
                    <a:lnTo>
                      <a:pt x="13338" y="12083"/>
                    </a:lnTo>
                    <a:cubicBezTo>
                      <a:pt x="13461" y="11960"/>
                      <a:pt x="13635" y="11878"/>
                      <a:pt x="13818" y="11878"/>
                    </a:cubicBezTo>
                    <a:cubicBezTo>
                      <a:pt x="13857" y="11878"/>
                      <a:pt x="13896" y="11881"/>
                      <a:pt x="13935" y="11889"/>
                    </a:cubicBezTo>
                    <a:cubicBezTo>
                      <a:pt x="14070" y="11919"/>
                      <a:pt x="14174" y="11979"/>
                      <a:pt x="14264" y="12083"/>
                    </a:cubicBezTo>
                    <a:lnTo>
                      <a:pt x="14413" y="12083"/>
                    </a:lnTo>
                    <a:cubicBezTo>
                      <a:pt x="14383" y="12039"/>
                      <a:pt x="14353" y="11994"/>
                      <a:pt x="14309" y="11949"/>
                    </a:cubicBezTo>
                    <a:cubicBezTo>
                      <a:pt x="14189" y="11829"/>
                      <a:pt x="14025" y="11755"/>
                      <a:pt x="13846" y="11755"/>
                    </a:cubicBezTo>
                    <a:cubicBezTo>
                      <a:pt x="13832" y="11754"/>
                      <a:pt x="13819" y="11754"/>
                      <a:pt x="13805" y="11754"/>
                    </a:cubicBezTo>
                    <a:close/>
                    <a:moveTo>
                      <a:pt x="13556" y="11193"/>
                    </a:moveTo>
                    <a:cubicBezTo>
                      <a:pt x="13482" y="11193"/>
                      <a:pt x="13410" y="11196"/>
                      <a:pt x="13338" y="11202"/>
                    </a:cubicBezTo>
                    <a:cubicBezTo>
                      <a:pt x="12949" y="11247"/>
                      <a:pt x="12591" y="11366"/>
                      <a:pt x="12262" y="11516"/>
                    </a:cubicBezTo>
                    <a:cubicBezTo>
                      <a:pt x="11949" y="11650"/>
                      <a:pt x="11650" y="11829"/>
                      <a:pt x="11366" y="12024"/>
                    </a:cubicBezTo>
                    <a:cubicBezTo>
                      <a:pt x="10903" y="12039"/>
                      <a:pt x="10455" y="12053"/>
                      <a:pt x="10007" y="12083"/>
                    </a:cubicBezTo>
                    <a:cubicBezTo>
                      <a:pt x="9922" y="12083"/>
                      <a:pt x="9918" y="12204"/>
                      <a:pt x="9994" y="12204"/>
                    </a:cubicBezTo>
                    <a:cubicBezTo>
                      <a:pt x="9998" y="12204"/>
                      <a:pt x="10002" y="12204"/>
                      <a:pt x="10007" y="12203"/>
                    </a:cubicBezTo>
                    <a:cubicBezTo>
                      <a:pt x="11023" y="12158"/>
                      <a:pt x="12053" y="12128"/>
                      <a:pt x="13069" y="12083"/>
                    </a:cubicBezTo>
                    <a:cubicBezTo>
                      <a:pt x="13159" y="12083"/>
                      <a:pt x="13159" y="11949"/>
                      <a:pt x="13069" y="11949"/>
                    </a:cubicBezTo>
                    <a:cubicBezTo>
                      <a:pt x="12591" y="11964"/>
                      <a:pt x="12113" y="11994"/>
                      <a:pt x="11620" y="12009"/>
                    </a:cubicBezTo>
                    <a:cubicBezTo>
                      <a:pt x="12113" y="11710"/>
                      <a:pt x="12636" y="11441"/>
                      <a:pt x="13203" y="11366"/>
                    </a:cubicBezTo>
                    <a:cubicBezTo>
                      <a:pt x="13326" y="11347"/>
                      <a:pt x="13447" y="11338"/>
                      <a:pt x="13568" y="11338"/>
                    </a:cubicBezTo>
                    <a:cubicBezTo>
                      <a:pt x="14187" y="11338"/>
                      <a:pt x="14787" y="11577"/>
                      <a:pt x="15324" y="11889"/>
                    </a:cubicBezTo>
                    <a:cubicBezTo>
                      <a:pt x="15429" y="11949"/>
                      <a:pt x="15533" y="12009"/>
                      <a:pt x="15623" y="12068"/>
                    </a:cubicBezTo>
                    <a:lnTo>
                      <a:pt x="15862" y="12068"/>
                    </a:lnTo>
                    <a:cubicBezTo>
                      <a:pt x="15414" y="11770"/>
                      <a:pt x="14951" y="11501"/>
                      <a:pt x="14443" y="11337"/>
                    </a:cubicBezTo>
                    <a:cubicBezTo>
                      <a:pt x="14156" y="11241"/>
                      <a:pt x="13850" y="11193"/>
                      <a:pt x="13556" y="11193"/>
                    </a:cubicBezTo>
                    <a:close/>
                    <a:moveTo>
                      <a:pt x="6452" y="11561"/>
                    </a:moveTo>
                    <a:cubicBezTo>
                      <a:pt x="6243" y="11561"/>
                      <a:pt x="6034" y="11635"/>
                      <a:pt x="5840" y="11710"/>
                    </a:cubicBezTo>
                    <a:cubicBezTo>
                      <a:pt x="5750" y="11740"/>
                      <a:pt x="5631" y="11785"/>
                      <a:pt x="5526" y="11800"/>
                    </a:cubicBezTo>
                    <a:cubicBezTo>
                      <a:pt x="5499" y="11806"/>
                      <a:pt x="5473" y="11809"/>
                      <a:pt x="5446" y="11809"/>
                    </a:cubicBezTo>
                    <a:cubicBezTo>
                      <a:pt x="5354" y="11809"/>
                      <a:pt x="5264" y="11775"/>
                      <a:pt x="5183" y="11740"/>
                    </a:cubicBezTo>
                    <a:cubicBezTo>
                      <a:pt x="5016" y="11656"/>
                      <a:pt x="4869" y="11592"/>
                      <a:pt x="4702" y="11592"/>
                    </a:cubicBezTo>
                    <a:cubicBezTo>
                      <a:pt x="4660" y="11592"/>
                      <a:pt x="4616" y="11596"/>
                      <a:pt x="4571" y="11605"/>
                    </a:cubicBezTo>
                    <a:cubicBezTo>
                      <a:pt x="4346" y="11635"/>
                      <a:pt x="4137" y="11740"/>
                      <a:pt x="3958" y="11859"/>
                    </a:cubicBezTo>
                    <a:cubicBezTo>
                      <a:pt x="3824" y="11949"/>
                      <a:pt x="3689" y="12068"/>
                      <a:pt x="3555" y="12188"/>
                    </a:cubicBezTo>
                    <a:lnTo>
                      <a:pt x="3749" y="12188"/>
                    </a:lnTo>
                    <a:lnTo>
                      <a:pt x="3764" y="12173"/>
                    </a:lnTo>
                    <a:cubicBezTo>
                      <a:pt x="3958" y="12009"/>
                      <a:pt x="4152" y="11859"/>
                      <a:pt x="4376" y="11770"/>
                    </a:cubicBezTo>
                    <a:cubicBezTo>
                      <a:pt x="4473" y="11733"/>
                      <a:pt x="4568" y="11717"/>
                      <a:pt x="4661" y="11717"/>
                    </a:cubicBezTo>
                    <a:cubicBezTo>
                      <a:pt x="4797" y="11717"/>
                      <a:pt x="4930" y="11752"/>
                      <a:pt x="5063" y="11814"/>
                    </a:cubicBezTo>
                    <a:cubicBezTo>
                      <a:pt x="5196" y="11892"/>
                      <a:pt x="5328" y="11936"/>
                      <a:pt x="5479" y="11936"/>
                    </a:cubicBezTo>
                    <a:cubicBezTo>
                      <a:pt x="5532" y="11936"/>
                      <a:pt x="5587" y="11931"/>
                      <a:pt x="5646" y="11919"/>
                    </a:cubicBezTo>
                    <a:cubicBezTo>
                      <a:pt x="5855" y="11859"/>
                      <a:pt x="6049" y="11740"/>
                      <a:pt x="6258" y="11710"/>
                    </a:cubicBezTo>
                    <a:cubicBezTo>
                      <a:pt x="6309" y="11701"/>
                      <a:pt x="6359" y="11697"/>
                      <a:pt x="6409" y="11697"/>
                    </a:cubicBezTo>
                    <a:cubicBezTo>
                      <a:pt x="6788" y="11697"/>
                      <a:pt x="7153" y="11929"/>
                      <a:pt x="7483" y="12113"/>
                    </a:cubicBezTo>
                    <a:cubicBezTo>
                      <a:pt x="6885" y="12142"/>
                      <a:pt x="6287" y="12159"/>
                      <a:pt x="5685" y="12159"/>
                    </a:cubicBezTo>
                    <a:cubicBezTo>
                      <a:pt x="5355" y="12159"/>
                      <a:pt x="5023" y="12154"/>
                      <a:pt x="4690" y="12143"/>
                    </a:cubicBezTo>
                    <a:cubicBezTo>
                      <a:pt x="4615" y="12143"/>
                      <a:pt x="4615" y="12263"/>
                      <a:pt x="4690" y="12263"/>
                    </a:cubicBezTo>
                    <a:cubicBezTo>
                      <a:pt x="5067" y="12280"/>
                      <a:pt x="5442" y="12289"/>
                      <a:pt x="5815" y="12289"/>
                    </a:cubicBezTo>
                    <a:cubicBezTo>
                      <a:pt x="6388" y="12289"/>
                      <a:pt x="6958" y="12269"/>
                      <a:pt x="7528" y="12233"/>
                    </a:cubicBezTo>
                    <a:cubicBezTo>
                      <a:pt x="7588" y="12233"/>
                      <a:pt x="7602" y="12188"/>
                      <a:pt x="7588" y="12143"/>
                    </a:cubicBezTo>
                    <a:lnTo>
                      <a:pt x="7797" y="12143"/>
                    </a:lnTo>
                    <a:cubicBezTo>
                      <a:pt x="7737" y="12113"/>
                      <a:pt x="7677" y="12083"/>
                      <a:pt x="7632" y="12053"/>
                    </a:cubicBezTo>
                    <a:cubicBezTo>
                      <a:pt x="7259" y="11844"/>
                      <a:pt x="6886" y="11590"/>
                      <a:pt x="6452" y="1156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1"/>
              <p:cNvSpPr/>
              <p:nvPr/>
            </p:nvSpPr>
            <p:spPr>
              <a:xfrm>
                <a:off x="-968175" y="1208750"/>
                <a:ext cx="26700" cy="26950"/>
              </a:xfrm>
              <a:custGeom>
                <a:rect b="b" l="l" r="r" t="t"/>
                <a:pathLst>
                  <a:path extrusionOk="0" h="1078" w="1068">
                    <a:moveTo>
                      <a:pt x="971" y="0"/>
                    </a:moveTo>
                    <a:cubicBezTo>
                      <a:pt x="957" y="0"/>
                      <a:pt x="943" y="6"/>
                      <a:pt x="932" y="20"/>
                    </a:cubicBezTo>
                    <a:cubicBezTo>
                      <a:pt x="649" y="349"/>
                      <a:pt x="350" y="662"/>
                      <a:pt x="36" y="976"/>
                    </a:cubicBezTo>
                    <a:cubicBezTo>
                      <a:pt x="0" y="1012"/>
                      <a:pt x="42" y="1078"/>
                      <a:pt x="99" y="1078"/>
                    </a:cubicBezTo>
                    <a:cubicBezTo>
                      <a:pt x="112" y="1078"/>
                      <a:pt x="127" y="1074"/>
                      <a:pt x="141" y="1065"/>
                    </a:cubicBezTo>
                    <a:cubicBezTo>
                      <a:pt x="455" y="767"/>
                      <a:pt x="738" y="453"/>
                      <a:pt x="1022" y="110"/>
                    </a:cubicBezTo>
                    <a:cubicBezTo>
                      <a:pt x="1068" y="64"/>
                      <a:pt x="1017" y="0"/>
                      <a:pt x="971"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1"/>
              <p:cNvSpPr/>
              <p:nvPr/>
            </p:nvSpPr>
            <p:spPr>
              <a:xfrm>
                <a:off x="-1076675" y="1429550"/>
                <a:ext cx="53050" cy="23550"/>
              </a:xfrm>
              <a:custGeom>
                <a:rect b="b" l="l" r="r" t="t"/>
                <a:pathLst>
                  <a:path extrusionOk="0" h="942" w="2122">
                    <a:moveTo>
                      <a:pt x="2121" y="0"/>
                    </a:moveTo>
                    <a:lnTo>
                      <a:pt x="0" y="15"/>
                    </a:lnTo>
                    <a:lnTo>
                      <a:pt x="0" y="941"/>
                    </a:lnTo>
                    <a:lnTo>
                      <a:pt x="2121" y="926"/>
                    </a:lnTo>
                    <a:lnTo>
                      <a:pt x="21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1"/>
              <p:cNvSpPr/>
              <p:nvPr/>
            </p:nvSpPr>
            <p:spPr>
              <a:xfrm>
                <a:off x="-1091625" y="1452325"/>
                <a:ext cx="85175" cy="15700"/>
              </a:xfrm>
              <a:custGeom>
                <a:rect b="b" l="l" r="r" t="t"/>
                <a:pathLst>
                  <a:path extrusionOk="0" h="628" w="3407">
                    <a:moveTo>
                      <a:pt x="3391" y="0"/>
                    </a:moveTo>
                    <a:lnTo>
                      <a:pt x="1" y="15"/>
                    </a:lnTo>
                    <a:lnTo>
                      <a:pt x="1" y="628"/>
                    </a:lnTo>
                    <a:lnTo>
                      <a:pt x="3406" y="613"/>
                    </a:lnTo>
                    <a:lnTo>
                      <a:pt x="339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196" name="Google Shape;1196;p1"/>
          <p:cNvGrpSpPr/>
          <p:nvPr/>
        </p:nvGrpSpPr>
        <p:grpSpPr>
          <a:xfrm>
            <a:off x="7266349" y="795350"/>
            <a:ext cx="1678276" cy="4186046"/>
            <a:chOff x="7414149" y="795350"/>
            <a:chExt cx="1678276" cy="4186046"/>
          </a:xfrm>
        </p:grpSpPr>
        <p:grpSp>
          <p:nvGrpSpPr>
            <p:cNvPr id="1197" name="Google Shape;1197;p1"/>
            <p:cNvGrpSpPr/>
            <p:nvPr/>
          </p:nvGrpSpPr>
          <p:grpSpPr>
            <a:xfrm rot="553263">
              <a:off x="7637469" y="3322277"/>
              <a:ext cx="1338456" cy="1561972"/>
              <a:chOff x="2342300" y="-1710275"/>
              <a:chExt cx="230400" cy="268875"/>
            </a:xfrm>
          </p:grpSpPr>
          <p:sp>
            <p:nvSpPr>
              <p:cNvPr id="1198" name="Google Shape;1198;p1"/>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1"/>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1"/>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2" name="Google Shape;1202;p1"/>
            <p:cNvSpPr/>
            <p:nvPr/>
          </p:nvSpPr>
          <p:spPr>
            <a:xfrm>
              <a:off x="7414149" y="795350"/>
              <a:ext cx="313541" cy="513511"/>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rgbClr val="1B45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203" name="Google Shape;1203;p1"/>
          <p:cNvCxnSpPr/>
          <p:nvPr/>
        </p:nvCxnSpPr>
        <p:spPr>
          <a:xfrm>
            <a:off x="2043125" y="2490631"/>
            <a:ext cx="5181900" cy="123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2"/>
          <p:cNvSpPr txBox="1"/>
          <p:nvPr>
            <p:ph type="title"/>
          </p:nvPr>
        </p:nvSpPr>
        <p:spPr>
          <a:xfrm>
            <a:off x="720000" y="445025"/>
            <a:ext cx="7704000" cy="64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latin typeface="Roboto"/>
                <a:ea typeface="Roboto"/>
                <a:cs typeface="Roboto"/>
                <a:sym typeface="Roboto"/>
              </a:rPr>
              <a:t>Mục lục</a:t>
            </a:r>
            <a:endParaRPr>
              <a:latin typeface="Roboto"/>
              <a:ea typeface="Roboto"/>
              <a:cs typeface="Roboto"/>
              <a:sym typeface="Roboto"/>
            </a:endParaRPr>
          </a:p>
        </p:txBody>
      </p:sp>
      <p:sp>
        <p:nvSpPr>
          <p:cNvPr id="1209" name="Google Shape;1209;p2"/>
          <p:cNvSpPr txBox="1"/>
          <p:nvPr>
            <p:ph idx="7" type="title"/>
          </p:nvPr>
        </p:nvSpPr>
        <p:spPr>
          <a:xfrm>
            <a:off x="720000" y="1269445"/>
            <a:ext cx="7347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01</a:t>
            </a:r>
            <a:endParaRPr/>
          </a:p>
        </p:txBody>
      </p:sp>
      <p:sp>
        <p:nvSpPr>
          <p:cNvPr id="1210" name="Google Shape;1210;p2"/>
          <p:cNvSpPr txBox="1"/>
          <p:nvPr>
            <p:ph idx="8" type="title"/>
          </p:nvPr>
        </p:nvSpPr>
        <p:spPr>
          <a:xfrm>
            <a:off x="720000" y="3002041"/>
            <a:ext cx="7347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04</a:t>
            </a:r>
            <a:endParaRPr/>
          </a:p>
        </p:txBody>
      </p:sp>
      <p:sp>
        <p:nvSpPr>
          <p:cNvPr id="1211" name="Google Shape;1211;p2"/>
          <p:cNvSpPr txBox="1"/>
          <p:nvPr>
            <p:ph idx="9" type="title"/>
          </p:nvPr>
        </p:nvSpPr>
        <p:spPr>
          <a:xfrm>
            <a:off x="3419271" y="1269445"/>
            <a:ext cx="7347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02</a:t>
            </a:r>
            <a:endParaRPr/>
          </a:p>
        </p:txBody>
      </p:sp>
      <p:sp>
        <p:nvSpPr>
          <p:cNvPr id="1212" name="Google Shape;1212;p2"/>
          <p:cNvSpPr txBox="1"/>
          <p:nvPr>
            <p:ph idx="13" type="title"/>
          </p:nvPr>
        </p:nvSpPr>
        <p:spPr>
          <a:xfrm>
            <a:off x="3419271" y="3002041"/>
            <a:ext cx="7347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05</a:t>
            </a:r>
            <a:endParaRPr/>
          </a:p>
        </p:txBody>
      </p:sp>
      <p:sp>
        <p:nvSpPr>
          <p:cNvPr id="1213" name="Google Shape;1213;p2"/>
          <p:cNvSpPr txBox="1"/>
          <p:nvPr>
            <p:ph idx="14" type="title"/>
          </p:nvPr>
        </p:nvSpPr>
        <p:spPr>
          <a:xfrm>
            <a:off x="6118549" y="1269445"/>
            <a:ext cx="7347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03</a:t>
            </a:r>
            <a:endParaRPr/>
          </a:p>
        </p:txBody>
      </p:sp>
      <p:sp>
        <p:nvSpPr>
          <p:cNvPr id="1214" name="Google Shape;1214;p2"/>
          <p:cNvSpPr txBox="1"/>
          <p:nvPr>
            <p:ph idx="15" type="title"/>
          </p:nvPr>
        </p:nvSpPr>
        <p:spPr>
          <a:xfrm>
            <a:off x="6118549" y="3002041"/>
            <a:ext cx="734700" cy="44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06</a:t>
            </a:r>
            <a:endParaRPr/>
          </a:p>
        </p:txBody>
      </p:sp>
      <p:sp>
        <p:nvSpPr>
          <p:cNvPr id="1215" name="Google Shape;1215;p2"/>
          <p:cNvSpPr txBox="1"/>
          <p:nvPr>
            <p:ph idx="16" type="subTitle"/>
          </p:nvPr>
        </p:nvSpPr>
        <p:spPr>
          <a:xfrm>
            <a:off x="720000" y="1644049"/>
            <a:ext cx="2305500" cy="554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b="0" lang="en" sz="2100">
                <a:latin typeface="Roboto"/>
                <a:ea typeface="Roboto"/>
                <a:cs typeface="Roboto"/>
                <a:sym typeface="Roboto"/>
              </a:rPr>
              <a:t>Khảo sát bài toán</a:t>
            </a:r>
            <a:endParaRPr b="0" sz="2100">
              <a:latin typeface="Roboto"/>
              <a:ea typeface="Roboto"/>
              <a:cs typeface="Roboto"/>
              <a:sym typeface="Roboto"/>
            </a:endParaRPr>
          </a:p>
        </p:txBody>
      </p:sp>
      <p:sp>
        <p:nvSpPr>
          <p:cNvPr id="1216" name="Google Shape;1216;p2"/>
          <p:cNvSpPr txBox="1"/>
          <p:nvPr>
            <p:ph idx="16" type="subTitle"/>
          </p:nvPr>
        </p:nvSpPr>
        <p:spPr>
          <a:xfrm>
            <a:off x="3419275" y="1651261"/>
            <a:ext cx="2305500" cy="554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b="0" lang="en" sz="2100">
                <a:latin typeface="Roboto"/>
                <a:ea typeface="Roboto"/>
                <a:cs typeface="Roboto"/>
                <a:sym typeface="Roboto"/>
              </a:rPr>
              <a:t>Đặc tả yêu cầu</a:t>
            </a:r>
            <a:endParaRPr b="0" sz="2100">
              <a:latin typeface="Roboto"/>
              <a:ea typeface="Roboto"/>
              <a:cs typeface="Roboto"/>
              <a:sym typeface="Roboto"/>
            </a:endParaRPr>
          </a:p>
        </p:txBody>
      </p:sp>
      <p:sp>
        <p:nvSpPr>
          <p:cNvPr id="1217" name="Google Shape;1217;p2"/>
          <p:cNvSpPr txBox="1"/>
          <p:nvPr>
            <p:ph idx="16" type="subTitle"/>
          </p:nvPr>
        </p:nvSpPr>
        <p:spPr>
          <a:xfrm>
            <a:off x="6138575" y="1644049"/>
            <a:ext cx="2305500" cy="554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b="0" lang="en" sz="2100">
                <a:latin typeface="Roboto"/>
                <a:ea typeface="Roboto"/>
                <a:cs typeface="Roboto"/>
                <a:sym typeface="Roboto"/>
              </a:rPr>
              <a:t>Phân tích yêu cầu</a:t>
            </a:r>
            <a:endParaRPr b="0" sz="2100">
              <a:latin typeface="Roboto"/>
              <a:ea typeface="Roboto"/>
              <a:cs typeface="Roboto"/>
              <a:sym typeface="Roboto"/>
            </a:endParaRPr>
          </a:p>
        </p:txBody>
      </p:sp>
      <p:sp>
        <p:nvSpPr>
          <p:cNvPr id="1218" name="Google Shape;1218;p2"/>
          <p:cNvSpPr txBox="1"/>
          <p:nvPr>
            <p:ph idx="16" type="subTitle"/>
          </p:nvPr>
        </p:nvSpPr>
        <p:spPr>
          <a:xfrm>
            <a:off x="720000" y="3738250"/>
            <a:ext cx="2890800" cy="554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b="0" lang="en" sz="2100">
                <a:latin typeface="Roboto"/>
                <a:ea typeface="Roboto"/>
                <a:cs typeface="Roboto"/>
                <a:sym typeface="Roboto"/>
              </a:rPr>
              <a:t>Thiết kế </a:t>
            </a:r>
            <a:endParaRPr b="0" sz="2100">
              <a:latin typeface="Roboto"/>
              <a:ea typeface="Roboto"/>
              <a:cs typeface="Roboto"/>
              <a:sym typeface="Roboto"/>
            </a:endParaRPr>
          </a:p>
          <a:p>
            <a:pPr indent="0" lvl="0" marL="0" rtl="0" algn="l">
              <a:lnSpc>
                <a:spcPct val="115000"/>
              </a:lnSpc>
              <a:spcBef>
                <a:spcPts val="0"/>
              </a:spcBef>
              <a:spcAft>
                <a:spcPts val="0"/>
              </a:spcAft>
              <a:buSzPts val="2400"/>
              <a:buNone/>
            </a:pPr>
            <a:r>
              <a:rPr b="0" lang="en" sz="2100">
                <a:latin typeface="Roboto"/>
                <a:ea typeface="Roboto"/>
                <a:cs typeface="Roboto"/>
                <a:sym typeface="Roboto"/>
              </a:rPr>
              <a:t>chương trình</a:t>
            </a:r>
            <a:endParaRPr b="0" sz="2100">
              <a:latin typeface="Roboto"/>
              <a:ea typeface="Roboto"/>
              <a:cs typeface="Roboto"/>
              <a:sym typeface="Roboto"/>
            </a:endParaRPr>
          </a:p>
        </p:txBody>
      </p:sp>
      <p:sp>
        <p:nvSpPr>
          <p:cNvPr id="1219" name="Google Shape;1219;p2"/>
          <p:cNvSpPr txBox="1"/>
          <p:nvPr>
            <p:ph idx="16" type="subTitle"/>
          </p:nvPr>
        </p:nvSpPr>
        <p:spPr>
          <a:xfrm>
            <a:off x="3423600" y="3357252"/>
            <a:ext cx="2305500" cy="554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b="0" lang="en" sz="2100">
                <a:latin typeface="Roboto"/>
                <a:ea typeface="Roboto"/>
                <a:cs typeface="Roboto"/>
                <a:sym typeface="Roboto"/>
              </a:rPr>
              <a:t>Kiểm thử</a:t>
            </a:r>
            <a:endParaRPr b="0" sz="2100">
              <a:latin typeface="Roboto"/>
              <a:ea typeface="Roboto"/>
              <a:cs typeface="Roboto"/>
              <a:sym typeface="Roboto"/>
            </a:endParaRPr>
          </a:p>
        </p:txBody>
      </p:sp>
      <p:sp>
        <p:nvSpPr>
          <p:cNvPr id="1220" name="Google Shape;1220;p2"/>
          <p:cNvSpPr txBox="1"/>
          <p:nvPr>
            <p:ph idx="16" type="subTitle"/>
          </p:nvPr>
        </p:nvSpPr>
        <p:spPr>
          <a:xfrm>
            <a:off x="6123600" y="3744331"/>
            <a:ext cx="2305500" cy="554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b="0" lang="en" sz="2100">
                <a:latin typeface="Roboto"/>
                <a:ea typeface="Roboto"/>
                <a:cs typeface="Roboto"/>
                <a:sym typeface="Roboto"/>
              </a:rPr>
              <a:t>Demo</a:t>
            </a:r>
            <a:endParaRPr b="0" sz="2100">
              <a:latin typeface="Roboto"/>
              <a:ea typeface="Roboto"/>
              <a:cs typeface="Roboto"/>
              <a:sym typeface="Roboto"/>
            </a:endParaRPr>
          </a:p>
          <a:p>
            <a:pPr indent="0" lvl="0" marL="0" rtl="0" algn="l">
              <a:lnSpc>
                <a:spcPct val="115000"/>
              </a:lnSpc>
              <a:spcBef>
                <a:spcPts val="0"/>
              </a:spcBef>
              <a:spcAft>
                <a:spcPts val="0"/>
              </a:spcAft>
              <a:buSzPts val="2400"/>
              <a:buNone/>
            </a:pPr>
            <a:r>
              <a:t/>
            </a:r>
            <a:endParaRPr b="0" sz="2100">
              <a:latin typeface="Roboto"/>
              <a:ea typeface="Roboto"/>
              <a:cs typeface="Roboto"/>
              <a:sym typeface="Roboto"/>
            </a:endParaRPr>
          </a:p>
        </p:txBody>
      </p:sp>
      <p:pic>
        <p:nvPicPr>
          <p:cNvPr id="1221" name="Google Shape;1221;p2"/>
          <p:cNvPicPr preferRelativeResize="0"/>
          <p:nvPr/>
        </p:nvPicPr>
        <p:blipFill rotWithShape="1">
          <a:blip r:embed="rId3">
            <a:alphaModFix/>
          </a:blip>
          <a:srcRect b="0" l="0" r="0" t="0"/>
          <a:stretch/>
        </p:blipFill>
        <p:spPr>
          <a:xfrm>
            <a:off x="8271050" y="3994171"/>
            <a:ext cx="872949" cy="11493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3"/>
          <p:cNvSpPr txBox="1"/>
          <p:nvPr>
            <p:ph type="title"/>
          </p:nvPr>
        </p:nvSpPr>
        <p:spPr>
          <a:xfrm>
            <a:off x="953450" y="2307450"/>
            <a:ext cx="5394000" cy="1463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0" lang="en" sz="4000">
                <a:latin typeface="Roboto"/>
                <a:ea typeface="Roboto"/>
                <a:cs typeface="Roboto"/>
                <a:sym typeface="Roboto"/>
              </a:rPr>
              <a:t>Khảo sát bài toán</a:t>
            </a:r>
            <a:endParaRPr b="0" sz="4000">
              <a:latin typeface="Roboto"/>
              <a:ea typeface="Roboto"/>
              <a:cs typeface="Roboto"/>
              <a:sym typeface="Roboto"/>
            </a:endParaRPr>
          </a:p>
          <a:p>
            <a:pPr indent="0" lvl="0" marL="0" rtl="0" algn="l">
              <a:lnSpc>
                <a:spcPct val="100000"/>
              </a:lnSpc>
              <a:spcBef>
                <a:spcPts val="0"/>
              </a:spcBef>
              <a:spcAft>
                <a:spcPts val="0"/>
              </a:spcAft>
              <a:buSzPts val="3600"/>
              <a:buNone/>
            </a:pPr>
            <a:r>
              <a:t/>
            </a:r>
            <a:endParaRPr sz="6900"/>
          </a:p>
        </p:txBody>
      </p:sp>
      <p:sp>
        <p:nvSpPr>
          <p:cNvPr id="1227" name="Google Shape;1227;p3"/>
          <p:cNvSpPr txBox="1"/>
          <p:nvPr>
            <p:ph idx="2" type="title"/>
          </p:nvPr>
        </p:nvSpPr>
        <p:spPr>
          <a:xfrm>
            <a:off x="890550" y="994375"/>
            <a:ext cx="1652100" cy="91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6000"/>
              <a:buNone/>
            </a:pPr>
            <a:r>
              <a:rPr lang="en"/>
              <a:t>01</a:t>
            </a:r>
            <a:endParaRPr/>
          </a:p>
        </p:txBody>
      </p:sp>
      <p:grpSp>
        <p:nvGrpSpPr>
          <p:cNvPr id="1228" name="Google Shape;1228;p3"/>
          <p:cNvGrpSpPr/>
          <p:nvPr/>
        </p:nvGrpSpPr>
        <p:grpSpPr>
          <a:xfrm>
            <a:off x="5389142" y="375685"/>
            <a:ext cx="3512924" cy="4303489"/>
            <a:chOff x="4976792" y="539610"/>
            <a:chExt cx="3512924" cy="4303489"/>
          </a:xfrm>
        </p:grpSpPr>
        <p:grpSp>
          <p:nvGrpSpPr>
            <p:cNvPr id="1229" name="Google Shape;1229;p3"/>
            <p:cNvGrpSpPr/>
            <p:nvPr/>
          </p:nvGrpSpPr>
          <p:grpSpPr>
            <a:xfrm rot="1213857">
              <a:off x="6301447" y="1689052"/>
              <a:ext cx="1732450" cy="2945357"/>
              <a:chOff x="-3129600" y="729050"/>
              <a:chExt cx="216575" cy="368200"/>
            </a:xfrm>
          </p:grpSpPr>
          <p:sp>
            <p:nvSpPr>
              <p:cNvPr id="1230" name="Google Shape;1230;p3"/>
              <p:cNvSpPr/>
              <p:nvPr/>
            </p:nvSpPr>
            <p:spPr>
              <a:xfrm>
                <a:off x="-3129600" y="877825"/>
                <a:ext cx="187825" cy="219425"/>
              </a:xfrm>
              <a:custGeom>
                <a:rect b="b" l="l" r="r" t="t"/>
                <a:pathLst>
                  <a:path extrusionOk="0" h="8777" w="7513">
                    <a:moveTo>
                      <a:pt x="4279" y="1"/>
                    </a:moveTo>
                    <a:cubicBezTo>
                      <a:pt x="4251" y="1"/>
                      <a:pt x="4239" y="42"/>
                      <a:pt x="4227" y="54"/>
                    </a:cubicBezTo>
                    <a:cubicBezTo>
                      <a:pt x="3256" y="1607"/>
                      <a:pt x="2270" y="3160"/>
                      <a:pt x="1300" y="4714"/>
                    </a:cubicBezTo>
                    <a:cubicBezTo>
                      <a:pt x="881" y="5386"/>
                      <a:pt x="463" y="6043"/>
                      <a:pt x="45" y="6715"/>
                    </a:cubicBezTo>
                    <a:cubicBezTo>
                      <a:pt x="0" y="6775"/>
                      <a:pt x="0" y="6820"/>
                      <a:pt x="60" y="6879"/>
                    </a:cubicBezTo>
                    <a:cubicBezTo>
                      <a:pt x="657" y="7507"/>
                      <a:pt x="1270" y="8134"/>
                      <a:pt x="1867" y="8776"/>
                    </a:cubicBezTo>
                    <a:lnTo>
                      <a:pt x="1897" y="8776"/>
                    </a:lnTo>
                    <a:cubicBezTo>
                      <a:pt x="1897" y="8731"/>
                      <a:pt x="1927" y="8716"/>
                      <a:pt x="1942" y="8702"/>
                    </a:cubicBezTo>
                    <a:cubicBezTo>
                      <a:pt x="2599" y="7955"/>
                      <a:pt x="3226" y="7208"/>
                      <a:pt x="3883" y="6476"/>
                    </a:cubicBezTo>
                    <a:cubicBezTo>
                      <a:pt x="5063" y="5117"/>
                      <a:pt x="6243" y="3758"/>
                      <a:pt x="7438" y="2384"/>
                    </a:cubicBezTo>
                    <a:cubicBezTo>
                      <a:pt x="7468" y="2369"/>
                      <a:pt x="7513" y="2339"/>
                      <a:pt x="7498" y="2294"/>
                    </a:cubicBezTo>
                    <a:cubicBezTo>
                      <a:pt x="7483" y="2294"/>
                      <a:pt x="7483" y="2294"/>
                      <a:pt x="7483" y="2279"/>
                    </a:cubicBezTo>
                    <a:cubicBezTo>
                      <a:pt x="7349" y="2219"/>
                      <a:pt x="7244" y="2115"/>
                      <a:pt x="7139" y="2040"/>
                    </a:cubicBezTo>
                    <a:cubicBezTo>
                      <a:pt x="6572" y="1637"/>
                      <a:pt x="6004" y="1234"/>
                      <a:pt x="5437" y="815"/>
                    </a:cubicBezTo>
                    <a:cubicBezTo>
                      <a:pt x="5078" y="576"/>
                      <a:pt x="4735" y="323"/>
                      <a:pt x="4376" y="69"/>
                    </a:cubicBezTo>
                    <a:cubicBezTo>
                      <a:pt x="4361" y="54"/>
                      <a:pt x="4317" y="39"/>
                      <a:pt x="4302" y="9"/>
                    </a:cubicBezTo>
                    <a:cubicBezTo>
                      <a:pt x="4293" y="3"/>
                      <a:pt x="4285" y="1"/>
                      <a:pt x="42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3"/>
              <p:cNvSpPr/>
              <p:nvPr/>
            </p:nvSpPr>
            <p:spPr>
              <a:xfrm>
                <a:off x="-3127375" y="1051300"/>
                <a:ext cx="41100" cy="44075"/>
              </a:xfrm>
              <a:custGeom>
                <a:rect b="b" l="l" r="r" t="t"/>
                <a:pathLst>
                  <a:path extrusionOk="0" h="1763" w="1644">
                    <a:moveTo>
                      <a:pt x="46" y="0"/>
                    </a:moveTo>
                    <a:cubicBezTo>
                      <a:pt x="46" y="15"/>
                      <a:pt x="31" y="30"/>
                      <a:pt x="31" y="45"/>
                    </a:cubicBezTo>
                    <a:cubicBezTo>
                      <a:pt x="1" y="90"/>
                      <a:pt x="1" y="120"/>
                      <a:pt x="46" y="164"/>
                    </a:cubicBezTo>
                    <a:cubicBezTo>
                      <a:pt x="553" y="687"/>
                      <a:pt x="1061" y="1225"/>
                      <a:pt x="1569" y="1763"/>
                    </a:cubicBezTo>
                    <a:lnTo>
                      <a:pt x="1584" y="1763"/>
                    </a:lnTo>
                    <a:cubicBezTo>
                      <a:pt x="1584" y="1718"/>
                      <a:pt x="1599" y="1703"/>
                      <a:pt x="1614" y="1688"/>
                    </a:cubicBezTo>
                    <a:cubicBezTo>
                      <a:pt x="1629" y="1688"/>
                      <a:pt x="1629" y="1673"/>
                      <a:pt x="1644" y="1658"/>
                    </a:cubicBezTo>
                    <a:cubicBezTo>
                      <a:pt x="1121" y="1105"/>
                      <a:pt x="583" y="553"/>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3"/>
              <p:cNvSpPr/>
              <p:nvPr/>
            </p:nvSpPr>
            <p:spPr>
              <a:xfrm>
                <a:off x="-2966425" y="857500"/>
                <a:ext cx="41450" cy="19450"/>
              </a:xfrm>
              <a:custGeom>
                <a:rect b="b" l="l" r="r" t="t"/>
                <a:pathLst>
                  <a:path extrusionOk="0" h="778" w="1658">
                    <a:moveTo>
                      <a:pt x="598" y="0"/>
                    </a:moveTo>
                    <a:cubicBezTo>
                      <a:pt x="553" y="0"/>
                      <a:pt x="523" y="0"/>
                      <a:pt x="478" y="45"/>
                    </a:cubicBezTo>
                    <a:cubicBezTo>
                      <a:pt x="329" y="180"/>
                      <a:pt x="164" y="329"/>
                      <a:pt x="0" y="478"/>
                    </a:cubicBezTo>
                    <a:cubicBezTo>
                      <a:pt x="254" y="568"/>
                      <a:pt x="941" y="717"/>
                      <a:pt x="1120" y="777"/>
                    </a:cubicBezTo>
                    <a:cubicBezTo>
                      <a:pt x="1195" y="673"/>
                      <a:pt x="1538" y="165"/>
                      <a:pt x="1658" y="45"/>
                    </a:cubicBezTo>
                    <a:lnTo>
                      <a:pt x="1658" y="15"/>
                    </a:lnTo>
                    <a:cubicBezTo>
                      <a:pt x="1542" y="7"/>
                      <a:pt x="1443" y="5"/>
                      <a:pt x="1350" y="5"/>
                    </a:cubicBezTo>
                    <a:cubicBezTo>
                      <a:pt x="1200" y="5"/>
                      <a:pt x="1068" y="11"/>
                      <a:pt x="914" y="11"/>
                    </a:cubicBezTo>
                    <a:cubicBezTo>
                      <a:pt x="820" y="11"/>
                      <a:pt x="717" y="9"/>
                      <a:pt x="59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3"/>
              <p:cNvSpPr/>
              <p:nvPr/>
            </p:nvSpPr>
            <p:spPr>
              <a:xfrm>
                <a:off x="-3022075" y="867950"/>
                <a:ext cx="86650" cy="66875"/>
              </a:xfrm>
              <a:custGeom>
                <a:rect b="b" l="l" r="r" t="t"/>
                <a:pathLst>
                  <a:path extrusionOk="0" h="2675" w="3466">
                    <a:moveTo>
                      <a:pt x="2122" y="1"/>
                    </a:moveTo>
                    <a:cubicBezTo>
                      <a:pt x="1662" y="307"/>
                      <a:pt x="1162" y="469"/>
                      <a:pt x="616" y="469"/>
                    </a:cubicBezTo>
                    <a:cubicBezTo>
                      <a:pt x="417" y="469"/>
                      <a:pt x="212" y="448"/>
                      <a:pt x="1" y="404"/>
                    </a:cubicBezTo>
                    <a:lnTo>
                      <a:pt x="1" y="404"/>
                    </a:lnTo>
                    <a:cubicBezTo>
                      <a:pt x="16" y="449"/>
                      <a:pt x="45" y="449"/>
                      <a:pt x="75" y="479"/>
                    </a:cubicBezTo>
                    <a:cubicBezTo>
                      <a:pt x="434" y="718"/>
                      <a:pt x="777" y="971"/>
                      <a:pt x="1136" y="1225"/>
                    </a:cubicBezTo>
                    <a:cubicBezTo>
                      <a:pt x="1703" y="1629"/>
                      <a:pt x="2271" y="2047"/>
                      <a:pt x="2838" y="2450"/>
                    </a:cubicBezTo>
                    <a:cubicBezTo>
                      <a:pt x="2943" y="2525"/>
                      <a:pt x="3048" y="2614"/>
                      <a:pt x="3182" y="2674"/>
                    </a:cubicBezTo>
                    <a:cubicBezTo>
                      <a:pt x="3182" y="2659"/>
                      <a:pt x="3182" y="2659"/>
                      <a:pt x="3182" y="2644"/>
                    </a:cubicBezTo>
                    <a:cubicBezTo>
                      <a:pt x="3003" y="2151"/>
                      <a:pt x="3003" y="1673"/>
                      <a:pt x="3107" y="1195"/>
                    </a:cubicBezTo>
                    <a:cubicBezTo>
                      <a:pt x="3182" y="897"/>
                      <a:pt x="3316" y="628"/>
                      <a:pt x="3466" y="374"/>
                    </a:cubicBezTo>
                    <a:cubicBezTo>
                      <a:pt x="3272" y="314"/>
                      <a:pt x="3077" y="269"/>
                      <a:pt x="2898" y="210"/>
                    </a:cubicBezTo>
                    <a:cubicBezTo>
                      <a:pt x="2629" y="150"/>
                      <a:pt x="2375" y="90"/>
                      <a:pt x="21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3"/>
              <p:cNvSpPr/>
              <p:nvPr/>
            </p:nvSpPr>
            <p:spPr>
              <a:xfrm>
                <a:off x="-2942900" y="934800"/>
                <a:ext cx="750" cy="400"/>
              </a:xfrm>
              <a:custGeom>
                <a:rect b="b" l="l" r="r" t="t"/>
                <a:pathLst>
                  <a:path extrusionOk="0" h="16" w="30">
                    <a:moveTo>
                      <a:pt x="15" y="0"/>
                    </a:moveTo>
                    <a:cubicBezTo>
                      <a:pt x="0" y="0"/>
                      <a:pt x="15" y="15"/>
                      <a:pt x="30" y="15"/>
                    </a:cubicBezTo>
                    <a:cubicBezTo>
                      <a:pt x="30" y="15"/>
                      <a:pt x="30" y="0"/>
                      <a:pt x="15"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3"/>
              <p:cNvSpPr/>
              <p:nvPr/>
            </p:nvSpPr>
            <p:spPr>
              <a:xfrm>
                <a:off x="-3076575" y="905300"/>
                <a:ext cx="69475" cy="152375"/>
              </a:xfrm>
              <a:custGeom>
                <a:rect b="b" l="l" r="r" t="t"/>
                <a:pathLst>
                  <a:path extrusionOk="0" h="6095" w="2779">
                    <a:moveTo>
                      <a:pt x="1927" y="0"/>
                    </a:moveTo>
                    <a:cubicBezTo>
                      <a:pt x="1255" y="971"/>
                      <a:pt x="612" y="1957"/>
                      <a:pt x="0" y="2943"/>
                    </a:cubicBezTo>
                    <a:cubicBezTo>
                      <a:pt x="239" y="4003"/>
                      <a:pt x="493" y="5049"/>
                      <a:pt x="747" y="6094"/>
                    </a:cubicBezTo>
                    <a:cubicBezTo>
                      <a:pt x="1434" y="5258"/>
                      <a:pt x="2106" y="4421"/>
                      <a:pt x="2778" y="3585"/>
                    </a:cubicBezTo>
                    <a:cubicBezTo>
                      <a:pt x="2479" y="2390"/>
                      <a:pt x="2196" y="1195"/>
                      <a:pt x="192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3"/>
              <p:cNvSpPr/>
              <p:nvPr/>
            </p:nvSpPr>
            <p:spPr>
              <a:xfrm>
                <a:off x="-3035725" y="870125"/>
                <a:ext cx="70125" cy="126250"/>
              </a:xfrm>
              <a:custGeom>
                <a:rect b="b" l="l" r="r" t="t"/>
                <a:pathLst>
                  <a:path extrusionOk="0" h="5050" w="2805">
                    <a:moveTo>
                      <a:pt x="2708" y="0"/>
                    </a:moveTo>
                    <a:cubicBezTo>
                      <a:pt x="2694" y="0"/>
                      <a:pt x="2680" y="5"/>
                      <a:pt x="2668" y="18"/>
                    </a:cubicBezTo>
                    <a:cubicBezTo>
                      <a:pt x="2270" y="389"/>
                      <a:pt x="1743" y="596"/>
                      <a:pt x="1201" y="596"/>
                    </a:cubicBezTo>
                    <a:cubicBezTo>
                      <a:pt x="1133" y="596"/>
                      <a:pt x="1064" y="592"/>
                      <a:pt x="995" y="586"/>
                    </a:cubicBezTo>
                    <a:cubicBezTo>
                      <a:pt x="935" y="586"/>
                      <a:pt x="935" y="705"/>
                      <a:pt x="1010" y="720"/>
                    </a:cubicBezTo>
                    <a:cubicBezTo>
                      <a:pt x="1088" y="729"/>
                      <a:pt x="1166" y="734"/>
                      <a:pt x="1243" y="734"/>
                    </a:cubicBezTo>
                    <a:cubicBezTo>
                      <a:pt x="1805" y="734"/>
                      <a:pt x="2350" y="501"/>
                      <a:pt x="2757" y="108"/>
                    </a:cubicBezTo>
                    <a:cubicBezTo>
                      <a:pt x="2804" y="73"/>
                      <a:pt x="2759" y="0"/>
                      <a:pt x="2708" y="0"/>
                    </a:cubicBezTo>
                    <a:close/>
                    <a:moveTo>
                      <a:pt x="72" y="2264"/>
                    </a:moveTo>
                    <a:cubicBezTo>
                      <a:pt x="37" y="2264"/>
                      <a:pt x="0" y="2296"/>
                      <a:pt x="9" y="2348"/>
                    </a:cubicBezTo>
                    <a:cubicBezTo>
                      <a:pt x="248" y="3229"/>
                      <a:pt x="472" y="4111"/>
                      <a:pt x="681" y="5007"/>
                    </a:cubicBezTo>
                    <a:cubicBezTo>
                      <a:pt x="687" y="5037"/>
                      <a:pt x="710" y="5050"/>
                      <a:pt x="735" y="5050"/>
                    </a:cubicBezTo>
                    <a:cubicBezTo>
                      <a:pt x="771" y="5050"/>
                      <a:pt x="809" y="5021"/>
                      <a:pt x="801" y="4977"/>
                    </a:cubicBezTo>
                    <a:cubicBezTo>
                      <a:pt x="591" y="4081"/>
                      <a:pt x="367" y="3185"/>
                      <a:pt x="128" y="2318"/>
                    </a:cubicBezTo>
                    <a:cubicBezTo>
                      <a:pt x="122" y="2281"/>
                      <a:pt x="98" y="2264"/>
                      <a:pt x="72" y="2264"/>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3"/>
              <p:cNvSpPr/>
              <p:nvPr/>
            </p:nvSpPr>
            <p:spPr>
              <a:xfrm>
                <a:off x="-3006025" y="729050"/>
                <a:ext cx="93000" cy="99350"/>
              </a:xfrm>
              <a:custGeom>
                <a:rect b="b" l="l" r="r" t="t"/>
                <a:pathLst>
                  <a:path extrusionOk="0" h="3974" w="3720">
                    <a:moveTo>
                      <a:pt x="1480" y="0"/>
                    </a:moveTo>
                    <a:cubicBezTo>
                      <a:pt x="987" y="374"/>
                      <a:pt x="524" y="792"/>
                      <a:pt x="105" y="1255"/>
                    </a:cubicBezTo>
                    <a:cubicBezTo>
                      <a:pt x="1" y="2166"/>
                      <a:pt x="16" y="3077"/>
                      <a:pt x="195" y="3973"/>
                    </a:cubicBezTo>
                    <a:cubicBezTo>
                      <a:pt x="1405" y="3555"/>
                      <a:pt x="2585" y="3047"/>
                      <a:pt x="3720" y="2480"/>
                    </a:cubicBezTo>
                    <a:cubicBezTo>
                      <a:pt x="3137" y="1539"/>
                      <a:pt x="2376" y="688"/>
                      <a:pt x="14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3"/>
              <p:cNvSpPr/>
              <p:nvPr/>
            </p:nvSpPr>
            <p:spPr>
              <a:xfrm>
                <a:off x="-3001475" y="730200"/>
                <a:ext cx="34700" cy="31425"/>
              </a:xfrm>
              <a:custGeom>
                <a:rect b="b" l="l" r="r" t="t"/>
                <a:pathLst>
                  <a:path extrusionOk="0" h="1257" w="1388">
                    <a:moveTo>
                      <a:pt x="1286" y="1"/>
                    </a:moveTo>
                    <a:cubicBezTo>
                      <a:pt x="1273" y="1"/>
                      <a:pt x="1262" y="5"/>
                      <a:pt x="1253" y="14"/>
                    </a:cubicBezTo>
                    <a:cubicBezTo>
                      <a:pt x="1029" y="193"/>
                      <a:pt x="835" y="403"/>
                      <a:pt x="610" y="597"/>
                    </a:cubicBezTo>
                    <a:cubicBezTo>
                      <a:pt x="401" y="776"/>
                      <a:pt x="177" y="955"/>
                      <a:pt x="13" y="1179"/>
                    </a:cubicBezTo>
                    <a:cubicBezTo>
                      <a:pt x="0" y="1218"/>
                      <a:pt x="21" y="1257"/>
                      <a:pt x="56" y="1257"/>
                    </a:cubicBezTo>
                    <a:cubicBezTo>
                      <a:pt x="61" y="1257"/>
                      <a:pt x="67" y="1256"/>
                      <a:pt x="73" y="1254"/>
                    </a:cubicBezTo>
                    <a:cubicBezTo>
                      <a:pt x="162" y="1224"/>
                      <a:pt x="252" y="1194"/>
                      <a:pt x="342" y="1149"/>
                    </a:cubicBezTo>
                    <a:cubicBezTo>
                      <a:pt x="357" y="1179"/>
                      <a:pt x="401" y="1194"/>
                      <a:pt x="416" y="1194"/>
                    </a:cubicBezTo>
                    <a:cubicBezTo>
                      <a:pt x="685" y="1090"/>
                      <a:pt x="924" y="940"/>
                      <a:pt x="1103" y="731"/>
                    </a:cubicBezTo>
                    <a:cubicBezTo>
                      <a:pt x="1144" y="690"/>
                      <a:pt x="1111" y="625"/>
                      <a:pt x="1070" y="625"/>
                    </a:cubicBezTo>
                    <a:cubicBezTo>
                      <a:pt x="1067" y="625"/>
                      <a:pt x="1063" y="625"/>
                      <a:pt x="1059" y="627"/>
                    </a:cubicBezTo>
                    <a:cubicBezTo>
                      <a:pt x="1193" y="462"/>
                      <a:pt x="1312" y="298"/>
                      <a:pt x="1387" y="119"/>
                    </a:cubicBezTo>
                    <a:cubicBezTo>
                      <a:pt x="1387" y="60"/>
                      <a:pt x="1331" y="1"/>
                      <a:pt x="128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9" name="Google Shape;1239;p3"/>
            <p:cNvGrpSpPr/>
            <p:nvPr/>
          </p:nvGrpSpPr>
          <p:grpSpPr>
            <a:xfrm rot="-2036211">
              <a:off x="5356552" y="1209778"/>
              <a:ext cx="957291" cy="1652564"/>
              <a:chOff x="1763900" y="-464625"/>
              <a:chExt cx="185600" cy="320400"/>
            </a:xfrm>
          </p:grpSpPr>
          <p:sp>
            <p:nvSpPr>
              <p:cNvPr id="1240" name="Google Shape;1240;p3"/>
              <p:cNvSpPr/>
              <p:nvPr/>
            </p:nvSpPr>
            <p:spPr>
              <a:xfrm>
                <a:off x="1763900" y="-464625"/>
                <a:ext cx="184475" cy="320100"/>
              </a:xfrm>
              <a:custGeom>
                <a:rect b="b" l="l" r="r" t="t"/>
                <a:pathLst>
                  <a:path extrusionOk="0" h="12804" w="7379">
                    <a:moveTo>
                      <a:pt x="5333" y="2584"/>
                    </a:moveTo>
                    <a:cubicBezTo>
                      <a:pt x="5407" y="5049"/>
                      <a:pt x="5407" y="7513"/>
                      <a:pt x="5363" y="9933"/>
                    </a:cubicBezTo>
                    <a:lnTo>
                      <a:pt x="5363" y="10336"/>
                    </a:lnTo>
                    <a:cubicBezTo>
                      <a:pt x="3914" y="9978"/>
                      <a:pt x="2898" y="8768"/>
                      <a:pt x="2525" y="7588"/>
                    </a:cubicBezTo>
                    <a:cubicBezTo>
                      <a:pt x="2390" y="7244"/>
                      <a:pt x="2345" y="6871"/>
                      <a:pt x="2345" y="6468"/>
                    </a:cubicBezTo>
                    <a:cubicBezTo>
                      <a:pt x="2375" y="5109"/>
                      <a:pt x="3242" y="3630"/>
                      <a:pt x="4586" y="2868"/>
                    </a:cubicBezTo>
                    <a:cubicBezTo>
                      <a:pt x="4810" y="2749"/>
                      <a:pt x="5079" y="2614"/>
                      <a:pt x="5333" y="2584"/>
                    </a:cubicBezTo>
                    <a:close/>
                    <a:moveTo>
                      <a:pt x="7244" y="1"/>
                    </a:moveTo>
                    <a:lnTo>
                      <a:pt x="7244" y="1"/>
                    </a:lnTo>
                    <a:cubicBezTo>
                      <a:pt x="5960" y="105"/>
                      <a:pt x="4705" y="508"/>
                      <a:pt x="3645" y="1195"/>
                    </a:cubicBezTo>
                    <a:cubicBezTo>
                      <a:pt x="1330" y="2659"/>
                      <a:pt x="1" y="5527"/>
                      <a:pt x="822" y="8215"/>
                    </a:cubicBezTo>
                    <a:cubicBezTo>
                      <a:pt x="1582" y="10774"/>
                      <a:pt x="4361" y="12803"/>
                      <a:pt x="7056" y="12803"/>
                    </a:cubicBezTo>
                    <a:cubicBezTo>
                      <a:pt x="7114" y="12803"/>
                      <a:pt x="7172" y="12802"/>
                      <a:pt x="7229" y="12801"/>
                    </a:cubicBezTo>
                    <a:cubicBezTo>
                      <a:pt x="7379" y="8544"/>
                      <a:pt x="7379" y="4257"/>
                      <a:pt x="72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3"/>
              <p:cNvSpPr/>
              <p:nvPr/>
            </p:nvSpPr>
            <p:spPr>
              <a:xfrm>
                <a:off x="1895325" y="-463875"/>
                <a:ext cx="54175" cy="319650"/>
              </a:xfrm>
              <a:custGeom>
                <a:rect b="b" l="l" r="r" t="t"/>
                <a:pathLst>
                  <a:path extrusionOk="0" h="12786" w="2167">
                    <a:moveTo>
                      <a:pt x="1674" y="0"/>
                    </a:moveTo>
                    <a:cubicBezTo>
                      <a:pt x="1644" y="0"/>
                      <a:pt x="1599" y="30"/>
                      <a:pt x="1599" y="45"/>
                    </a:cubicBezTo>
                    <a:cubicBezTo>
                      <a:pt x="1569" y="105"/>
                      <a:pt x="1599" y="120"/>
                      <a:pt x="1644" y="120"/>
                    </a:cubicBezTo>
                    <a:lnTo>
                      <a:pt x="1972" y="120"/>
                    </a:lnTo>
                    <a:cubicBezTo>
                      <a:pt x="1987" y="120"/>
                      <a:pt x="2047" y="105"/>
                      <a:pt x="2047" y="75"/>
                    </a:cubicBezTo>
                    <a:cubicBezTo>
                      <a:pt x="2047" y="45"/>
                      <a:pt x="2017" y="0"/>
                      <a:pt x="1987" y="0"/>
                    </a:cubicBezTo>
                    <a:close/>
                    <a:moveTo>
                      <a:pt x="1674" y="478"/>
                    </a:moveTo>
                    <a:cubicBezTo>
                      <a:pt x="1644" y="478"/>
                      <a:pt x="1599" y="493"/>
                      <a:pt x="1599" y="523"/>
                    </a:cubicBezTo>
                    <a:cubicBezTo>
                      <a:pt x="1569" y="568"/>
                      <a:pt x="1599" y="598"/>
                      <a:pt x="1644" y="598"/>
                    </a:cubicBezTo>
                    <a:lnTo>
                      <a:pt x="1972" y="598"/>
                    </a:lnTo>
                    <a:cubicBezTo>
                      <a:pt x="1987" y="598"/>
                      <a:pt x="2047" y="568"/>
                      <a:pt x="2047" y="553"/>
                    </a:cubicBezTo>
                    <a:cubicBezTo>
                      <a:pt x="2047" y="523"/>
                      <a:pt x="2017" y="478"/>
                      <a:pt x="1987" y="478"/>
                    </a:cubicBezTo>
                    <a:close/>
                    <a:moveTo>
                      <a:pt x="1674" y="926"/>
                    </a:moveTo>
                    <a:cubicBezTo>
                      <a:pt x="1644" y="926"/>
                      <a:pt x="1599" y="941"/>
                      <a:pt x="1599" y="971"/>
                    </a:cubicBezTo>
                    <a:cubicBezTo>
                      <a:pt x="1599" y="1016"/>
                      <a:pt x="1614" y="1046"/>
                      <a:pt x="1644" y="1046"/>
                    </a:cubicBezTo>
                    <a:lnTo>
                      <a:pt x="1972" y="1046"/>
                    </a:lnTo>
                    <a:cubicBezTo>
                      <a:pt x="1987" y="1046"/>
                      <a:pt x="2047" y="1016"/>
                      <a:pt x="2047" y="1001"/>
                    </a:cubicBezTo>
                    <a:cubicBezTo>
                      <a:pt x="2047" y="971"/>
                      <a:pt x="2017" y="926"/>
                      <a:pt x="1987" y="926"/>
                    </a:cubicBezTo>
                    <a:close/>
                    <a:moveTo>
                      <a:pt x="1674" y="1374"/>
                    </a:moveTo>
                    <a:cubicBezTo>
                      <a:pt x="1644" y="1374"/>
                      <a:pt x="1599" y="1389"/>
                      <a:pt x="1599" y="1419"/>
                    </a:cubicBezTo>
                    <a:cubicBezTo>
                      <a:pt x="1599" y="1464"/>
                      <a:pt x="1614" y="1494"/>
                      <a:pt x="1644" y="1494"/>
                    </a:cubicBezTo>
                    <a:lnTo>
                      <a:pt x="1972" y="1494"/>
                    </a:lnTo>
                    <a:cubicBezTo>
                      <a:pt x="1987" y="1494"/>
                      <a:pt x="2047" y="1464"/>
                      <a:pt x="2047" y="1449"/>
                    </a:cubicBezTo>
                    <a:cubicBezTo>
                      <a:pt x="2047" y="1419"/>
                      <a:pt x="2017" y="1374"/>
                      <a:pt x="1987" y="1374"/>
                    </a:cubicBezTo>
                    <a:close/>
                    <a:moveTo>
                      <a:pt x="1226" y="1823"/>
                    </a:moveTo>
                    <a:cubicBezTo>
                      <a:pt x="1196" y="1823"/>
                      <a:pt x="1166" y="1867"/>
                      <a:pt x="1166" y="1897"/>
                    </a:cubicBezTo>
                    <a:cubicBezTo>
                      <a:pt x="1166" y="1942"/>
                      <a:pt x="1196" y="1942"/>
                      <a:pt x="1241" y="1942"/>
                    </a:cubicBezTo>
                    <a:lnTo>
                      <a:pt x="1614" y="1942"/>
                    </a:lnTo>
                    <a:lnTo>
                      <a:pt x="1644" y="1972"/>
                    </a:lnTo>
                    <a:lnTo>
                      <a:pt x="1972" y="1972"/>
                    </a:lnTo>
                    <a:cubicBezTo>
                      <a:pt x="1987" y="1972"/>
                      <a:pt x="2047" y="1942"/>
                      <a:pt x="2047" y="1912"/>
                    </a:cubicBezTo>
                    <a:cubicBezTo>
                      <a:pt x="2047" y="1897"/>
                      <a:pt x="2017" y="1837"/>
                      <a:pt x="1987" y="1837"/>
                    </a:cubicBezTo>
                    <a:lnTo>
                      <a:pt x="1719" y="1837"/>
                    </a:lnTo>
                    <a:cubicBezTo>
                      <a:pt x="1689" y="1823"/>
                      <a:pt x="1689" y="1823"/>
                      <a:pt x="1674" y="1823"/>
                    </a:cubicBezTo>
                    <a:close/>
                    <a:moveTo>
                      <a:pt x="1689" y="2256"/>
                    </a:moveTo>
                    <a:cubicBezTo>
                      <a:pt x="1674" y="2256"/>
                      <a:pt x="1614" y="2286"/>
                      <a:pt x="1614" y="2315"/>
                    </a:cubicBezTo>
                    <a:cubicBezTo>
                      <a:pt x="1599" y="2360"/>
                      <a:pt x="1644" y="2390"/>
                      <a:pt x="1674" y="2390"/>
                    </a:cubicBezTo>
                    <a:lnTo>
                      <a:pt x="1987" y="2390"/>
                    </a:lnTo>
                    <a:cubicBezTo>
                      <a:pt x="2017" y="2390"/>
                      <a:pt x="2062" y="2360"/>
                      <a:pt x="2062" y="2330"/>
                    </a:cubicBezTo>
                    <a:cubicBezTo>
                      <a:pt x="2062" y="2315"/>
                      <a:pt x="2047" y="2256"/>
                      <a:pt x="2017" y="2256"/>
                    </a:cubicBezTo>
                    <a:close/>
                    <a:moveTo>
                      <a:pt x="1689" y="2704"/>
                    </a:moveTo>
                    <a:cubicBezTo>
                      <a:pt x="1674" y="2704"/>
                      <a:pt x="1614" y="2734"/>
                      <a:pt x="1614" y="2764"/>
                    </a:cubicBezTo>
                    <a:cubicBezTo>
                      <a:pt x="1614" y="2808"/>
                      <a:pt x="1644" y="2838"/>
                      <a:pt x="1674" y="2838"/>
                    </a:cubicBezTo>
                    <a:lnTo>
                      <a:pt x="1987" y="2838"/>
                    </a:lnTo>
                    <a:cubicBezTo>
                      <a:pt x="2017" y="2838"/>
                      <a:pt x="2062" y="2808"/>
                      <a:pt x="2062" y="2778"/>
                    </a:cubicBezTo>
                    <a:cubicBezTo>
                      <a:pt x="2062" y="2764"/>
                      <a:pt x="2047" y="2704"/>
                      <a:pt x="2017" y="2704"/>
                    </a:cubicBezTo>
                    <a:close/>
                    <a:moveTo>
                      <a:pt x="1719" y="3152"/>
                    </a:moveTo>
                    <a:cubicBezTo>
                      <a:pt x="1689" y="3152"/>
                      <a:pt x="1644" y="3182"/>
                      <a:pt x="1644" y="3212"/>
                    </a:cubicBezTo>
                    <a:cubicBezTo>
                      <a:pt x="1618" y="3250"/>
                      <a:pt x="1637" y="3289"/>
                      <a:pt x="1672" y="3289"/>
                    </a:cubicBezTo>
                    <a:cubicBezTo>
                      <a:pt x="1677" y="3289"/>
                      <a:pt x="1683" y="3288"/>
                      <a:pt x="1689" y="3286"/>
                    </a:cubicBezTo>
                    <a:lnTo>
                      <a:pt x="2017" y="3286"/>
                    </a:lnTo>
                    <a:cubicBezTo>
                      <a:pt x="2047" y="3286"/>
                      <a:pt x="2092" y="3256"/>
                      <a:pt x="2092" y="3227"/>
                    </a:cubicBezTo>
                    <a:cubicBezTo>
                      <a:pt x="2092" y="3212"/>
                      <a:pt x="2062" y="3152"/>
                      <a:pt x="2047" y="3152"/>
                    </a:cubicBezTo>
                    <a:close/>
                    <a:moveTo>
                      <a:pt x="1739" y="3617"/>
                    </a:moveTo>
                    <a:cubicBezTo>
                      <a:pt x="1714" y="3617"/>
                      <a:pt x="1704" y="3630"/>
                      <a:pt x="1674" y="3630"/>
                    </a:cubicBezTo>
                    <a:lnTo>
                      <a:pt x="1300" y="3630"/>
                    </a:lnTo>
                    <a:cubicBezTo>
                      <a:pt x="1271" y="3630"/>
                      <a:pt x="1241" y="3675"/>
                      <a:pt x="1241" y="3704"/>
                    </a:cubicBezTo>
                    <a:cubicBezTo>
                      <a:pt x="1241" y="3749"/>
                      <a:pt x="1271" y="3749"/>
                      <a:pt x="1315" y="3749"/>
                    </a:cubicBezTo>
                    <a:lnTo>
                      <a:pt x="2047" y="3749"/>
                    </a:lnTo>
                    <a:cubicBezTo>
                      <a:pt x="2062" y="3749"/>
                      <a:pt x="2122" y="3734"/>
                      <a:pt x="2122" y="3704"/>
                    </a:cubicBezTo>
                    <a:cubicBezTo>
                      <a:pt x="2122" y="3675"/>
                      <a:pt x="2092" y="3630"/>
                      <a:pt x="2062" y="3630"/>
                    </a:cubicBezTo>
                    <a:lnTo>
                      <a:pt x="1793" y="3630"/>
                    </a:lnTo>
                    <a:cubicBezTo>
                      <a:pt x="1768" y="3620"/>
                      <a:pt x="1752" y="3617"/>
                      <a:pt x="1739" y="3617"/>
                    </a:cubicBezTo>
                    <a:close/>
                    <a:moveTo>
                      <a:pt x="1719" y="4078"/>
                    </a:moveTo>
                    <a:cubicBezTo>
                      <a:pt x="1689" y="4078"/>
                      <a:pt x="1644" y="4108"/>
                      <a:pt x="1644" y="4123"/>
                    </a:cubicBezTo>
                    <a:cubicBezTo>
                      <a:pt x="1644" y="4182"/>
                      <a:pt x="1674" y="4197"/>
                      <a:pt x="1689" y="4197"/>
                    </a:cubicBezTo>
                    <a:lnTo>
                      <a:pt x="2017" y="4197"/>
                    </a:lnTo>
                    <a:cubicBezTo>
                      <a:pt x="2047" y="4197"/>
                      <a:pt x="2092" y="4182"/>
                      <a:pt x="2092" y="4153"/>
                    </a:cubicBezTo>
                    <a:cubicBezTo>
                      <a:pt x="2092" y="4123"/>
                      <a:pt x="2062" y="4078"/>
                      <a:pt x="2047" y="4078"/>
                    </a:cubicBezTo>
                    <a:close/>
                    <a:moveTo>
                      <a:pt x="1719" y="4526"/>
                    </a:moveTo>
                    <a:cubicBezTo>
                      <a:pt x="1689" y="4526"/>
                      <a:pt x="1644" y="4556"/>
                      <a:pt x="1644" y="4571"/>
                    </a:cubicBezTo>
                    <a:cubicBezTo>
                      <a:pt x="1644" y="4631"/>
                      <a:pt x="1674" y="4645"/>
                      <a:pt x="1689" y="4645"/>
                    </a:cubicBezTo>
                    <a:lnTo>
                      <a:pt x="2017" y="4645"/>
                    </a:lnTo>
                    <a:cubicBezTo>
                      <a:pt x="2047" y="4645"/>
                      <a:pt x="2092" y="4631"/>
                      <a:pt x="2092" y="4601"/>
                    </a:cubicBezTo>
                    <a:cubicBezTo>
                      <a:pt x="2092" y="4571"/>
                      <a:pt x="2062" y="4526"/>
                      <a:pt x="2047" y="4526"/>
                    </a:cubicBezTo>
                    <a:close/>
                    <a:moveTo>
                      <a:pt x="1719" y="4974"/>
                    </a:moveTo>
                    <a:cubicBezTo>
                      <a:pt x="1689" y="4974"/>
                      <a:pt x="1644" y="5004"/>
                      <a:pt x="1644" y="5019"/>
                    </a:cubicBezTo>
                    <a:cubicBezTo>
                      <a:pt x="1644" y="5079"/>
                      <a:pt x="1674" y="5094"/>
                      <a:pt x="1689" y="5094"/>
                    </a:cubicBezTo>
                    <a:lnTo>
                      <a:pt x="2017" y="5094"/>
                    </a:lnTo>
                    <a:cubicBezTo>
                      <a:pt x="2047" y="5094"/>
                      <a:pt x="2092" y="5079"/>
                      <a:pt x="2092" y="5049"/>
                    </a:cubicBezTo>
                    <a:cubicBezTo>
                      <a:pt x="2092" y="5019"/>
                      <a:pt x="2062" y="4974"/>
                      <a:pt x="2047" y="4974"/>
                    </a:cubicBezTo>
                    <a:close/>
                    <a:moveTo>
                      <a:pt x="1315" y="5422"/>
                    </a:moveTo>
                    <a:cubicBezTo>
                      <a:pt x="1300" y="5422"/>
                      <a:pt x="1271" y="5467"/>
                      <a:pt x="1271" y="5497"/>
                    </a:cubicBezTo>
                    <a:cubicBezTo>
                      <a:pt x="1271" y="5542"/>
                      <a:pt x="1300" y="5542"/>
                      <a:pt x="1345" y="5542"/>
                    </a:cubicBezTo>
                    <a:lnTo>
                      <a:pt x="2092" y="5542"/>
                    </a:lnTo>
                    <a:cubicBezTo>
                      <a:pt x="2122" y="5542"/>
                      <a:pt x="2167" y="5527"/>
                      <a:pt x="2167" y="5497"/>
                    </a:cubicBezTo>
                    <a:cubicBezTo>
                      <a:pt x="2167" y="5467"/>
                      <a:pt x="2137" y="5422"/>
                      <a:pt x="2122" y="5422"/>
                    </a:cubicBezTo>
                    <a:close/>
                    <a:moveTo>
                      <a:pt x="1748" y="5870"/>
                    </a:moveTo>
                    <a:cubicBezTo>
                      <a:pt x="1719" y="5870"/>
                      <a:pt x="1674" y="5900"/>
                      <a:pt x="1674" y="5915"/>
                    </a:cubicBezTo>
                    <a:cubicBezTo>
                      <a:pt x="1674" y="5975"/>
                      <a:pt x="1689" y="5990"/>
                      <a:pt x="1719" y="5990"/>
                    </a:cubicBezTo>
                    <a:lnTo>
                      <a:pt x="2047" y="5990"/>
                    </a:lnTo>
                    <a:cubicBezTo>
                      <a:pt x="2062" y="5990"/>
                      <a:pt x="2122" y="5975"/>
                      <a:pt x="2122" y="5945"/>
                    </a:cubicBezTo>
                    <a:cubicBezTo>
                      <a:pt x="2122" y="5915"/>
                      <a:pt x="2092" y="5870"/>
                      <a:pt x="2062" y="5870"/>
                    </a:cubicBezTo>
                    <a:close/>
                    <a:moveTo>
                      <a:pt x="1763" y="6318"/>
                    </a:moveTo>
                    <a:cubicBezTo>
                      <a:pt x="1748" y="6318"/>
                      <a:pt x="1689" y="6348"/>
                      <a:pt x="1689" y="6363"/>
                    </a:cubicBezTo>
                    <a:cubicBezTo>
                      <a:pt x="1677" y="6410"/>
                      <a:pt x="1684" y="6447"/>
                      <a:pt x="1715" y="6447"/>
                    </a:cubicBezTo>
                    <a:cubicBezTo>
                      <a:pt x="1724" y="6447"/>
                      <a:pt x="1735" y="6444"/>
                      <a:pt x="1748" y="6438"/>
                    </a:cubicBezTo>
                    <a:lnTo>
                      <a:pt x="2062" y="6438"/>
                    </a:lnTo>
                    <a:cubicBezTo>
                      <a:pt x="2092" y="6438"/>
                      <a:pt x="2137" y="6423"/>
                      <a:pt x="2137" y="6393"/>
                    </a:cubicBezTo>
                    <a:cubicBezTo>
                      <a:pt x="2137" y="6363"/>
                      <a:pt x="2122" y="6318"/>
                      <a:pt x="2092" y="6318"/>
                    </a:cubicBezTo>
                    <a:close/>
                    <a:moveTo>
                      <a:pt x="1748" y="6796"/>
                    </a:moveTo>
                    <a:cubicBezTo>
                      <a:pt x="1719" y="6796"/>
                      <a:pt x="1674" y="6811"/>
                      <a:pt x="1674" y="6841"/>
                    </a:cubicBezTo>
                    <a:cubicBezTo>
                      <a:pt x="1674" y="6871"/>
                      <a:pt x="1689" y="6886"/>
                      <a:pt x="1719" y="6916"/>
                    </a:cubicBezTo>
                    <a:lnTo>
                      <a:pt x="2062" y="6916"/>
                    </a:lnTo>
                    <a:cubicBezTo>
                      <a:pt x="2092" y="6916"/>
                      <a:pt x="2137" y="6886"/>
                      <a:pt x="2137" y="6871"/>
                    </a:cubicBezTo>
                    <a:cubicBezTo>
                      <a:pt x="2137" y="6841"/>
                      <a:pt x="2122" y="6796"/>
                      <a:pt x="2092" y="6796"/>
                    </a:cubicBezTo>
                    <a:close/>
                    <a:moveTo>
                      <a:pt x="1300" y="7214"/>
                    </a:moveTo>
                    <a:cubicBezTo>
                      <a:pt x="1271" y="7214"/>
                      <a:pt x="1241" y="7259"/>
                      <a:pt x="1241" y="7289"/>
                    </a:cubicBezTo>
                    <a:cubicBezTo>
                      <a:pt x="1241" y="7334"/>
                      <a:pt x="1271" y="7334"/>
                      <a:pt x="1315" y="7334"/>
                    </a:cubicBezTo>
                    <a:lnTo>
                      <a:pt x="2092" y="7334"/>
                    </a:lnTo>
                    <a:cubicBezTo>
                      <a:pt x="2122" y="7334"/>
                      <a:pt x="2167" y="7319"/>
                      <a:pt x="2167" y="7289"/>
                    </a:cubicBezTo>
                    <a:cubicBezTo>
                      <a:pt x="2167" y="7259"/>
                      <a:pt x="2137" y="7214"/>
                      <a:pt x="2122" y="7214"/>
                    </a:cubicBezTo>
                    <a:lnTo>
                      <a:pt x="1823" y="7214"/>
                    </a:lnTo>
                    <a:cubicBezTo>
                      <a:pt x="1793" y="7229"/>
                      <a:pt x="1778" y="7237"/>
                      <a:pt x="1769" y="7237"/>
                    </a:cubicBezTo>
                    <a:cubicBezTo>
                      <a:pt x="1760" y="7237"/>
                      <a:pt x="1756" y="7229"/>
                      <a:pt x="1748" y="7214"/>
                    </a:cubicBezTo>
                    <a:close/>
                    <a:moveTo>
                      <a:pt x="1748" y="7692"/>
                    </a:moveTo>
                    <a:cubicBezTo>
                      <a:pt x="1719" y="7692"/>
                      <a:pt x="1674" y="7707"/>
                      <a:pt x="1674" y="7737"/>
                    </a:cubicBezTo>
                    <a:cubicBezTo>
                      <a:pt x="1674" y="7782"/>
                      <a:pt x="1689" y="7812"/>
                      <a:pt x="1719" y="7812"/>
                    </a:cubicBezTo>
                    <a:lnTo>
                      <a:pt x="2062" y="7812"/>
                    </a:lnTo>
                    <a:cubicBezTo>
                      <a:pt x="2092" y="7812"/>
                      <a:pt x="2137" y="7782"/>
                      <a:pt x="2137" y="7767"/>
                    </a:cubicBezTo>
                    <a:cubicBezTo>
                      <a:pt x="2137" y="7737"/>
                      <a:pt x="2122" y="7692"/>
                      <a:pt x="2092" y="7692"/>
                    </a:cubicBezTo>
                    <a:close/>
                    <a:moveTo>
                      <a:pt x="1748" y="8140"/>
                    </a:moveTo>
                    <a:cubicBezTo>
                      <a:pt x="1719" y="8140"/>
                      <a:pt x="1674" y="8155"/>
                      <a:pt x="1674" y="8185"/>
                    </a:cubicBezTo>
                    <a:cubicBezTo>
                      <a:pt x="1674" y="8230"/>
                      <a:pt x="1689" y="8260"/>
                      <a:pt x="1719" y="8260"/>
                    </a:cubicBezTo>
                    <a:lnTo>
                      <a:pt x="2062" y="8260"/>
                    </a:lnTo>
                    <a:cubicBezTo>
                      <a:pt x="2092" y="8260"/>
                      <a:pt x="2137" y="8230"/>
                      <a:pt x="2137" y="8215"/>
                    </a:cubicBezTo>
                    <a:cubicBezTo>
                      <a:pt x="2137" y="8185"/>
                      <a:pt x="2122" y="8140"/>
                      <a:pt x="2092" y="8140"/>
                    </a:cubicBezTo>
                    <a:close/>
                    <a:moveTo>
                      <a:pt x="1748" y="8589"/>
                    </a:moveTo>
                    <a:cubicBezTo>
                      <a:pt x="1719" y="8589"/>
                      <a:pt x="1674" y="8603"/>
                      <a:pt x="1674" y="8633"/>
                    </a:cubicBezTo>
                    <a:cubicBezTo>
                      <a:pt x="1674" y="8678"/>
                      <a:pt x="1689" y="8708"/>
                      <a:pt x="1719" y="8708"/>
                    </a:cubicBezTo>
                    <a:lnTo>
                      <a:pt x="2062" y="8708"/>
                    </a:lnTo>
                    <a:cubicBezTo>
                      <a:pt x="2092" y="8708"/>
                      <a:pt x="2137" y="8678"/>
                      <a:pt x="2137" y="8663"/>
                    </a:cubicBezTo>
                    <a:cubicBezTo>
                      <a:pt x="2137" y="8633"/>
                      <a:pt x="2122" y="8589"/>
                      <a:pt x="2092" y="8589"/>
                    </a:cubicBezTo>
                    <a:close/>
                    <a:moveTo>
                      <a:pt x="1196" y="9007"/>
                    </a:moveTo>
                    <a:cubicBezTo>
                      <a:pt x="1166" y="9007"/>
                      <a:pt x="1121" y="9037"/>
                      <a:pt x="1121" y="9052"/>
                    </a:cubicBezTo>
                    <a:cubicBezTo>
                      <a:pt x="1121" y="9081"/>
                      <a:pt x="1151" y="9126"/>
                      <a:pt x="1166" y="9126"/>
                    </a:cubicBezTo>
                    <a:cubicBezTo>
                      <a:pt x="1345" y="9126"/>
                      <a:pt x="1524" y="9126"/>
                      <a:pt x="1689" y="9156"/>
                    </a:cubicBezTo>
                    <a:lnTo>
                      <a:pt x="2062" y="9156"/>
                    </a:lnTo>
                    <a:cubicBezTo>
                      <a:pt x="2092" y="9156"/>
                      <a:pt x="2137" y="9126"/>
                      <a:pt x="2137" y="9111"/>
                    </a:cubicBezTo>
                    <a:cubicBezTo>
                      <a:pt x="2137" y="9081"/>
                      <a:pt x="2122" y="9037"/>
                      <a:pt x="2092" y="9037"/>
                    </a:cubicBezTo>
                    <a:lnTo>
                      <a:pt x="1719" y="9037"/>
                    </a:lnTo>
                    <a:cubicBezTo>
                      <a:pt x="1539" y="9037"/>
                      <a:pt x="1375" y="9037"/>
                      <a:pt x="1196" y="9007"/>
                    </a:cubicBezTo>
                    <a:close/>
                    <a:moveTo>
                      <a:pt x="1748" y="9485"/>
                    </a:moveTo>
                    <a:cubicBezTo>
                      <a:pt x="1719" y="9485"/>
                      <a:pt x="1674" y="9500"/>
                      <a:pt x="1674" y="9529"/>
                    </a:cubicBezTo>
                    <a:cubicBezTo>
                      <a:pt x="1674" y="9574"/>
                      <a:pt x="1689" y="9604"/>
                      <a:pt x="1719" y="9604"/>
                    </a:cubicBezTo>
                    <a:cubicBezTo>
                      <a:pt x="1823" y="9604"/>
                      <a:pt x="1913" y="9604"/>
                      <a:pt x="1987" y="9634"/>
                    </a:cubicBezTo>
                    <a:lnTo>
                      <a:pt x="2047" y="9634"/>
                    </a:lnTo>
                    <a:cubicBezTo>
                      <a:pt x="2062" y="9634"/>
                      <a:pt x="2122" y="9604"/>
                      <a:pt x="2122" y="9574"/>
                    </a:cubicBezTo>
                    <a:cubicBezTo>
                      <a:pt x="2122" y="9559"/>
                      <a:pt x="2092" y="9500"/>
                      <a:pt x="2062" y="9500"/>
                    </a:cubicBezTo>
                    <a:cubicBezTo>
                      <a:pt x="1972" y="9500"/>
                      <a:pt x="1868" y="9500"/>
                      <a:pt x="1793" y="9485"/>
                    </a:cubicBezTo>
                    <a:close/>
                    <a:moveTo>
                      <a:pt x="1719" y="9933"/>
                    </a:moveTo>
                    <a:cubicBezTo>
                      <a:pt x="1689" y="9933"/>
                      <a:pt x="1644" y="9948"/>
                      <a:pt x="1644" y="9978"/>
                    </a:cubicBezTo>
                    <a:cubicBezTo>
                      <a:pt x="1644" y="10022"/>
                      <a:pt x="1674" y="10052"/>
                      <a:pt x="1689" y="10052"/>
                    </a:cubicBezTo>
                    <a:cubicBezTo>
                      <a:pt x="1793" y="10052"/>
                      <a:pt x="1898" y="10052"/>
                      <a:pt x="1972" y="10082"/>
                    </a:cubicBezTo>
                    <a:lnTo>
                      <a:pt x="2017" y="10082"/>
                    </a:lnTo>
                    <a:cubicBezTo>
                      <a:pt x="2047" y="10082"/>
                      <a:pt x="2092" y="10052"/>
                      <a:pt x="2092" y="10022"/>
                    </a:cubicBezTo>
                    <a:cubicBezTo>
                      <a:pt x="2092" y="10007"/>
                      <a:pt x="2062" y="9948"/>
                      <a:pt x="2047" y="9948"/>
                    </a:cubicBezTo>
                    <a:cubicBezTo>
                      <a:pt x="1943" y="9948"/>
                      <a:pt x="1838" y="9948"/>
                      <a:pt x="1763" y="9933"/>
                    </a:cubicBezTo>
                    <a:close/>
                    <a:moveTo>
                      <a:pt x="1719" y="10381"/>
                    </a:moveTo>
                    <a:cubicBezTo>
                      <a:pt x="1689" y="10381"/>
                      <a:pt x="1644" y="10396"/>
                      <a:pt x="1644" y="10426"/>
                    </a:cubicBezTo>
                    <a:cubicBezTo>
                      <a:pt x="1614" y="10470"/>
                      <a:pt x="1644" y="10500"/>
                      <a:pt x="1689" y="10500"/>
                    </a:cubicBezTo>
                    <a:cubicBezTo>
                      <a:pt x="1793" y="10500"/>
                      <a:pt x="1898" y="10500"/>
                      <a:pt x="1972" y="10530"/>
                    </a:cubicBezTo>
                    <a:lnTo>
                      <a:pt x="2017" y="10530"/>
                    </a:lnTo>
                    <a:cubicBezTo>
                      <a:pt x="2047" y="10530"/>
                      <a:pt x="2092" y="10500"/>
                      <a:pt x="2092" y="10470"/>
                    </a:cubicBezTo>
                    <a:cubicBezTo>
                      <a:pt x="2092" y="10455"/>
                      <a:pt x="2062" y="10396"/>
                      <a:pt x="2047" y="10396"/>
                    </a:cubicBezTo>
                    <a:cubicBezTo>
                      <a:pt x="1943" y="10396"/>
                      <a:pt x="1838" y="10396"/>
                      <a:pt x="1763" y="10381"/>
                    </a:cubicBezTo>
                    <a:close/>
                    <a:moveTo>
                      <a:pt x="68" y="1785"/>
                    </a:moveTo>
                    <a:cubicBezTo>
                      <a:pt x="36" y="1785"/>
                      <a:pt x="1" y="1811"/>
                      <a:pt x="1" y="1867"/>
                    </a:cubicBezTo>
                    <a:cubicBezTo>
                      <a:pt x="46" y="4227"/>
                      <a:pt x="76" y="6587"/>
                      <a:pt x="46" y="8962"/>
                    </a:cubicBezTo>
                    <a:cubicBezTo>
                      <a:pt x="46" y="9604"/>
                      <a:pt x="31" y="10276"/>
                      <a:pt x="31" y="10918"/>
                    </a:cubicBezTo>
                    <a:cubicBezTo>
                      <a:pt x="31" y="10950"/>
                      <a:pt x="64" y="10969"/>
                      <a:pt x="100" y="10969"/>
                    </a:cubicBezTo>
                    <a:cubicBezTo>
                      <a:pt x="132" y="10969"/>
                      <a:pt x="166" y="10954"/>
                      <a:pt x="180" y="10918"/>
                    </a:cubicBezTo>
                    <a:cubicBezTo>
                      <a:pt x="225" y="8559"/>
                      <a:pt x="225" y="6214"/>
                      <a:pt x="180" y="3854"/>
                    </a:cubicBezTo>
                    <a:cubicBezTo>
                      <a:pt x="180" y="3182"/>
                      <a:pt x="150" y="2510"/>
                      <a:pt x="120" y="1837"/>
                    </a:cubicBezTo>
                    <a:cubicBezTo>
                      <a:pt x="120" y="1803"/>
                      <a:pt x="95" y="1785"/>
                      <a:pt x="68" y="1785"/>
                    </a:cubicBezTo>
                    <a:close/>
                    <a:moveTo>
                      <a:pt x="1241" y="10829"/>
                    </a:moveTo>
                    <a:cubicBezTo>
                      <a:pt x="1226" y="10829"/>
                      <a:pt x="1166" y="10844"/>
                      <a:pt x="1166" y="10874"/>
                    </a:cubicBezTo>
                    <a:cubicBezTo>
                      <a:pt x="1166" y="10904"/>
                      <a:pt x="1196" y="10948"/>
                      <a:pt x="1226" y="10948"/>
                    </a:cubicBezTo>
                    <a:cubicBezTo>
                      <a:pt x="1390" y="10948"/>
                      <a:pt x="1599" y="10978"/>
                      <a:pt x="1793" y="10978"/>
                    </a:cubicBezTo>
                    <a:lnTo>
                      <a:pt x="2017" y="10978"/>
                    </a:lnTo>
                    <a:cubicBezTo>
                      <a:pt x="2047" y="10978"/>
                      <a:pt x="2092" y="10948"/>
                      <a:pt x="2092" y="10918"/>
                    </a:cubicBezTo>
                    <a:cubicBezTo>
                      <a:pt x="2092" y="10904"/>
                      <a:pt x="2062" y="10844"/>
                      <a:pt x="2047" y="10844"/>
                    </a:cubicBezTo>
                    <a:cubicBezTo>
                      <a:pt x="1943" y="10844"/>
                      <a:pt x="1838" y="10844"/>
                      <a:pt x="1763" y="10829"/>
                    </a:cubicBezTo>
                    <a:lnTo>
                      <a:pt x="1719" y="10829"/>
                    </a:lnTo>
                    <a:cubicBezTo>
                      <a:pt x="1644" y="10829"/>
                      <a:pt x="1644" y="10829"/>
                      <a:pt x="1644" y="10844"/>
                    </a:cubicBezTo>
                    <a:cubicBezTo>
                      <a:pt x="1524" y="10844"/>
                      <a:pt x="1375" y="10844"/>
                      <a:pt x="1241" y="10829"/>
                    </a:cubicBezTo>
                    <a:close/>
                    <a:moveTo>
                      <a:pt x="1674" y="11292"/>
                    </a:moveTo>
                    <a:cubicBezTo>
                      <a:pt x="1644" y="11292"/>
                      <a:pt x="1599" y="11322"/>
                      <a:pt x="1599" y="11352"/>
                    </a:cubicBezTo>
                    <a:cubicBezTo>
                      <a:pt x="1569" y="11367"/>
                      <a:pt x="1614" y="11426"/>
                      <a:pt x="1644" y="11426"/>
                    </a:cubicBezTo>
                    <a:cubicBezTo>
                      <a:pt x="1748" y="11426"/>
                      <a:pt x="1838" y="11426"/>
                      <a:pt x="1913" y="11441"/>
                    </a:cubicBezTo>
                    <a:lnTo>
                      <a:pt x="1972" y="11441"/>
                    </a:lnTo>
                    <a:cubicBezTo>
                      <a:pt x="1987" y="11441"/>
                      <a:pt x="2047" y="11426"/>
                      <a:pt x="2047" y="11396"/>
                    </a:cubicBezTo>
                    <a:cubicBezTo>
                      <a:pt x="2047" y="11367"/>
                      <a:pt x="2017" y="11322"/>
                      <a:pt x="1987" y="11322"/>
                    </a:cubicBezTo>
                    <a:cubicBezTo>
                      <a:pt x="1898" y="11322"/>
                      <a:pt x="1793" y="11322"/>
                      <a:pt x="1719" y="11292"/>
                    </a:cubicBezTo>
                    <a:close/>
                    <a:moveTo>
                      <a:pt x="1644" y="11740"/>
                    </a:moveTo>
                    <a:cubicBezTo>
                      <a:pt x="1614" y="11740"/>
                      <a:pt x="1569" y="11770"/>
                      <a:pt x="1569" y="11800"/>
                    </a:cubicBezTo>
                    <a:cubicBezTo>
                      <a:pt x="1539" y="11815"/>
                      <a:pt x="1569" y="11874"/>
                      <a:pt x="1614" y="11874"/>
                    </a:cubicBezTo>
                    <a:cubicBezTo>
                      <a:pt x="1719" y="11874"/>
                      <a:pt x="1823" y="11874"/>
                      <a:pt x="1898" y="11889"/>
                    </a:cubicBezTo>
                    <a:lnTo>
                      <a:pt x="1943" y="11889"/>
                    </a:lnTo>
                    <a:cubicBezTo>
                      <a:pt x="1972" y="11889"/>
                      <a:pt x="2017" y="11874"/>
                      <a:pt x="2017" y="11845"/>
                    </a:cubicBezTo>
                    <a:cubicBezTo>
                      <a:pt x="2017" y="11815"/>
                      <a:pt x="1987" y="11770"/>
                      <a:pt x="1972" y="11770"/>
                    </a:cubicBezTo>
                    <a:cubicBezTo>
                      <a:pt x="1868" y="11770"/>
                      <a:pt x="1763" y="11770"/>
                      <a:pt x="1689" y="11740"/>
                    </a:cubicBezTo>
                    <a:close/>
                    <a:moveTo>
                      <a:pt x="1614" y="12188"/>
                    </a:moveTo>
                    <a:cubicBezTo>
                      <a:pt x="1599" y="12188"/>
                      <a:pt x="1539" y="12218"/>
                      <a:pt x="1539" y="12248"/>
                    </a:cubicBezTo>
                    <a:cubicBezTo>
                      <a:pt x="1539" y="12263"/>
                      <a:pt x="1569" y="12322"/>
                      <a:pt x="1599" y="12322"/>
                    </a:cubicBezTo>
                    <a:cubicBezTo>
                      <a:pt x="1689" y="12322"/>
                      <a:pt x="1793" y="12322"/>
                      <a:pt x="1868" y="12337"/>
                    </a:cubicBezTo>
                    <a:lnTo>
                      <a:pt x="1913" y="12337"/>
                    </a:lnTo>
                    <a:cubicBezTo>
                      <a:pt x="1943" y="12337"/>
                      <a:pt x="1987" y="12322"/>
                      <a:pt x="1987" y="12293"/>
                    </a:cubicBezTo>
                    <a:cubicBezTo>
                      <a:pt x="1987" y="12263"/>
                      <a:pt x="1972" y="12218"/>
                      <a:pt x="1943" y="12218"/>
                    </a:cubicBezTo>
                    <a:cubicBezTo>
                      <a:pt x="1838" y="12218"/>
                      <a:pt x="1748" y="12218"/>
                      <a:pt x="1674" y="12188"/>
                    </a:cubicBezTo>
                    <a:close/>
                    <a:moveTo>
                      <a:pt x="1599" y="12636"/>
                    </a:moveTo>
                    <a:cubicBezTo>
                      <a:pt x="1569" y="12636"/>
                      <a:pt x="1524" y="12666"/>
                      <a:pt x="1524" y="12696"/>
                    </a:cubicBezTo>
                    <a:cubicBezTo>
                      <a:pt x="1524" y="12741"/>
                      <a:pt x="1539" y="12771"/>
                      <a:pt x="1569" y="12771"/>
                    </a:cubicBezTo>
                    <a:cubicBezTo>
                      <a:pt x="1674" y="12771"/>
                      <a:pt x="1763" y="12771"/>
                      <a:pt x="1838" y="12785"/>
                    </a:cubicBezTo>
                    <a:lnTo>
                      <a:pt x="1898" y="12785"/>
                    </a:lnTo>
                    <a:cubicBezTo>
                      <a:pt x="1913" y="12785"/>
                      <a:pt x="1972" y="12771"/>
                      <a:pt x="1972" y="12741"/>
                    </a:cubicBezTo>
                    <a:cubicBezTo>
                      <a:pt x="1972" y="12711"/>
                      <a:pt x="1943" y="12666"/>
                      <a:pt x="1913" y="12666"/>
                    </a:cubicBezTo>
                    <a:cubicBezTo>
                      <a:pt x="1823" y="12666"/>
                      <a:pt x="1719" y="12666"/>
                      <a:pt x="1644" y="126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2" name="Google Shape;1242;p3"/>
            <p:cNvGrpSpPr/>
            <p:nvPr/>
          </p:nvGrpSpPr>
          <p:grpSpPr>
            <a:xfrm flipH="1" rot="-4768859">
              <a:off x="5885779" y="560316"/>
              <a:ext cx="1415754" cy="1652174"/>
              <a:chOff x="2342300" y="-1710275"/>
              <a:chExt cx="230400" cy="268875"/>
            </a:xfrm>
          </p:grpSpPr>
          <p:sp>
            <p:nvSpPr>
              <p:cNvPr id="1243" name="Google Shape;1243;p3"/>
              <p:cNvSpPr/>
              <p:nvPr/>
            </p:nvSpPr>
            <p:spPr>
              <a:xfrm>
                <a:off x="2342300" y="-1710275"/>
                <a:ext cx="230400" cy="268875"/>
              </a:xfrm>
              <a:custGeom>
                <a:rect b="b" l="l" r="r" t="t"/>
                <a:pathLst>
                  <a:path extrusionOk="0" h="10755" w="9216">
                    <a:moveTo>
                      <a:pt x="2644" y="4660"/>
                    </a:moveTo>
                    <a:lnTo>
                      <a:pt x="5153" y="8185"/>
                    </a:lnTo>
                    <a:lnTo>
                      <a:pt x="2121" y="7692"/>
                    </a:lnTo>
                    <a:lnTo>
                      <a:pt x="2644" y="4660"/>
                    </a:lnTo>
                    <a:close/>
                    <a:moveTo>
                      <a:pt x="1538" y="1"/>
                    </a:moveTo>
                    <a:lnTo>
                      <a:pt x="0" y="9216"/>
                    </a:lnTo>
                    <a:lnTo>
                      <a:pt x="9215" y="10754"/>
                    </a:lnTo>
                    <a:lnTo>
                      <a:pt x="153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3"/>
              <p:cNvSpPr/>
              <p:nvPr/>
            </p:nvSpPr>
            <p:spPr>
              <a:xfrm>
                <a:off x="2354975" y="-1489600"/>
                <a:ext cx="208400" cy="46325"/>
              </a:xfrm>
              <a:custGeom>
                <a:rect b="b" l="l" r="r" t="t"/>
                <a:pathLst>
                  <a:path extrusionOk="0" h="1853" w="8336">
                    <a:moveTo>
                      <a:pt x="76" y="1"/>
                    </a:moveTo>
                    <a:lnTo>
                      <a:pt x="76" y="30"/>
                    </a:lnTo>
                    <a:cubicBezTo>
                      <a:pt x="76" y="45"/>
                      <a:pt x="61" y="45"/>
                      <a:pt x="61" y="60"/>
                    </a:cubicBezTo>
                    <a:cubicBezTo>
                      <a:pt x="46" y="135"/>
                      <a:pt x="46" y="240"/>
                      <a:pt x="16" y="314"/>
                    </a:cubicBezTo>
                    <a:lnTo>
                      <a:pt x="16" y="329"/>
                    </a:lnTo>
                    <a:lnTo>
                      <a:pt x="16" y="344"/>
                    </a:lnTo>
                    <a:lnTo>
                      <a:pt x="1" y="419"/>
                    </a:lnTo>
                    <a:lnTo>
                      <a:pt x="120" y="434"/>
                    </a:lnTo>
                    <a:lnTo>
                      <a:pt x="135" y="359"/>
                    </a:lnTo>
                    <a:cubicBezTo>
                      <a:pt x="165" y="284"/>
                      <a:pt x="165" y="180"/>
                      <a:pt x="195" y="105"/>
                    </a:cubicBezTo>
                    <a:lnTo>
                      <a:pt x="195" y="90"/>
                    </a:lnTo>
                    <a:cubicBezTo>
                      <a:pt x="195" y="90"/>
                      <a:pt x="195" y="75"/>
                      <a:pt x="195" y="75"/>
                    </a:cubicBezTo>
                    <a:lnTo>
                      <a:pt x="195" y="30"/>
                    </a:lnTo>
                    <a:lnTo>
                      <a:pt x="150" y="16"/>
                    </a:lnTo>
                    <a:lnTo>
                      <a:pt x="135" y="16"/>
                    </a:lnTo>
                    <a:lnTo>
                      <a:pt x="76" y="1"/>
                    </a:lnTo>
                    <a:close/>
                    <a:moveTo>
                      <a:pt x="494" y="60"/>
                    </a:moveTo>
                    <a:lnTo>
                      <a:pt x="479" y="90"/>
                    </a:lnTo>
                    <a:cubicBezTo>
                      <a:pt x="464" y="105"/>
                      <a:pt x="464" y="120"/>
                      <a:pt x="464" y="135"/>
                    </a:cubicBezTo>
                    <a:cubicBezTo>
                      <a:pt x="434" y="210"/>
                      <a:pt x="434" y="314"/>
                      <a:pt x="419" y="389"/>
                    </a:cubicBezTo>
                    <a:lnTo>
                      <a:pt x="419" y="404"/>
                    </a:lnTo>
                    <a:cubicBezTo>
                      <a:pt x="419" y="419"/>
                      <a:pt x="419" y="419"/>
                      <a:pt x="419" y="434"/>
                    </a:cubicBezTo>
                    <a:lnTo>
                      <a:pt x="419" y="479"/>
                    </a:lnTo>
                    <a:lnTo>
                      <a:pt x="479" y="479"/>
                    </a:lnTo>
                    <a:lnTo>
                      <a:pt x="539" y="493"/>
                    </a:lnTo>
                    <a:lnTo>
                      <a:pt x="613" y="75"/>
                    </a:lnTo>
                    <a:lnTo>
                      <a:pt x="494" y="60"/>
                    </a:lnTo>
                    <a:close/>
                    <a:moveTo>
                      <a:pt x="867" y="135"/>
                    </a:moveTo>
                    <a:lnTo>
                      <a:pt x="852" y="210"/>
                    </a:lnTo>
                    <a:cubicBezTo>
                      <a:pt x="852" y="240"/>
                      <a:pt x="837" y="299"/>
                      <a:pt x="837" y="344"/>
                    </a:cubicBezTo>
                    <a:lnTo>
                      <a:pt x="837" y="359"/>
                    </a:lnTo>
                    <a:lnTo>
                      <a:pt x="822" y="374"/>
                    </a:lnTo>
                    <a:lnTo>
                      <a:pt x="822" y="389"/>
                    </a:lnTo>
                    <a:cubicBezTo>
                      <a:pt x="822" y="404"/>
                      <a:pt x="822" y="419"/>
                      <a:pt x="807" y="434"/>
                    </a:cubicBezTo>
                    <a:lnTo>
                      <a:pt x="807" y="464"/>
                    </a:lnTo>
                    <a:lnTo>
                      <a:pt x="793" y="553"/>
                    </a:lnTo>
                    <a:lnTo>
                      <a:pt x="927" y="568"/>
                    </a:lnTo>
                    <a:lnTo>
                      <a:pt x="942" y="493"/>
                    </a:lnTo>
                    <a:lnTo>
                      <a:pt x="942" y="479"/>
                    </a:lnTo>
                    <a:cubicBezTo>
                      <a:pt x="957" y="404"/>
                      <a:pt x="957" y="314"/>
                      <a:pt x="987" y="240"/>
                    </a:cubicBezTo>
                    <a:lnTo>
                      <a:pt x="987" y="210"/>
                    </a:lnTo>
                    <a:cubicBezTo>
                      <a:pt x="987" y="210"/>
                      <a:pt x="987" y="210"/>
                      <a:pt x="987" y="195"/>
                    </a:cubicBezTo>
                    <a:lnTo>
                      <a:pt x="987" y="150"/>
                    </a:lnTo>
                    <a:lnTo>
                      <a:pt x="957" y="150"/>
                    </a:lnTo>
                    <a:cubicBezTo>
                      <a:pt x="957" y="135"/>
                      <a:pt x="942" y="135"/>
                      <a:pt x="942" y="135"/>
                    </a:cubicBezTo>
                    <a:close/>
                    <a:moveTo>
                      <a:pt x="1285" y="195"/>
                    </a:moveTo>
                    <a:lnTo>
                      <a:pt x="1211" y="613"/>
                    </a:lnTo>
                    <a:lnTo>
                      <a:pt x="1345" y="628"/>
                    </a:lnTo>
                    <a:lnTo>
                      <a:pt x="1345" y="568"/>
                    </a:lnTo>
                    <a:lnTo>
                      <a:pt x="1360" y="553"/>
                    </a:lnTo>
                    <a:cubicBezTo>
                      <a:pt x="1390" y="479"/>
                      <a:pt x="1390" y="389"/>
                      <a:pt x="1405" y="314"/>
                    </a:cubicBezTo>
                    <a:lnTo>
                      <a:pt x="1405" y="284"/>
                    </a:lnTo>
                    <a:cubicBezTo>
                      <a:pt x="1405" y="284"/>
                      <a:pt x="1405" y="269"/>
                      <a:pt x="1405" y="255"/>
                    </a:cubicBezTo>
                    <a:lnTo>
                      <a:pt x="1405" y="210"/>
                    </a:lnTo>
                    <a:lnTo>
                      <a:pt x="1285" y="195"/>
                    </a:lnTo>
                    <a:close/>
                    <a:moveTo>
                      <a:pt x="1689" y="269"/>
                    </a:moveTo>
                    <a:lnTo>
                      <a:pt x="1674" y="374"/>
                    </a:lnTo>
                    <a:cubicBezTo>
                      <a:pt x="1674" y="389"/>
                      <a:pt x="1659" y="419"/>
                      <a:pt x="1659" y="449"/>
                    </a:cubicBezTo>
                    <a:lnTo>
                      <a:pt x="1644" y="553"/>
                    </a:lnTo>
                    <a:cubicBezTo>
                      <a:pt x="1644" y="568"/>
                      <a:pt x="1644" y="583"/>
                      <a:pt x="1629" y="583"/>
                    </a:cubicBezTo>
                    <a:lnTo>
                      <a:pt x="1629" y="598"/>
                    </a:lnTo>
                    <a:lnTo>
                      <a:pt x="1614" y="688"/>
                    </a:lnTo>
                    <a:lnTo>
                      <a:pt x="1748" y="703"/>
                    </a:lnTo>
                    <a:lnTo>
                      <a:pt x="1748" y="643"/>
                    </a:lnTo>
                    <a:lnTo>
                      <a:pt x="1763" y="628"/>
                    </a:lnTo>
                    <a:cubicBezTo>
                      <a:pt x="1778" y="553"/>
                      <a:pt x="1778" y="464"/>
                      <a:pt x="1808" y="389"/>
                    </a:cubicBezTo>
                    <a:lnTo>
                      <a:pt x="1808" y="359"/>
                    </a:lnTo>
                    <a:cubicBezTo>
                      <a:pt x="1808" y="359"/>
                      <a:pt x="1808" y="344"/>
                      <a:pt x="1808" y="344"/>
                    </a:cubicBezTo>
                    <a:lnTo>
                      <a:pt x="1823" y="299"/>
                    </a:lnTo>
                    <a:lnTo>
                      <a:pt x="1689" y="269"/>
                    </a:lnTo>
                    <a:close/>
                    <a:moveTo>
                      <a:pt x="2107" y="359"/>
                    </a:moveTo>
                    <a:lnTo>
                      <a:pt x="2107" y="389"/>
                    </a:lnTo>
                    <a:lnTo>
                      <a:pt x="2077" y="404"/>
                    </a:lnTo>
                    <a:cubicBezTo>
                      <a:pt x="2062" y="479"/>
                      <a:pt x="2062" y="583"/>
                      <a:pt x="2032" y="658"/>
                    </a:cubicBezTo>
                    <a:lnTo>
                      <a:pt x="2032" y="688"/>
                    </a:lnTo>
                    <a:cubicBezTo>
                      <a:pt x="2032" y="688"/>
                      <a:pt x="2032" y="703"/>
                      <a:pt x="2047" y="718"/>
                    </a:cubicBezTo>
                    <a:lnTo>
                      <a:pt x="2032" y="777"/>
                    </a:lnTo>
                    <a:lnTo>
                      <a:pt x="2152" y="792"/>
                    </a:lnTo>
                    <a:lnTo>
                      <a:pt x="2226" y="374"/>
                    </a:lnTo>
                    <a:lnTo>
                      <a:pt x="2167" y="359"/>
                    </a:lnTo>
                    <a:close/>
                    <a:moveTo>
                      <a:pt x="2510" y="404"/>
                    </a:moveTo>
                    <a:lnTo>
                      <a:pt x="2495" y="523"/>
                    </a:lnTo>
                    <a:cubicBezTo>
                      <a:pt x="2495" y="553"/>
                      <a:pt x="2495" y="568"/>
                      <a:pt x="2480" y="583"/>
                    </a:cubicBezTo>
                    <a:lnTo>
                      <a:pt x="2465" y="718"/>
                    </a:lnTo>
                    <a:cubicBezTo>
                      <a:pt x="2465" y="718"/>
                      <a:pt x="2465" y="732"/>
                      <a:pt x="2450" y="732"/>
                    </a:cubicBezTo>
                    <a:lnTo>
                      <a:pt x="2450" y="747"/>
                    </a:lnTo>
                    <a:lnTo>
                      <a:pt x="2450" y="822"/>
                    </a:lnTo>
                    <a:lnTo>
                      <a:pt x="2570" y="852"/>
                    </a:lnTo>
                    <a:lnTo>
                      <a:pt x="2570" y="792"/>
                    </a:lnTo>
                    <a:lnTo>
                      <a:pt x="2585" y="777"/>
                    </a:lnTo>
                    <a:cubicBezTo>
                      <a:pt x="2600" y="703"/>
                      <a:pt x="2600" y="613"/>
                      <a:pt x="2630" y="538"/>
                    </a:cubicBezTo>
                    <a:lnTo>
                      <a:pt x="2630" y="508"/>
                    </a:lnTo>
                    <a:cubicBezTo>
                      <a:pt x="2630" y="508"/>
                      <a:pt x="2630" y="493"/>
                      <a:pt x="2630" y="493"/>
                    </a:cubicBezTo>
                    <a:lnTo>
                      <a:pt x="2645" y="434"/>
                    </a:lnTo>
                    <a:lnTo>
                      <a:pt x="2510" y="404"/>
                    </a:lnTo>
                    <a:close/>
                    <a:moveTo>
                      <a:pt x="2928" y="493"/>
                    </a:moveTo>
                    <a:lnTo>
                      <a:pt x="2913" y="538"/>
                    </a:lnTo>
                    <a:cubicBezTo>
                      <a:pt x="2913" y="538"/>
                      <a:pt x="2898" y="553"/>
                      <a:pt x="2898" y="553"/>
                    </a:cubicBezTo>
                    <a:cubicBezTo>
                      <a:pt x="2884" y="628"/>
                      <a:pt x="2884" y="732"/>
                      <a:pt x="2854" y="807"/>
                    </a:cubicBezTo>
                    <a:lnTo>
                      <a:pt x="2854" y="837"/>
                    </a:lnTo>
                    <a:cubicBezTo>
                      <a:pt x="2854" y="837"/>
                      <a:pt x="2854" y="852"/>
                      <a:pt x="2854" y="852"/>
                    </a:cubicBezTo>
                    <a:lnTo>
                      <a:pt x="2854" y="912"/>
                    </a:lnTo>
                    <a:lnTo>
                      <a:pt x="2973" y="927"/>
                    </a:lnTo>
                    <a:lnTo>
                      <a:pt x="3048" y="508"/>
                    </a:lnTo>
                    <a:lnTo>
                      <a:pt x="2928" y="493"/>
                    </a:lnTo>
                    <a:close/>
                    <a:moveTo>
                      <a:pt x="3332" y="568"/>
                    </a:moveTo>
                    <a:lnTo>
                      <a:pt x="3332" y="598"/>
                    </a:lnTo>
                    <a:cubicBezTo>
                      <a:pt x="3332" y="598"/>
                      <a:pt x="3317" y="613"/>
                      <a:pt x="3302" y="628"/>
                    </a:cubicBezTo>
                    <a:cubicBezTo>
                      <a:pt x="3272" y="703"/>
                      <a:pt x="3272" y="807"/>
                      <a:pt x="3257" y="882"/>
                    </a:cubicBezTo>
                    <a:lnTo>
                      <a:pt x="3257" y="912"/>
                    </a:lnTo>
                    <a:cubicBezTo>
                      <a:pt x="3257" y="927"/>
                      <a:pt x="3257" y="942"/>
                      <a:pt x="3272" y="956"/>
                    </a:cubicBezTo>
                    <a:lnTo>
                      <a:pt x="3272" y="986"/>
                    </a:lnTo>
                    <a:lnTo>
                      <a:pt x="3391" y="1016"/>
                    </a:lnTo>
                    <a:lnTo>
                      <a:pt x="3466" y="598"/>
                    </a:lnTo>
                    <a:lnTo>
                      <a:pt x="3332" y="568"/>
                    </a:lnTo>
                    <a:close/>
                    <a:moveTo>
                      <a:pt x="3720" y="628"/>
                    </a:moveTo>
                    <a:lnTo>
                      <a:pt x="3645" y="1046"/>
                    </a:lnTo>
                    <a:lnTo>
                      <a:pt x="3705" y="1046"/>
                    </a:lnTo>
                    <a:cubicBezTo>
                      <a:pt x="3720" y="1061"/>
                      <a:pt x="3720" y="1061"/>
                      <a:pt x="3720" y="1061"/>
                    </a:cubicBezTo>
                    <a:lnTo>
                      <a:pt x="3780" y="1061"/>
                    </a:lnTo>
                    <a:lnTo>
                      <a:pt x="3780" y="1031"/>
                    </a:lnTo>
                    <a:cubicBezTo>
                      <a:pt x="3780" y="1016"/>
                      <a:pt x="3795" y="1016"/>
                      <a:pt x="3795" y="1001"/>
                    </a:cubicBezTo>
                    <a:cubicBezTo>
                      <a:pt x="3824" y="927"/>
                      <a:pt x="3824" y="837"/>
                      <a:pt x="3854" y="762"/>
                    </a:cubicBezTo>
                    <a:lnTo>
                      <a:pt x="3854" y="732"/>
                    </a:lnTo>
                    <a:cubicBezTo>
                      <a:pt x="3854" y="718"/>
                      <a:pt x="3839" y="703"/>
                      <a:pt x="3839" y="688"/>
                    </a:cubicBezTo>
                    <a:lnTo>
                      <a:pt x="3839" y="643"/>
                    </a:lnTo>
                    <a:lnTo>
                      <a:pt x="3720" y="628"/>
                    </a:lnTo>
                    <a:close/>
                    <a:moveTo>
                      <a:pt x="4138" y="703"/>
                    </a:moveTo>
                    <a:lnTo>
                      <a:pt x="4123" y="777"/>
                    </a:lnTo>
                    <a:cubicBezTo>
                      <a:pt x="4108" y="822"/>
                      <a:pt x="4108" y="867"/>
                      <a:pt x="4093" y="912"/>
                    </a:cubicBezTo>
                    <a:lnTo>
                      <a:pt x="4093" y="971"/>
                    </a:lnTo>
                    <a:cubicBezTo>
                      <a:pt x="4078" y="986"/>
                      <a:pt x="4078" y="1001"/>
                      <a:pt x="4078" y="1001"/>
                    </a:cubicBezTo>
                    <a:lnTo>
                      <a:pt x="4078" y="1031"/>
                    </a:lnTo>
                    <a:lnTo>
                      <a:pt x="4063" y="1121"/>
                    </a:lnTo>
                    <a:lnTo>
                      <a:pt x="4183" y="1136"/>
                    </a:lnTo>
                    <a:lnTo>
                      <a:pt x="4198" y="1061"/>
                    </a:lnTo>
                    <a:cubicBezTo>
                      <a:pt x="4228" y="986"/>
                      <a:pt x="4228" y="882"/>
                      <a:pt x="4243" y="807"/>
                    </a:cubicBezTo>
                    <a:lnTo>
                      <a:pt x="4243" y="777"/>
                    </a:lnTo>
                    <a:cubicBezTo>
                      <a:pt x="4243" y="777"/>
                      <a:pt x="4243" y="777"/>
                      <a:pt x="4243" y="762"/>
                    </a:cubicBezTo>
                    <a:lnTo>
                      <a:pt x="4258" y="718"/>
                    </a:lnTo>
                    <a:lnTo>
                      <a:pt x="4213" y="718"/>
                    </a:lnTo>
                    <a:cubicBezTo>
                      <a:pt x="4213" y="718"/>
                      <a:pt x="4213" y="703"/>
                      <a:pt x="4198" y="703"/>
                    </a:cubicBezTo>
                    <a:cubicBezTo>
                      <a:pt x="4198" y="703"/>
                      <a:pt x="4183" y="718"/>
                      <a:pt x="4183" y="718"/>
                    </a:cubicBezTo>
                    <a:lnTo>
                      <a:pt x="4138" y="703"/>
                    </a:lnTo>
                    <a:close/>
                    <a:moveTo>
                      <a:pt x="4616" y="777"/>
                    </a:moveTo>
                    <a:cubicBezTo>
                      <a:pt x="4601" y="777"/>
                      <a:pt x="4586" y="792"/>
                      <a:pt x="4586" y="792"/>
                    </a:cubicBezTo>
                    <a:lnTo>
                      <a:pt x="4541" y="792"/>
                    </a:lnTo>
                    <a:lnTo>
                      <a:pt x="4467" y="1195"/>
                    </a:lnTo>
                    <a:lnTo>
                      <a:pt x="4601" y="1225"/>
                    </a:lnTo>
                    <a:lnTo>
                      <a:pt x="4601" y="1151"/>
                    </a:lnTo>
                    <a:lnTo>
                      <a:pt x="4616" y="1136"/>
                    </a:lnTo>
                    <a:cubicBezTo>
                      <a:pt x="4646" y="1061"/>
                      <a:pt x="4646" y="956"/>
                      <a:pt x="4676" y="882"/>
                    </a:cubicBezTo>
                    <a:lnTo>
                      <a:pt x="4676" y="852"/>
                    </a:lnTo>
                    <a:cubicBezTo>
                      <a:pt x="4676" y="852"/>
                      <a:pt x="4676" y="837"/>
                      <a:pt x="4661" y="822"/>
                    </a:cubicBezTo>
                    <a:lnTo>
                      <a:pt x="4661" y="807"/>
                    </a:lnTo>
                    <a:lnTo>
                      <a:pt x="4646" y="807"/>
                    </a:lnTo>
                    <a:cubicBezTo>
                      <a:pt x="4646" y="792"/>
                      <a:pt x="4631" y="777"/>
                      <a:pt x="4616" y="777"/>
                    </a:cubicBezTo>
                    <a:close/>
                    <a:moveTo>
                      <a:pt x="4960" y="837"/>
                    </a:moveTo>
                    <a:lnTo>
                      <a:pt x="4900" y="1151"/>
                    </a:lnTo>
                    <a:lnTo>
                      <a:pt x="4900" y="1166"/>
                    </a:lnTo>
                    <a:lnTo>
                      <a:pt x="4885" y="1255"/>
                    </a:lnTo>
                    <a:lnTo>
                      <a:pt x="5004" y="1285"/>
                    </a:lnTo>
                    <a:lnTo>
                      <a:pt x="5019" y="1210"/>
                    </a:lnTo>
                    <a:cubicBezTo>
                      <a:pt x="5049" y="1136"/>
                      <a:pt x="5049" y="1031"/>
                      <a:pt x="5064" y="956"/>
                    </a:cubicBezTo>
                    <a:lnTo>
                      <a:pt x="5064" y="927"/>
                    </a:lnTo>
                    <a:cubicBezTo>
                      <a:pt x="5064" y="927"/>
                      <a:pt x="5064" y="927"/>
                      <a:pt x="5064" y="912"/>
                    </a:cubicBezTo>
                    <a:lnTo>
                      <a:pt x="5079" y="867"/>
                    </a:lnTo>
                    <a:lnTo>
                      <a:pt x="4960" y="837"/>
                    </a:lnTo>
                    <a:close/>
                    <a:moveTo>
                      <a:pt x="5363" y="927"/>
                    </a:moveTo>
                    <a:lnTo>
                      <a:pt x="5348" y="956"/>
                    </a:lnTo>
                    <a:cubicBezTo>
                      <a:pt x="5348" y="971"/>
                      <a:pt x="5348" y="971"/>
                      <a:pt x="5348" y="986"/>
                    </a:cubicBezTo>
                    <a:cubicBezTo>
                      <a:pt x="5318" y="1061"/>
                      <a:pt x="5318" y="1151"/>
                      <a:pt x="5288" y="1225"/>
                    </a:cubicBezTo>
                    <a:lnTo>
                      <a:pt x="5288" y="1255"/>
                    </a:lnTo>
                    <a:cubicBezTo>
                      <a:pt x="5288" y="1270"/>
                      <a:pt x="5303" y="1270"/>
                      <a:pt x="5303" y="1285"/>
                    </a:cubicBezTo>
                    <a:lnTo>
                      <a:pt x="5288" y="1330"/>
                    </a:lnTo>
                    <a:lnTo>
                      <a:pt x="5408" y="1360"/>
                    </a:lnTo>
                    <a:lnTo>
                      <a:pt x="5482" y="942"/>
                    </a:lnTo>
                    <a:lnTo>
                      <a:pt x="5363" y="927"/>
                    </a:lnTo>
                    <a:close/>
                    <a:moveTo>
                      <a:pt x="5781" y="971"/>
                    </a:moveTo>
                    <a:lnTo>
                      <a:pt x="5766" y="1061"/>
                    </a:lnTo>
                    <a:cubicBezTo>
                      <a:pt x="5736" y="1136"/>
                      <a:pt x="5736" y="1240"/>
                      <a:pt x="5721" y="1300"/>
                    </a:cubicBezTo>
                    <a:lnTo>
                      <a:pt x="5721" y="1330"/>
                    </a:lnTo>
                    <a:lnTo>
                      <a:pt x="5706" y="1390"/>
                    </a:lnTo>
                    <a:lnTo>
                      <a:pt x="5766" y="1405"/>
                    </a:lnTo>
                    <a:lnTo>
                      <a:pt x="5826" y="1420"/>
                    </a:lnTo>
                    <a:lnTo>
                      <a:pt x="5841" y="1360"/>
                    </a:lnTo>
                    <a:cubicBezTo>
                      <a:pt x="5871" y="1285"/>
                      <a:pt x="5871" y="1181"/>
                      <a:pt x="5886" y="1106"/>
                    </a:cubicBezTo>
                    <a:lnTo>
                      <a:pt x="5886" y="1076"/>
                    </a:lnTo>
                    <a:lnTo>
                      <a:pt x="5901" y="1001"/>
                    </a:lnTo>
                    <a:lnTo>
                      <a:pt x="5781" y="971"/>
                    </a:lnTo>
                    <a:close/>
                    <a:moveTo>
                      <a:pt x="6184" y="1061"/>
                    </a:moveTo>
                    <a:lnTo>
                      <a:pt x="6184" y="1091"/>
                    </a:lnTo>
                    <a:cubicBezTo>
                      <a:pt x="6169" y="1106"/>
                      <a:pt x="6169" y="1106"/>
                      <a:pt x="6169" y="1136"/>
                    </a:cubicBezTo>
                    <a:cubicBezTo>
                      <a:pt x="6140" y="1210"/>
                      <a:pt x="6140" y="1300"/>
                      <a:pt x="6110" y="1375"/>
                    </a:cubicBezTo>
                    <a:lnTo>
                      <a:pt x="6110" y="1405"/>
                    </a:lnTo>
                    <a:cubicBezTo>
                      <a:pt x="6110" y="1420"/>
                      <a:pt x="6125" y="1420"/>
                      <a:pt x="6125" y="1434"/>
                    </a:cubicBezTo>
                    <a:lnTo>
                      <a:pt x="6110" y="1479"/>
                    </a:lnTo>
                    <a:lnTo>
                      <a:pt x="6229" y="1494"/>
                    </a:lnTo>
                    <a:lnTo>
                      <a:pt x="6289" y="1195"/>
                    </a:lnTo>
                    <a:lnTo>
                      <a:pt x="6289" y="1181"/>
                    </a:lnTo>
                    <a:lnTo>
                      <a:pt x="6304" y="1076"/>
                    </a:lnTo>
                    <a:lnTo>
                      <a:pt x="6184" y="1061"/>
                    </a:lnTo>
                    <a:close/>
                    <a:moveTo>
                      <a:pt x="6603" y="1136"/>
                    </a:moveTo>
                    <a:lnTo>
                      <a:pt x="6588" y="1166"/>
                    </a:lnTo>
                    <a:cubicBezTo>
                      <a:pt x="6588" y="1181"/>
                      <a:pt x="6573" y="1195"/>
                      <a:pt x="6558" y="1210"/>
                    </a:cubicBezTo>
                    <a:cubicBezTo>
                      <a:pt x="6543" y="1285"/>
                      <a:pt x="6543" y="1375"/>
                      <a:pt x="6513" y="1449"/>
                    </a:cubicBezTo>
                    <a:lnTo>
                      <a:pt x="6513" y="1479"/>
                    </a:lnTo>
                    <a:cubicBezTo>
                      <a:pt x="6513" y="1494"/>
                      <a:pt x="6528" y="1509"/>
                      <a:pt x="6528" y="1524"/>
                    </a:cubicBezTo>
                    <a:lnTo>
                      <a:pt x="6528" y="1554"/>
                    </a:lnTo>
                    <a:lnTo>
                      <a:pt x="6647" y="1584"/>
                    </a:lnTo>
                    <a:lnTo>
                      <a:pt x="6722" y="1166"/>
                    </a:lnTo>
                    <a:lnTo>
                      <a:pt x="6603" y="1136"/>
                    </a:lnTo>
                    <a:close/>
                    <a:moveTo>
                      <a:pt x="6991" y="1195"/>
                    </a:moveTo>
                    <a:lnTo>
                      <a:pt x="6916" y="1614"/>
                    </a:lnTo>
                    <a:lnTo>
                      <a:pt x="7036" y="1629"/>
                    </a:lnTo>
                    <a:lnTo>
                      <a:pt x="7051" y="1569"/>
                    </a:lnTo>
                    <a:lnTo>
                      <a:pt x="7066" y="1554"/>
                    </a:lnTo>
                    <a:cubicBezTo>
                      <a:pt x="7080" y="1479"/>
                      <a:pt x="7080" y="1375"/>
                      <a:pt x="7110" y="1300"/>
                    </a:cubicBezTo>
                    <a:lnTo>
                      <a:pt x="7110" y="1285"/>
                    </a:lnTo>
                    <a:cubicBezTo>
                      <a:pt x="7110" y="1270"/>
                      <a:pt x="7110" y="1255"/>
                      <a:pt x="7110" y="1255"/>
                    </a:cubicBezTo>
                    <a:lnTo>
                      <a:pt x="7110" y="1210"/>
                    </a:lnTo>
                    <a:lnTo>
                      <a:pt x="6991" y="1195"/>
                    </a:lnTo>
                    <a:close/>
                    <a:moveTo>
                      <a:pt x="7394" y="1270"/>
                    </a:moveTo>
                    <a:lnTo>
                      <a:pt x="7364" y="1405"/>
                    </a:lnTo>
                    <a:lnTo>
                      <a:pt x="7334" y="1569"/>
                    </a:lnTo>
                    <a:lnTo>
                      <a:pt x="7334" y="1584"/>
                    </a:lnTo>
                    <a:lnTo>
                      <a:pt x="7334" y="1599"/>
                    </a:lnTo>
                    <a:lnTo>
                      <a:pt x="7319" y="1688"/>
                    </a:lnTo>
                    <a:lnTo>
                      <a:pt x="7439" y="1703"/>
                    </a:lnTo>
                    <a:lnTo>
                      <a:pt x="7454" y="1644"/>
                    </a:lnTo>
                    <a:lnTo>
                      <a:pt x="7454" y="1629"/>
                    </a:lnTo>
                    <a:cubicBezTo>
                      <a:pt x="7484" y="1554"/>
                      <a:pt x="7484" y="1449"/>
                      <a:pt x="7514" y="1375"/>
                    </a:cubicBezTo>
                    <a:lnTo>
                      <a:pt x="7514" y="1360"/>
                    </a:lnTo>
                    <a:cubicBezTo>
                      <a:pt x="7514" y="1345"/>
                      <a:pt x="7514" y="1345"/>
                      <a:pt x="7514" y="1330"/>
                    </a:cubicBezTo>
                    <a:lnTo>
                      <a:pt x="7514" y="1300"/>
                    </a:lnTo>
                    <a:lnTo>
                      <a:pt x="7469" y="1285"/>
                    </a:lnTo>
                    <a:lnTo>
                      <a:pt x="7454" y="1285"/>
                    </a:lnTo>
                    <a:lnTo>
                      <a:pt x="7394" y="1270"/>
                    </a:lnTo>
                    <a:close/>
                    <a:moveTo>
                      <a:pt x="7812" y="1360"/>
                    </a:moveTo>
                    <a:lnTo>
                      <a:pt x="7797" y="1390"/>
                    </a:lnTo>
                    <a:lnTo>
                      <a:pt x="7782" y="1405"/>
                    </a:lnTo>
                    <a:cubicBezTo>
                      <a:pt x="7753" y="1479"/>
                      <a:pt x="7753" y="1584"/>
                      <a:pt x="7738" y="1658"/>
                    </a:cubicBezTo>
                    <a:lnTo>
                      <a:pt x="7738" y="1673"/>
                    </a:lnTo>
                    <a:cubicBezTo>
                      <a:pt x="7738" y="1688"/>
                      <a:pt x="7738" y="1703"/>
                      <a:pt x="7738" y="1718"/>
                    </a:cubicBezTo>
                    <a:lnTo>
                      <a:pt x="7738" y="1778"/>
                    </a:lnTo>
                    <a:lnTo>
                      <a:pt x="7857" y="1793"/>
                    </a:lnTo>
                    <a:lnTo>
                      <a:pt x="7932" y="1375"/>
                    </a:lnTo>
                    <a:lnTo>
                      <a:pt x="7872" y="1360"/>
                    </a:lnTo>
                    <a:close/>
                    <a:moveTo>
                      <a:pt x="8216" y="1405"/>
                    </a:moveTo>
                    <a:lnTo>
                      <a:pt x="8156" y="1733"/>
                    </a:lnTo>
                    <a:lnTo>
                      <a:pt x="8141" y="1823"/>
                    </a:lnTo>
                    <a:lnTo>
                      <a:pt x="8260" y="1853"/>
                    </a:lnTo>
                    <a:lnTo>
                      <a:pt x="8275" y="1793"/>
                    </a:lnTo>
                    <a:lnTo>
                      <a:pt x="8275" y="1778"/>
                    </a:lnTo>
                    <a:cubicBezTo>
                      <a:pt x="8305" y="1703"/>
                      <a:pt x="8305" y="1599"/>
                      <a:pt x="8335" y="1524"/>
                    </a:cubicBezTo>
                    <a:lnTo>
                      <a:pt x="8335" y="1509"/>
                    </a:lnTo>
                    <a:cubicBezTo>
                      <a:pt x="8335" y="1494"/>
                      <a:pt x="8335" y="1494"/>
                      <a:pt x="8320" y="1479"/>
                    </a:cubicBezTo>
                    <a:lnTo>
                      <a:pt x="8335" y="1434"/>
                    </a:lnTo>
                    <a:lnTo>
                      <a:pt x="8216" y="140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3"/>
              <p:cNvSpPr/>
              <p:nvPr/>
            </p:nvSpPr>
            <p:spPr>
              <a:xfrm>
                <a:off x="2344900" y="-1698700"/>
                <a:ext cx="140825" cy="212375"/>
              </a:xfrm>
              <a:custGeom>
                <a:rect b="b" l="l" r="r" t="t"/>
                <a:pathLst>
                  <a:path extrusionOk="0" h="8495" w="5633">
                    <a:moveTo>
                      <a:pt x="1300" y="1"/>
                    </a:moveTo>
                    <a:lnTo>
                      <a:pt x="1285" y="120"/>
                    </a:lnTo>
                    <a:lnTo>
                      <a:pt x="1375" y="135"/>
                    </a:lnTo>
                    <a:cubicBezTo>
                      <a:pt x="1449" y="165"/>
                      <a:pt x="1539" y="165"/>
                      <a:pt x="1614" y="195"/>
                    </a:cubicBezTo>
                    <a:lnTo>
                      <a:pt x="1644" y="195"/>
                    </a:lnTo>
                    <a:cubicBezTo>
                      <a:pt x="1644" y="195"/>
                      <a:pt x="1644" y="180"/>
                      <a:pt x="1644" y="180"/>
                    </a:cubicBezTo>
                    <a:lnTo>
                      <a:pt x="1703" y="195"/>
                    </a:lnTo>
                    <a:lnTo>
                      <a:pt x="1703" y="165"/>
                    </a:lnTo>
                    <a:cubicBezTo>
                      <a:pt x="1703" y="150"/>
                      <a:pt x="1718" y="150"/>
                      <a:pt x="1718" y="135"/>
                    </a:cubicBezTo>
                    <a:cubicBezTo>
                      <a:pt x="1718" y="135"/>
                      <a:pt x="1718" y="120"/>
                      <a:pt x="1703" y="120"/>
                    </a:cubicBezTo>
                    <a:lnTo>
                      <a:pt x="1718" y="75"/>
                    </a:lnTo>
                    <a:lnTo>
                      <a:pt x="1659" y="60"/>
                    </a:lnTo>
                    <a:cubicBezTo>
                      <a:pt x="1584" y="45"/>
                      <a:pt x="1494" y="45"/>
                      <a:pt x="1420" y="15"/>
                    </a:cubicBezTo>
                    <a:lnTo>
                      <a:pt x="1375" y="15"/>
                    </a:lnTo>
                    <a:lnTo>
                      <a:pt x="1300" y="1"/>
                    </a:lnTo>
                    <a:close/>
                    <a:moveTo>
                      <a:pt x="1240" y="419"/>
                    </a:moveTo>
                    <a:lnTo>
                      <a:pt x="1225" y="538"/>
                    </a:lnTo>
                    <a:lnTo>
                      <a:pt x="1285" y="553"/>
                    </a:lnTo>
                    <a:cubicBezTo>
                      <a:pt x="1360" y="583"/>
                      <a:pt x="1464" y="583"/>
                      <a:pt x="1539" y="613"/>
                    </a:cubicBezTo>
                    <a:lnTo>
                      <a:pt x="1569" y="613"/>
                    </a:lnTo>
                    <a:cubicBezTo>
                      <a:pt x="1569" y="613"/>
                      <a:pt x="1584" y="613"/>
                      <a:pt x="1599" y="598"/>
                    </a:cubicBezTo>
                    <a:lnTo>
                      <a:pt x="1644" y="613"/>
                    </a:lnTo>
                    <a:lnTo>
                      <a:pt x="1659" y="493"/>
                    </a:lnTo>
                    <a:lnTo>
                      <a:pt x="1240" y="419"/>
                    </a:lnTo>
                    <a:close/>
                    <a:moveTo>
                      <a:pt x="1166" y="822"/>
                    </a:moveTo>
                    <a:lnTo>
                      <a:pt x="1151" y="956"/>
                    </a:lnTo>
                    <a:lnTo>
                      <a:pt x="1255" y="971"/>
                    </a:lnTo>
                    <a:cubicBezTo>
                      <a:pt x="1285" y="971"/>
                      <a:pt x="1315" y="986"/>
                      <a:pt x="1345" y="986"/>
                    </a:cubicBezTo>
                    <a:lnTo>
                      <a:pt x="1434" y="1001"/>
                    </a:lnTo>
                    <a:cubicBezTo>
                      <a:pt x="1434" y="1001"/>
                      <a:pt x="1449" y="1001"/>
                      <a:pt x="1464" y="1016"/>
                    </a:cubicBezTo>
                    <a:lnTo>
                      <a:pt x="1569" y="1016"/>
                    </a:lnTo>
                    <a:lnTo>
                      <a:pt x="1584" y="897"/>
                    </a:lnTo>
                    <a:lnTo>
                      <a:pt x="1524" y="897"/>
                    </a:lnTo>
                    <a:cubicBezTo>
                      <a:pt x="1524" y="882"/>
                      <a:pt x="1524" y="882"/>
                      <a:pt x="1509" y="882"/>
                    </a:cubicBezTo>
                    <a:cubicBezTo>
                      <a:pt x="1434" y="867"/>
                      <a:pt x="1345" y="867"/>
                      <a:pt x="1270" y="837"/>
                    </a:cubicBezTo>
                    <a:lnTo>
                      <a:pt x="1225" y="837"/>
                    </a:lnTo>
                    <a:lnTo>
                      <a:pt x="1166" y="822"/>
                    </a:lnTo>
                    <a:close/>
                    <a:moveTo>
                      <a:pt x="1121" y="1225"/>
                    </a:moveTo>
                    <a:lnTo>
                      <a:pt x="1106" y="1285"/>
                    </a:lnTo>
                    <a:cubicBezTo>
                      <a:pt x="1091" y="1300"/>
                      <a:pt x="1091" y="1300"/>
                      <a:pt x="1091" y="1315"/>
                    </a:cubicBezTo>
                    <a:cubicBezTo>
                      <a:pt x="1091" y="1315"/>
                      <a:pt x="1091" y="1315"/>
                      <a:pt x="1091" y="1330"/>
                    </a:cubicBezTo>
                    <a:lnTo>
                      <a:pt x="1091" y="1345"/>
                    </a:lnTo>
                    <a:lnTo>
                      <a:pt x="1106" y="1345"/>
                    </a:lnTo>
                    <a:cubicBezTo>
                      <a:pt x="1121" y="1360"/>
                      <a:pt x="1136" y="1375"/>
                      <a:pt x="1136" y="1390"/>
                    </a:cubicBezTo>
                    <a:cubicBezTo>
                      <a:pt x="1210" y="1404"/>
                      <a:pt x="1315" y="1404"/>
                      <a:pt x="1390" y="1434"/>
                    </a:cubicBezTo>
                    <a:lnTo>
                      <a:pt x="1420" y="1434"/>
                    </a:lnTo>
                    <a:cubicBezTo>
                      <a:pt x="1434" y="1434"/>
                      <a:pt x="1464" y="1419"/>
                      <a:pt x="1479" y="1404"/>
                    </a:cubicBezTo>
                    <a:lnTo>
                      <a:pt x="1509" y="1404"/>
                    </a:lnTo>
                    <a:lnTo>
                      <a:pt x="1539" y="1285"/>
                    </a:lnTo>
                    <a:lnTo>
                      <a:pt x="1121" y="1225"/>
                    </a:lnTo>
                    <a:close/>
                    <a:moveTo>
                      <a:pt x="1031" y="1629"/>
                    </a:moveTo>
                    <a:lnTo>
                      <a:pt x="1031" y="1688"/>
                    </a:lnTo>
                    <a:cubicBezTo>
                      <a:pt x="1016" y="1688"/>
                      <a:pt x="1016" y="1703"/>
                      <a:pt x="1016" y="1703"/>
                    </a:cubicBezTo>
                    <a:cubicBezTo>
                      <a:pt x="1016" y="1703"/>
                      <a:pt x="1016" y="1718"/>
                      <a:pt x="1016" y="1718"/>
                    </a:cubicBezTo>
                    <a:lnTo>
                      <a:pt x="1016" y="1748"/>
                    </a:lnTo>
                    <a:lnTo>
                      <a:pt x="1046" y="1763"/>
                    </a:lnTo>
                    <a:cubicBezTo>
                      <a:pt x="1046" y="1763"/>
                      <a:pt x="1061" y="1778"/>
                      <a:pt x="1061" y="1778"/>
                    </a:cubicBezTo>
                    <a:cubicBezTo>
                      <a:pt x="1136" y="1808"/>
                      <a:pt x="1240" y="1808"/>
                      <a:pt x="1315" y="1838"/>
                    </a:cubicBezTo>
                    <a:lnTo>
                      <a:pt x="1345" y="1838"/>
                    </a:lnTo>
                    <a:cubicBezTo>
                      <a:pt x="1360" y="1838"/>
                      <a:pt x="1375" y="1823"/>
                      <a:pt x="1390" y="1823"/>
                    </a:cubicBezTo>
                    <a:lnTo>
                      <a:pt x="1434" y="1823"/>
                    </a:lnTo>
                    <a:lnTo>
                      <a:pt x="1449" y="1703"/>
                    </a:lnTo>
                    <a:lnTo>
                      <a:pt x="1031" y="1629"/>
                    </a:lnTo>
                    <a:close/>
                    <a:moveTo>
                      <a:pt x="957" y="2047"/>
                    </a:moveTo>
                    <a:lnTo>
                      <a:pt x="942" y="2166"/>
                    </a:lnTo>
                    <a:lnTo>
                      <a:pt x="1016" y="2181"/>
                    </a:lnTo>
                    <a:cubicBezTo>
                      <a:pt x="1091" y="2211"/>
                      <a:pt x="1196" y="2211"/>
                      <a:pt x="1270" y="2226"/>
                    </a:cubicBezTo>
                    <a:lnTo>
                      <a:pt x="1300" y="2226"/>
                    </a:lnTo>
                    <a:lnTo>
                      <a:pt x="1345" y="2241"/>
                    </a:lnTo>
                    <a:lnTo>
                      <a:pt x="1360" y="2196"/>
                    </a:lnTo>
                    <a:cubicBezTo>
                      <a:pt x="1360" y="2196"/>
                      <a:pt x="1360" y="2181"/>
                      <a:pt x="1360" y="2181"/>
                    </a:cubicBezTo>
                    <a:cubicBezTo>
                      <a:pt x="1360" y="2181"/>
                      <a:pt x="1360" y="2166"/>
                      <a:pt x="1360" y="2166"/>
                    </a:cubicBezTo>
                    <a:lnTo>
                      <a:pt x="1375" y="2106"/>
                    </a:lnTo>
                    <a:lnTo>
                      <a:pt x="1300" y="2092"/>
                    </a:lnTo>
                    <a:cubicBezTo>
                      <a:pt x="1225" y="2077"/>
                      <a:pt x="1136" y="2077"/>
                      <a:pt x="1061" y="2047"/>
                    </a:cubicBezTo>
                    <a:lnTo>
                      <a:pt x="1046" y="2047"/>
                    </a:lnTo>
                    <a:lnTo>
                      <a:pt x="1046" y="2062"/>
                    </a:lnTo>
                    <a:lnTo>
                      <a:pt x="957" y="2047"/>
                    </a:lnTo>
                    <a:close/>
                    <a:moveTo>
                      <a:pt x="897" y="2450"/>
                    </a:moveTo>
                    <a:lnTo>
                      <a:pt x="882" y="2584"/>
                    </a:lnTo>
                    <a:lnTo>
                      <a:pt x="927" y="2584"/>
                    </a:lnTo>
                    <a:lnTo>
                      <a:pt x="942" y="2599"/>
                    </a:lnTo>
                    <a:cubicBezTo>
                      <a:pt x="1016" y="2629"/>
                      <a:pt x="1121" y="2629"/>
                      <a:pt x="1196" y="2644"/>
                    </a:cubicBezTo>
                    <a:lnTo>
                      <a:pt x="1300" y="2644"/>
                    </a:lnTo>
                    <a:lnTo>
                      <a:pt x="1315" y="2525"/>
                    </a:lnTo>
                    <a:lnTo>
                      <a:pt x="897" y="2450"/>
                    </a:lnTo>
                    <a:close/>
                    <a:moveTo>
                      <a:pt x="822" y="2868"/>
                    </a:moveTo>
                    <a:lnTo>
                      <a:pt x="807" y="2988"/>
                    </a:lnTo>
                    <a:lnTo>
                      <a:pt x="882" y="3003"/>
                    </a:lnTo>
                    <a:cubicBezTo>
                      <a:pt x="957" y="3033"/>
                      <a:pt x="1046" y="3033"/>
                      <a:pt x="1121" y="3047"/>
                    </a:cubicBezTo>
                    <a:lnTo>
                      <a:pt x="1151" y="3047"/>
                    </a:lnTo>
                    <a:lnTo>
                      <a:pt x="1210" y="3062"/>
                    </a:lnTo>
                    <a:lnTo>
                      <a:pt x="1240" y="2943"/>
                    </a:lnTo>
                    <a:lnTo>
                      <a:pt x="1181" y="2928"/>
                    </a:lnTo>
                    <a:lnTo>
                      <a:pt x="1166" y="2928"/>
                    </a:lnTo>
                    <a:cubicBezTo>
                      <a:pt x="1091" y="2898"/>
                      <a:pt x="986" y="2898"/>
                      <a:pt x="912" y="2868"/>
                    </a:cubicBezTo>
                    <a:lnTo>
                      <a:pt x="897" y="2868"/>
                    </a:lnTo>
                    <a:cubicBezTo>
                      <a:pt x="897" y="2868"/>
                      <a:pt x="882" y="2883"/>
                      <a:pt x="882" y="2883"/>
                    </a:cubicBezTo>
                    <a:lnTo>
                      <a:pt x="822" y="2868"/>
                    </a:lnTo>
                    <a:close/>
                    <a:moveTo>
                      <a:pt x="747" y="3257"/>
                    </a:moveTo>
                    <a:lnTo>
                      <a:pt x="718" y="3376"/>
                    </a:lnTo>
                    <a:lnTo>
                      <a:pt x="777" y="3391"/>
                    </a:lnTo>
                    <a:lnTo>
                      <a:pt x="792" y="3406"/>
                    </a:lnTo>
                    <a:cubicBezTo>
                      <a:pt x="867" y="3421"/>
                      <a:pt x="971" y="3421"/>
                      <a:pt x="1046" y="3451"/>
                    </a:cubicBezTo>
                    <a:lnTo>
                      <a:pt x="1061" y="3451"/>
                    </a:lnTo>
                    <a:cubicBezTo>
                      <a:pt x="1076" y="3451"/>
                      <a:pt x="1091" y="3451"/>
                      <a:pt x="1106" y="3436"/>
                    </a:cubicBezTo>
                    <a:lnTo>
                      <a:pt x="1136" y="3451"/>
                    </a:lnTo>
                    <a:lnTo>
                      <a:pt x="1166" y="3331"/>
                    </a:lnTo>
                    <a:lnTo>
                      <a:pt x="747" y="3257"/>
                    </a:lnTo>
                    <a:close/>
                    <a:moveTo>
                      <a:pt x="688" y="3675"/>
                    </a:moveTo>
                    <a:lnTo>
                      <a:pt x="688" y="3720"/>
                    </a:lnTo>
                    <a:cubicBezTo>
                      <a:pt x="673" y="3734"/>
                      <a:pt x="673" y="3734"/>
                      <a:pt x="673" y="3749"/>
                    </a:cubicBezTo>
                    <a:cubicBezTo>
                      <a:pt x="673" y="3749"/>
                      <a:pt x="673" y="3764"/>
                      <a:pt x="673" y="3764"/>
                    </a:cubicBezTo>
                    <a:lnTo>
                      <a:pt x="673" y="3794"/>
                    </a:lnTo>
                    <a:lnTo>
                      <a:pt x="688" y="3794"/>
                    </a:lnTo>
                    <a:cubicBezTo>
                      <a:pt x="703" y="3809"/>
                      <a:pt x="718" y="3809"/>
                      <a:pt x="718" y="3824"/>
                    </a:cubicBezTo>
                    <a:cubicBezTo>
                      <a:pt x="792" y="3854"/>
                      <a:pt x="897" y="3854"/>
                      <a:pt x="971" y="3869"/>
                    </a:cubicBezTo>
                    <a:lnTo>
                      <a:pt x="986" y="3869"/>
                    </a:lnTo>
                    <a:cubicBezTo>
                      <a:pt x="1001" y="3869"/>
                      <a:pt x="1031" y="3869"/>
                      <a:pt x="1046" y="3854"/>
                    </a:cubicBezTo>
                    <a:lnTo>
                      <a:pt x="1091" y="3869"/>
                    </a:lnTo>
                    <a:lnTo>
                      <a:pt x="1106" y="3734"/>
                    </a:lnTo>
                    <a:lnTo>
                      <a:pt x="688" y="3675"/>
                    </a:lnTo>
                    <a:close/>
                    <a:moveTo>
                      <a:pt x="613" y="4078"/>
                    </a:moveTo>
                    <a:lnTo>
                      <a:pt x="583" y="4197"/>
                    </a:lnTo>
                    <a:lnTo>
                      <a:pt x="658" y="4212"/>
                    </a:lnTo>
                    <a:lnTo>
                      <a:pt x="673" y="4227"/>
                    </a:lnTo>
                    <a:cubicBezTo>
                      <a:pt x="747" y="4242"/>
                      <a:pt x="837" y="4242"/>
                      <a:pt x="912" y="4272"/>
                    </a:cubicBezTo>
                    <a:lnTo>
                      <a:pt x="1001" y="4272"/>
                    </a:lnTo>
                    <a:lnTo>
                      <a:pt x="1016" y="4227"/>
                    </a:lnTo>
                    <a:lnTo>
                      <a:pt x="1016" y="4212"/>
                    </a:lnTo>
                    <a:lnTo>
                      <a:pt x="1031" y="4153"/>
                    </a:lnTo>
                    <a:lnTo>
                      <a:pt x="897" y="4123"/>
                    </a:lnTo>
                    <a:lnTo>
                      <a:pt x="747" y="4108"/>
                    </a:lnTo>
                    <a:cubicBezTo>
                      <a:pt x="733" y="4093"/>
                      <a:pt x="733" y="4093"/>
                      <a:pt x="718" y="4093"/>
                    </a:cubicBezTo>
                    <a:lnTo>
                      <a:pt x="703" y="4093"/>
                    </a:lnTo>
                    <a:lnTo>
                      <a:pt x="613" y="4078"/>
                    </a:lnTo>
                    <a:close/>
                    <a:moveTo>
                      <a:pt x="553" y="4481"/>
                    </a:moveTo>
                    <a:lnTo>
                      <a:pt x="553" y="4526"/>
                    </a:lnTo>
                    <a:cubicBezTo>
                      <a:pt x="553" y="4526"/>
                      <a:pt x="538" y="4541"/>
                      <a:pt x="538" y="4541"/>
                    </a:cubicBezTo>
                    <a:cubicBezTo>
                      <a:pt x="538" y="4541"/>
                      <a:pt x="538" y="4556"/>
                      <a:pt x="553" y="4556"/>
                    </a:cubicBezTo>
                    <a:lnTo>
                      <a:pt x="538" y="4601"/>
                    </a:lnTo>
                    <a:lnTo>
                      <a:pt x="583" y="4616"/>
                    </a:lnTo>
                    <a:lnTo>
                      <a:pt x="598" y="4616"/>
                    </a:lnTo>
                    <a:cubicBezTo>
                      <a:pt x="673" y="4646"/>
                      <a:pt x="762" y="4646"/>
                      <a:pt x="837" y="4661"/>
                    </a:cubicBezTo>
                    <a:lnTo>
                      <a:pt x="957" y="4661"/>
                    </a:lnTo>
                    <a:lnTo>
                      <a:pt x="971" y="4541"/>
                    </a:lnTo>
                    <a:lnTo>
                      <a:pt x="643" y="4496"/>
                    </a:lnTo>
                    <a:lnTo>
                      <a:pt x="553" y="4481"/>
                    </a:lnTo>
                    <a:close/>
                    <a:moveTo>
                      <a:pt x="479" y="4899"/>
                    </a:moveTo>
                    <a:lnTo>
                      <a:pt x="464" y="5034"/>
                    </a:lnTo>
                    <a:lnTo>
                      <a:pt x="538" y="5034"/>
                    </a:lnTo>
                    <a:cubicBezTo>
                      <a:pt x="613" y="5064"/>
                      <a:pt x="718" y="5064"/>
                      <a:pt x="792" y="5094"/>
                    </a:cubicBezTo>
                    <a:lnTo>
                      <a:pt x="822" y="5094"/>
                    </a:lnTo>
                    <a:cubicBezTo>
                      <a:pt x="822" y="5094"/>
                      <a:pt x="837" y="5094"/>
                      <a:pt x="852" y="5079"/>
                    </a:cubicBezTo>
                    <a:lnTo>
                      <a:pt x="882" y="5094"/>
                    </a:lnTo>
                    <a:lnTo>
                      <a:pt x="897" y="5049"/>
                    </a:lnTo>
                    <a:cubicBezTo>
                      <a:pt x="897" y="5049"/>
                      <a:pt x="897" y="5049"/>
                      <a:pt x="897" y="5034"/>
                    </a:cubicBezTo>
                    <a:lnTo>
                      <a:pt x="897" y="4959"/>
                    </a:lnTo>
                    <a:lnTo>
                      <a:pt x="613" y="4929"/>
                    </a:lnTo>
                    <a:cubicBezTo>
                      <a:pt x="613" y="4914"/>
                      <a:pt x="598" y="4914"/>
                      <a:pt x="598" y="4914"/>
                    </a:cubicBezTo>
                    <a:lnTo>
                      <a:pt x="568" y="4914"/>
                    </a:lnTo>
                    <a:lnTo>
                      <a:pt x="479" y="4899"/>
                    </a:lnTo>
                    <a:close/>
                    <a:moveTo>
                      <a:pt x="419" y="5303"/>
                    </a:moveTo>
                    <a:lnTo>
                      <a:pt x="404" y="5422"/>
                    </a:lnTo>
                    <a:lnTo>
                      <a:pt x="464" y="5437"/>
                    </a:lnTo>
                    <a:cubicBezTo>
                      <a:pt x="538" y="5467"/>
                      <a:pt x="643" y="5467"/>
                      <a:pt x="718" y="5482"/>
                    </a:cubicBezTo>
                    <a:lnTo>
                      <a:pt x="822" y="5482"/>
                    </a:lnTo>
                    <a:lnTo>
                      <a:pt x="837" y="5362"/>
                    </a:lnTo>
                    <a:lnTo>
                      <a:pt x="553" y="5318"/>
                    </a:lnTo>
                    <a:lnTo>
                      <a:pt x="494" y="5318"/>
                    </a:lnTo>
                    <a:lnTo>
                      <a:pt x="419" y="5303"/>
                    </a:lnTo>
                    <a:close/>
                    <a:moveTo>
                      <a:pt x="374" y="5721"/>
                    </a:moveTo>
                    <a:lnTo>
                      <a:pt x="344" y="5855"/>
                    </a:lnTo>
                    <a:lnTo>
                      <a:pt x="419" y="5855"/>
                    </a:lnTo>
                    <a:cubicBezTo>
                      <a:pt x="494" y="5885"/>
                      <a:pt x="598" y="5885"/>
                      <a:pt x="673" y="5915"/>
                    </a:cubicBezTo>
                    <a:lnTo>
                      <a:pt x="688" y="5915"/>
                    </a:lnTo>
                    <a:cubicBezTo>
                      <a:pt x="703" y="5915"/>
                      <a:pt x="718" y="5915"/>
                      <a:pt x="718" y="5900"/>
                    </a:cubicBezTo>
                    <a:lnTo>
                      <a:pt x="762" y="5915"/>
                    </a:lnTo>
                    <a:lnTo>
                      <a:pt x="792" y="5796"/>
                    </a:lnTo>
                    <a:lnTo>
                      <a:pt x="508" y="5751"/>
                    </a:lnTo>
                    <a:cubicBezTo>
                      <a:pt x="494" y="5751"/>
                      <a:pt x="479" y="5736"/>
                      <a:pt x="464" y="5736"/>
                    </a:cubicBezTo>
                    <a:lnTo>
                      <a:pt x="434" y="5736"/>
                    </a:lnTo>
                    <a:lnTo>
                      <a:pt x="374" y="5721"/>
                    </a:lnTo>
                    <a:close/>
                    <a:moveTo>
                      <a:pt x="299" y="6124"/>
                    </a:moveTo>
                    <a:lnTo>
                      <a:pt x="284" y="6244"/>
                    </a:lnTo>
                    <a:lnTo>
                      <a:pt x="389" y="6259"/>
                    </a:lnTo>
                    <a:cubicBezTo>
                      <a:pt x="449" y="6289"/>
                      <a:pt x="553" y="6289"/>
                      <a:pt x="613" y="6303"/>
                    </a:cubicBezTo>
                    <a:lnTo>
                      <a:pt x="673" y="6303"/>
                    </a:lnTo>
                    <a:lnTo>
                      <a:pt x="703" y="6318"/>
                    </a:lnTo>
                    <a:lnTo>
                      <a:pt x="703" y="6289"/>
                    </a:lnTo>
                    <a:cubicBezTo>
                      <a:pt x="718" y="6274"/>
                      <a:pt x="718" y="6274"/>
                      <a:pt x="718" y="6259"/>
                    </a:cubicBezTo>
                    <a:cubicBezTo>
                      <a:pt x="718" y="6259"/>
                      <a:pt x="718" y="6244"/>
                      <a:pt x="718" y="6244"/>
                    </a:cubicBezTo>
                    <a:lnTo>
                      <a:pt x="718" y="6184"/>
                    </a:lnTo>
                    <a:lnTo>
                      <a:pt x="628" y="6169"/>
                    </a:lnTo>
                    <a:cubicBezTo>
                      <a:pt x="553" y="6154"/>
                      <a:pt x="479" y="6154"/>
                      <a:pt x="419" y="6139"/>
                    </a:cubicBezTo>
                    <a:lnTo>
                      <a:pt x="374" y="6139"/>
                    </a:lnTo>
                    <a:lnTo>
                      <a:pt x="299" y="6124"/>
                    </a:lnTo>
                    <a:close/>
                    <a:moveTo>
                      <a:pt x="255" y="6527"/>
                    </a:moveTo>
                    <a:lnTo>
                      <a:pt x="255" y="6602"/>
                    </a:lnTo>
                    <a:lnTo>
                      <a:pt x="240" y="6602"/>
                    </a:lnTo>
                    <a:lnTo>
                      <a:pt x="240" y="6617"/>
                    </a:lnTo>
                    <a:lnTo>
                      <a:pt x="240" y="6647"/>
                    </a:lnTo>
                    <a:lnTo>
                      <a:pt x="270" y="6662"/>
                    </a:lnTo>
                    <a:cubicBezTo>
                      <a:pt x="284" y="6662"/>
                      <a:pt x="284" y="6677"/>
                      <a:pt x="299" y="6677"/>
                    </a:cubicBezTo>
                    <a:cubicBezTo>
                      <a:pt x="374" y="6707"/>
                      <a:pt x="464" y="6707"/>
                      <a:pt x="538" y="6737"/>
                    </a:cubicBezTo>
                    <a:lnTo>
                      <a:pt x="568" y="6737"/>
                    </a:lnTo>
                    <a:cubicBezTo>
                      <a:pt x="583" y="6737"/>
                      <a:pt x="613" y="6722"/>
                      <a:pt x="628" y="6707"/>
                    </a:cubicBezTo>
                    <a:lnTo>
                      <a:pt x="658" y="6707"/>
                    </a:lnTo>
                    <a:lnTo>
                      <a:pt x="673" y="6587"/>
                    </a:lnTo>
                    <a:lnTo>
                      <a:pt x="255" y="6527"/>
                    </a:lnTo>
                    <a:close/>
                    <a:moveTo>
                      <a:pt x="180" y="6946"/>
                    </a:moveTo>
                    <a:lnTo>
                      <a:pt x="165" y="7065"/>
                    </a:lnTo>
                    <a:lnTo>
                      <a:pt x="255" y="7080"/>
                    </a:lnTo>
                    <a:cubicBezTo>
                      <a:pt x="329" y="7110"/>
                      <a:pt x="419" y="7110"/>
                      <a:pt x="494" y="7125"/>
                    </a:cubicBezTo>
                    <a:lnTo>
                      <a:pt x="583" y="7125"/>
                    </a:lnTo>
                    <a:lnTo>
                      <a:pt x="583" y="7095"/>
                    </a:lnTo>
                    <a:cubicBezTo>
                      <a:pt x="598" y="7095"/>
                      <a:pt x="598" y="7095"/>
                      <a:pt x="598" y="7080"/>
                    </a:cubicBezTo>
                    <a:cubicBezTo>
                      <a:pt x="598" y="7080"/>
                      <a:pt x="598" y="7065"/>
                      <a:pt x="598" y="7065"/>
                    </a:cubicBezTo>
                    <a:lnTo>
                      <a:pt x="598" y="7005"/>
                    </a:lnTo>
                    <a:lnTo>
                      <a:pt x="479" y="6991"/>
                    </a:lnTo>
                    <a:cubicBezTo>
                      <a:pt x="419" y="6976"/>
                      <a:pt x="344" y="6976"/>
                      <a:pt x="299" y="6961"/>
                    </a:cubicBezTo>
                    <a:lnTo>
                      <a:pt x="255" y="6961"/>
                    </a:lnTo>
                    <a:lnTo>
                      <a:pt x="180" y="6946"/>
                    </a:lnTo>
                    <a:close/>
                    <a:moveTo>
                      <a:pt x="135" y="7349"/>
                    </a:moveTo>
                    <a:lnTo>
                      <a:pt x="135" y="7409"/>
                    </a:lnTo>
                    <a:cubicBezTo>
                      <a:pt x="120" y="7424"/>
                      <a:pt x="120" y="7424"/>
                      <a:pt x="120" y="7424"/>
                    </a:cubicBezTo>
                    <a:cubicBezTo>
                      <a:pt x="120" y="7439"/>
                      <a:pt x="120" y="7439"/>
                      <a:pt x="120" y="7454"/>
                    </a:cubicBezTo>
                    <a:lnTo>
                      <a:pt x="120" y="7468"/>
                    </a:lnTo>
                    <a:lnTo>
                      <a:pt x="150" y="7483"/>
                    </a:lnTo>
                    <a:cubicBezTo>
                      <a:pt x="150" y="7483"/>
                      <a:pt x="165" y="7498"/>
                      <a:pt x="165" y="7498"/>
                    </a:cubicBezTo>
                    <a:cubicBezTo>
                      <a:pt x="240" y="7528"/>
                      <a:pt x="344" y="7528"/>
                      <a:pt x="419" y="7558"/>
                    </a:cubicBezTo>
                    <a:lnTo>
                      <a:pt x="449" y="7558"/>
                    </a:lnTo>
                    <a:cubicBezTo>
                      <a:pt x="464" y="7558"/>
                      <a:pt x="494" y="7543"/>
                      <a:pt x="508" y="7528"/>
                    </a:cubicBezTo>
                    <a:lnTo>
                      <a:pt x="538" y="7543"/>
                    </a:lnTo>
                    <a:lnTo>
                      <a:pt x="553" y="7409"/>
                    </a:lnTo>
                    <a:lnTo>
                      <a:pt x="135" y="7349"/>
                    </a:lnTo>
                    <a:close/>
                    <a:moveTo>
                      <a:pt x="1210" y="7409"/>
                    </a:moveTo>
                    <a:cubicBezTo>
                      <a:pt x="1166" y="7409"/>
                      <a:pt x="1136" y="7424"/>
                      <a:pt x="1121" y="7454"/>
                    </a:cubicBezTo>
                    <a:cubicBezTo>
                      <a:pt x="1091" y="7483"/>
                      <a:pt x="1061" y="7528"/>
                      <a:pt x="1061" y="7558"/>
                    </a:cubicBezTo>
                    <a:cubicBezTo>
                      <a:pt x="1061" y="7603"/>
                      <a:pt x="1091" y="7663"/>
                      <a:pt x="1136" y="7678"/>
                    </a:cubicBezTo>
                    <a:cubicBezTo>
                      <a:pt x="1152" y="7686"/>
                      <a:pt x="1170" y="7690"/>
                      <a:pt x="1188" y="7690"/>
                    </a:cubicBezTo>
                    <a:cubicBezTo>
                      <a:pt x="1207" y="7690"/>
                      <a:pt x="1226" y="7685"/>
                      <a:pt x="1242" y="7677"/>
                    </a:cubicBezTo>
                    <a:lnTo>
                      <a:pt x="1242" y="7677"/>
                    </a:lnTo>
                    <a:cubicBezTo>
                      <a:pt x="1252" y="7678"/>
                      <a:pt x="1262" y="7678"/>
                      <a:pt x="1270" y="7678"/>
                    </a:cubicBezTo>
                    <a:cubicBezTo>
                      <a:pt x="1285" y="7678"/>
                      <a:pt x="1345" y="7648"/>
                      <a:pt x="1345" y="7603"/>
                    </a:cubicBezTo>
                    <a:cubicBezTo>
                      <a:pt x="1360" y="7558"/>
                      <a:pt x="1360" y="7498"/>
                      <a:pt x="1345" y="7483"/>
                    </a:cubicBezTo>
                    <a:cubicBezTo>
                      <a:pt x="1336" y="7465"/>
                      <a:pt x="1325" y="7451"/>
                      <a:pt x="1313" y="7440"/>
                    </a:cubicBezTo>
                    <a:lnTo>
                      <a:pt x="1313" y="7440"/>
                    </a:lnTo>
                    <a:cubicBezTo>
                      <a:pt x="1307" y="7432"/>
                      <a:pt x="1298" y="7426"/>
                      <a:pt x="1290" y="7424"/>
                    </a:cubicBezTo>
                    <a:lnTo>
                      <a:pt x="1290" y="7424"/>
                    </a:lnTo>
                    <a:cubicBezTo>
                      <a:pt x="1267" y="7413"/>
                      <a:pt x="1241" y="7409"/>
                      <a:pt x="1210" y="7409"/>
                    </a:cubicBezTo>
                    <a:close/>
                    <a:moveTo>
                      <a:pt x="60" y="7767"/>
                    </a:moveTo>
                    <a:lnTo>
                      <a:pt x="45" y="7902"/>
                    </a:lnTo>
                    <a:lnTo>
                      <a:pt x="135" y="7902"/>
                    </a:lnTo>
                    <a:cubicBezTo>
                      <a:pt x="210" y="7931"/>
                      <a:pt x="299" y="7931"/>
                      <a:pt x="374" y="7946"/>
                    </a:cubicBezTo>
                    <a:lnTo>
                      <a:pt x="419" y="7946"/>
                    </a:lnTo>
                    <a:lnTo>
                      <a:pt x="464" y="7961"/>
                    </a:lnTo>
                    <a:lnTo>
                      <a:pt x="479" y="7827"/>
                    </a:lnTo>
                    <a:lnTo>
                      <a:pt x="374" y="7812"/>
                    </a:lnTo>
                    <a:cubicBezTo>
                      <a:pt x="314" y="7797"/>
                      <a:pt x="225" y="7797"/>
                      <a:pt x="165" y="7782"/>
                    </a:cubicBezTo>
                    <a:lnTo>
                      <a:pt x="135" y="7782"/>
                    </a:lnTo>
                    <a:lnTo>
                      <a:pt x="60" y="7767"/>
                    </a:lnTo>
                    <a:close/>
                    <a:moveTo>
                      <a:pt x="16" y="8170"/>
                    </a:moveTo>
                    <a:lnTo>
                      <a:pt x="1" y="8290"/>
                    </a:lnTo>
                    <a:lnTo>
                      <a:pt x="105" y="8305"/>
                    </a:lnTo>
                    <a:cubicBezTo>
                      <a:pt x="180" y="8335"/>
                      <a:pt x="255" y="8335"/>
                      <a:pt x="314" y="8350"/>
                    </a:cubicBezTo>
                    <a:lnTo>
                      <a:pt x="359" y="8350"/>
                    </a:lnTo>
                    <a:lnTo>
                      <a:pt x="419" y="8365"/>
                    </a:lnTo>
                    <a:lnTo>
                      <a:pt x="434" y="8230"/>
                    </a:lnTo>
                    <a:lnTo>
                      <a:pt x="359" y="8215"/>
                    </a:lnTo>
                    <a:cubicBezTo>
                      <a:pt x="284" y="8200"/>
                      <a:pt x="195" y="8200"/>
                      <a:pt x="120" y="8170"/>
                    </a:cubicBezTo>
                    <a:lnTo>
                      <a:pt x="90" y="8170"/>
                    </a:lnTo>
                    <a:cubicBezTo>
                      <a:pt x="90" y="8170"/>
                      <a:pt x="90" y="8185"/>
                      <a:pt x="75" y="8185"/>
                    </a:cubicBezTo>
                    <a:lnTo>
                      <a:pt x="16" y="8170"/>
                    </a:lnTo>
                    <a:close/>
                    <a:moveTo>
                      <a:pt x="2224" y="3756"/>
                    </a:moveTo>
                    <a:cubicBezTo>
                      <a:pt x="2185" y="3756"/>
                      <a:pt x="2153" y="3791"/>
                      <a:pt x="2181" y="3839"/>
                    </a:cubicBezTo>
                    <a:cubicBezTo>
                      <a:pt x="3257" y="5407"/>
                      <a:pt x="4347" y="6961"/>
                      <a:pt x="5497" y="8469"/>
                    </a:cubicBezTo>
                    <a:cubicBezTo>
                      <a:pt x="5511" y="8487"/>
                      <a:pt x="5529" y="8494"/>
                      <a:pt x="5548" y="8494"/>
                    </a:cubicBezTo>
                    <a:cubicBezTo>
                      <a:pt x="5591" y="8494"/>
                      <a:pt x="5633" y="8456"/>
                      <a:pt x="5602" y="8424"/>
                    </a:cubicBezTo>
                    <a:cubicBezTo>
                      <a:pt x="4452" y="6901"/>
                      <a:pt x="3361" y="5362"/>
                      <a:pt x="2286" y="3794"/>
                    </a:cubicBezTo>
                    <a:cubicBezTo>
                      <a:pt x="2270" y="3767"/>
                      <a:pt x="2246" y="3756"/>
                      <a:pt x="2224" y="37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3"/>
              <p:cNvSpPr/>
              <p:nvPr/>
            </p:nvSpPr>
            <p:spPr>
              <a:xfrm>
                <a:off x="2388225" y="-1507900"/>
                <a:ext cx="26900" cy="5625"/>
              </a:xfrm>
              <a:custGeom>
                <a:rect b="b" l="l" r="r" t="t"/>
                <a:pathLst>
                  <a:path extrusionOk="0" h="225" w="1076">
                    <a:moveTo>
                      <a:pt x="75" y="1"/>
                    </a:moveTo>
                    <a:cubicBezTo>
                      <a:pt x="0" y="1"/>
                      <a:pt x="0" y="120"/>
                      <a:pt x="75" y="120"/>
                    </a:cubicBezTo>
                    <a:cubicBezTo>
                      <a:pt x="374" y="150"/>
                      <a:pt x="702" y="165"/>
                      <a:pt x="1001" y="225"/>
                    </a:cubicBezTo>
                    <a:cubicBezTo>
                      <a:pt x="1076" y="225"/>
                      <a:pt x="1076" y="120"/>
                      <a:pt x="1001" y="90"/>
                    </a:cubicBezTo>
                    <a:cubicBezTo>
                      <a:pt x="702" y="75"/>
                      <a:pt x="374" y="16"/>
                      <a:pt x="7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4"/>
          <p:cNvSpPr txBox="1"/>
          <p:nvPr/>
        </p:nvSpPr>
        <p:spPr>
          <a:xfrm>
            <a:off x="611125" y="319700"/>
            <a:ext cx="2218500" cy="241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ubik"/>
              <a:ea typeface="Rubik"/>
              <a:cs typeface="Rubik"/>
              <a:sym typeface="Rubik"/>
            </a:endParaRPr>
          </a:p>
        </p:txBody>
      </p:sp>
      <p:sp>
        <p:nvSpPr>
          <p:cNvPr id="1252" name="Google Shape;1252;p4"/>
          <p:cNvSpPr txBox="1"/>
          <p:nvPr/>
        </p:nvSpPr>
        <p:spPr>
          <a:xfrm>
            <a:off x="624600" y="352325"/>
            <a:ext cx="7894800" cy="4686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1800"/>
              </a:spcBef>
              <a:spcAft>
                <a:spcPts val="0"/>
              </a:spcAft>
              <a:buClr>
                <a:srgbClr val="000000"/>
              </a:buClr>
              <a:buSzPts val="2000"/>
              <a:buFont typeface="Arial"/>
              <a:buNone/>
            </a:pPr>
            <a:r>
              <a:rPr b="1" i="0" lang="en" sz="2000" u="none" cap="none" strike="noStrike">
                <a:solidFill>
                  <a:schemeClr val="dk1"/>
                </a:solidFill>
                <a:latin typeface="Open Sans"/>
                <a:ea typeface="Open Sans"/>
                <a:cs typeface="Open Sans"/>
                <a:sym typeface="Open Sans"/>
              </a:rPr>
              <a:t>Mô tả yêu cầu bài toán</a:t>
            </a:r>
            <a:endParaRPr b="1" i="0" sz="1600" u="none" cap="none" strike="noStrike">
              <a:solidFill>
                <a:schemeClr val="dk1"/>
              </a:solidFill>
              <a:latin typeface="Open Sans"/>
              <a:ea typeface="Open Sans"/>
              <a:cs typeface="Open Sans"/>
              <a:sym typeface="Open Sans"/>
            </a:endParaRPr>
          </a:p>
          <a:p>
            <a:pPr indent="0" lvl="0" marL="0" marR="0" rtl="0" algn="just">
              <a:lnSpc>
                <a:spcPct val="100000"/>
              </a:lnSpc>
              <a:spcBef>
                <a:spcPts val="120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Quản lý chung cư là công việc phức tạp, đòi hỏi sự chính xác và hệ thống.Hiện nay, phần lớn các hoạt động như quản lý cư dân, thu phí dịch vụ, xử lý sự cố kỹ thuật, gửi thông báo hay thống kê tài chính vẫn còn được thực hiện theo phương pháp thủ công hoặc sử dụng các công cụ rời rạc như bảng tính Excel, Zalo nhóm,... Điều này gây ra nhiều bất cập như khó kiểm soát, dễ nhầm lẫn, thiếu tính hệ thống và không đảm bảo được sự minh bạch. </a:t>
            </a:r>
            <a:endParaRPr b="0" i="0" sz="1700" u="none" cap="none" strike="noStrike">
              <a:solidFill>
                <a:schemeClr val="dk1"/>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rPr b="0" i="0" lang="en" sz="1700" u="none" cap="none" strike="noStrike">
                <a:solidFill>
                  <a:schemeClr val="dk1"/>
                </a:solidFill>
                <a:latin typeface="Roboto"/>
                <a:ea typeface="Roboto"/>
                <a:cs typeface="Roboto"/>
                <a:sym typeface="Roboto"/>
              </a:rPr>
              <a:t>Do đó, việc xây dựng một phần mềm quản lý chung cư là cần thiết để tự động hóa các quy trình, nâng cao hiệu quả vận hành, tăng tính minh bạch và tạo ra một kênh giao tiếp hiệu quả giữa cư dân và ban quản lý. Phần mềm không chỉ giúp tiết kiệm thời gian, chi phí mà còn góp phần xây dựng môi trường sống hiện đại và chuyên nghiệp hơn.</a:t>
            </a:r>
            <a:endParaRPr b="0" i="0" sz="1300" u="none" cap="none" strike="noStrike">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5"/>
          <p:cNvSpPr txBox="1"/>
          <p:nvPr>
            <p:ph type="title"/>
          </p:nvPr>
        </p:nvSpPr>
        <p:spPr>
          <a:xfrm>
            <a:off x="814350" y="1817175"/>
            <a:ext cx="3630900" cy="14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0" lang="en" sz="4000">
                <a:latin typeface="Roboto"/>
                <a:ea typeface="Roboto"/>
                <a:cs typeface="Roboto"/>
                <a:sym typeface="Roboto"/>
              </a:rPr>
              <a:t>Phân tích yêu cầu</a:t>
            </a:r>
            <a:endParaRPr b="0" sz="4000">
              <a:latin typeface="Roboto"/>
              <a:ea typeface="Roboto"/>
              <a:cs typeface="Roboto"/>
              <a:sym typeface="Roboto"/>
            </a:endParaRPr>
          </a:p>
          <a:p>
            <a:pPr indent="0" lvl="0" marL="0" rtl="0" algn="ctr">
              <a:lnSpc>
                <a:spcPct val="100000"/>
              </a:lnSpc>
              <a:spcBef>
                <a:spcPts val="0"/>
              </a:spcBef>
              <a:spcAft>
                <a:spcPts val="0"/>
              </a:spcAft>
              <a:buSzPts val="3000"/>
              <a:buNone/>
            </a:pPr>
            <a:r>
              <a:t/>
            </a:r>
            <a:endParaRPr b="0" sz="4000">
              <a:latin typeface="Roboto"/>
              <a:ea typeface="Roboto"/>
              <a:cs typeface="Roboto"/>
              <a:sym typeface="Roboto"/>
            </a:endParaRPr>
          </a:p>
        </p:txBody>
      </p:sp>
      <p:sp>
        <p:nvSpPr>
          <p:cNvPr id="1258" name="Google Shape;1258;p5"/>
          <p:cNvSpPr txBox="1"/>
          <p:nvPr>
            <p:ph idx="4294967295" type="title"/>
          </p:nvPr>
        </p:nvSpPr>
        <p:spPr>
          <a:xfrm>
            <a:off x="868375" y="901275"/>
            <a:ext cx="1652100" cy="91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6000">
                <a:solidFill>
                  <a:schemeClr val="dk2"/>
                </a:solidFill>
              </a:rPr>
              <a:t>02</a:t>
            </a:r>
            <a:endParaRPr sz="6000">
              <a:solidFill>
                <a:schemeClr val="dk2"/>
              </a:solidFill>
            </a:endParaRPr>
          </a:p>
        </p:txBody>
      </p:sp>
      <p:pic>
        <p:nvPicPr>
          <p:cNvPr id="1259" name="Google Shape;1259;p5" title="229b0962ab5ebcc1ed2f6c290f95e426.png"/>
          <p:cNvPicPr preferRelativeResize="0"/>
          <p:nvPr/>
        </p:nvPicPr>
        <p:blipFill rotWithShape="1">
          <a:blip r:embed="rId3">
            <a:alphaModFix/>
          </a:blip>
          <a:srcRect b="0" l="0" r="0" t="0"/>
          <a:stretch/>
        </p:blipFill>
        <p:spPr>
          <a:xfrm>
            <a:off x="4046125" y="640150"/>
            <a:ext cx="5312150" cy="3541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grpSp>
        <p:nvGrpSpPr>
          <p:cNvPr id="1264" name="Google Shape;1264;p6"/>
          <p:cNvGrpSpPr/>
          <p:nvPr/>
        </p:nvGrpSpPr>
        <p:grpSpPr>
          <a:xfrm>
            <a:off x="6528821" y="1165332"/>
            <a:ext cx="2462723" cy="2762469"/>
            <a:chOff x="5877021" y="1143157"/>
            <a:chExt cx="2462723" cy="2762469"/>
          </a:xfrm>
        </p:grpSpPr>
        <p:grpSp>
          <p:nvGrpSpPr>
            <p:cNvPr id="1265" name="Google Shape;1265;p6"/>
            <p:cNvGrpSpPr/>
            <p:nvPr/>
          </p:nvGrpSpPr>
          <p:grpSpPr>
            <a:xfrm>
              <a:off x="6079618" y="1899618"/>
              <a:ext cx="2260126" cy="1990752"/>
              <a:chOff x="-1437750" y="780000"/>
              <a:chExt cx="389100" cy="342725"/>
            </a:xfrm>
          </p:grpSpPr>
          <p:sp>
            <p:nvSpPr>
              <p:cNvPr id="1266" name="Google Shape;1266;p6"/>
              <p:cNvSpPr/>
              <p:nvPr/>
            </p:nvSpPr>
            <p:spPr>
              <a:xfrm>
                <a:off x="-1425800" y="780000"/>
                <a:ext cx="377150" cy="332875"/>
              </a:xfrm>
              <a:custGeom>
                <a:rect b="b" l="l" r="r" t="t"/>
                <a:pathLst>
                  <a:path extrusionOk="0" h="13315" w="15086">
                    <a:moveTo>
                      <a:pt x="11151" y="8653"/>
                    </a:moveTo>
                    <a:cubicBezTo>
                      <a:pt x="11173" y="8653"/>
                      <a:pt x="11195" y="8654"/>
                      <a:pt x="11217" y="8657"/>
                    </a:cubicBezTo>
                    <a:lnTo>
                      <a:pt x="11396" y="8657"/>
                    </a:lnTo>
                    <a:cubicBezTo>
                      <a:pt x="11650" y="8686"/>
                      <a:pt x="11874" y="8761"/>
                      <a:pt x="12068" y="8896"/>
                    </a:cubicBezTo>
                    <a:cubicBezTo>
                      <a:pt x="12501" y="9224"/>
                      <a:pt x="12621" y="9836"/>
                      <a:pt x="12367" y="10314"/>
                    </a:cubicBezTo>
                    <a:cubicBezTo>
                      <a:pt x="12132" y="10720"/>
                      <a:pt x="11609" y="10988"/>
                      <a:pt x="11102" y="10988"/>
                    </a:cubicBezTo>
                    <a:cubicBezTo>
                      <a:pt x="11030" y="10988"/>
                      <a:pt x="10959" y="10983"/>
                      <a:pt x="10888" y="10972"/>
                    </a:cubicBezTo>
                    <a:cubicBezTo>
                      <a:pt x="10321" y="10882"/>
                      <a:pt x="9873" y="10404"/>
                      <a:pt x="9873" y="9896"/>
                    </a:cubicBezTo>
                    <a:lnTo>
                      <a:pt x="9873" y="9807"/>
                    </a:lnTo>
                    <a:cubicBezTo>
                      <a:pt x="9858" y="9732"/>
                      <a:pt x="9858" y="9657"/>
                      <a:pt x="9873" y="9568"/>
                    </a:cubicBezTo>
                    <a:cubicBezTo>
                      <a:pt x="9932" y="9344"/>
                      <a:pt x="10082" y="9164"/>
                      <a:pt x="10276" y="9030"/>
                    </a:cubicBezTo>
                    <a:cubicBezTo>
                      <a:pt x="10440" y="8881"/>
                      <a:pt x="10634" y="8761"/>
                      <a:pt x="10859" y="8701"/>
                    </a:cubicBezTo>
                    <a:cubicBezTo>
                      <a:pt x="10956" y="8677"/>
                      <a:pt x="11054" y="8653"/>
                      <a:pt x="11151" y="8653"/>
                    </a:cubicBezTo>
                    <a:close/>
                    <a:moveTo>
                      <a:pt x="9735" y="0"/>
                    </a:moveTo>
                    <a:cubicBezTo>
                      <a:pt x="7428" y="0"/>
                      <a:pt x="5101" y="1090"/>
                      <a:pt x="3256" y="2294"/>
                    </a:cubicBezTo>
                    <a:cubicBezTo>
                      <a:pt x="2509" y="2787"/>
                      <a:pt x="1807" y="3324"/>
                      <a:pt x="1255" y="3997"/>
                    </a:cubicBezTo>
                    <a:cubicBezTo>
                      <a:pt x="418" y="5027"/>
                      <a:pt x="0" y="6312"/>
                      <a:pt x="105" y="7551"/>
                    </a:cubicBezTo>
                    <a:cubicBezTo>
                      <a:pt x="150" y="8134"/>
                      <a:pt x="254" y="8791"/>
                      <a:pt x="433" y="9359"/>
                    </a:cubicBezTo>
                    <a:lnTo>
                      <a:pt x="448" y="9359"/>
                    </a:lnTo>
                    <a:cubicBezTo>
                      <a:pt x="1150" y="11345"/>
                      <a:pt x="3167" y="12883"/>
                      <a:pt x="5497" y="13197"/>
                    </a:cubicBezTo>
                    <a:cubicBezTo>
                      <a:pt x="6042" y="13274"/>
                      <a:pt x="6604" y="13315"/>
                      <a:pt x="7170" y="13315"/>
                    </a:cubicBezTo>
                    <a:cubicBezTo>
                      <a:pt x="8910" y="13315"/>
                      <a:pt x="10685" y="12927"/>
                      <a:pt x="12128" y="12002"/>
                    </a:cubicBezTo>
                    <a:cubicBezTo>
                      <a:pt x="12815" y="11554"/>
                      <a:pt x="13398" y="10942"/>
                      <a:pt x="13592" y="10225"/>
                    </a:cubicBezTo>
                    <a:cubicBezTo>
                      <a:pt x="13786" y="9508"/>
                      <a:pt x="13547" y="8671"/>
                      <a:pt x="12875" y="8283"/>
                    </a:cubicBezTo>
                    <a:cubicBezTo>
                      <a:pt x="12457" y="8029"/>
                      <a:pt x="11934" y="7775"/>
                      <a:pt x="12233" y="7223"/>
                    </a:cubicBezTo>
                    <a:cubicBezTo>
                      <a:pt x="12367" y="6969"/>
                      <a:pt x="12621" y="6805"/>
                      <a:pt x="12860" y="6640"/>
                    </a:cubicBezTo>
                    <a:cubicBezTo>
                      <a:pt x="13607" y="6103"/>
                      <a:pt x="14174" y="5386"/>
                      <a:pt x="14413" y="4579"/>
                    </a:cubicBezTo>
                    <a:cubicBezTo>
                      <a:pt x="15085" y="2369"/>
                      <a:pt x="13009" y="397"/>
                      <a:pt x="10709" y="68"/>
                    </a:cubicBezTo>
                    <a:cubicBezTo>
                      <a:pt x="10386" y="22"/>
                      <a:pt x="10060" y="0"/>
                      <a:pt x="97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6"/>
              <p:cNvSpPr/>
              <p:nvPr/>
            </p:nvSpPr>
            <p:spPr>
              <a:xfrm>
                <a:off x="-1398925" y="799975"/>
                <a:ext cx="317300" cy="295950"/>
              </a:xfrm>
              <a:custGeom>
                <a:rect b="b" l="l" r="r" t="t"/>
                <a:pathLst>
                  <a:path extrusionOk="0" h="11838" w="12692">
                    <a:moveTo>
                      <a:pt x="9517" y="123"/>
                    </a:moveTo>
                    <a:cubicBezTo>
                      <a:pt x="9660" y="123"/>
                      <a:pt x="9805" y="143"/>
                      <a:pt x="9948" y="181"/>
                    </a:cubicBezTo>
                    <a:cubicBezTo>
                      <a:pt x="10261" y="270"/>
                      <a:pt x="10575" y="434"/>
                      <a:pt x="10739" y="718"/>
                    </a:cubicBezTo>
                    <a:cubicBezTo>
                      <a:pt x="10874" y="957"/>
                      <a:pt x="10874" y="1241"/>
                      <a:pt x="10799" y="1495"/>
                    </a:cubicBezTo>
                    <a:cubicBezTo>
                      <a:pt x="10596" y="2161"/>
                      <a:pt x="9902" y="2616"/>
                      <a:pt x="9221" y="2616"/>
                    </a:cubicBezTo>
                    <a:cubicBezTo>
                      <a:pt x="9199" y="2616"/>
                      <a:pt x="9178" y="2616"/>
                      <a:pt x="9156" y="2615"/>
                    </a:cubicBezTo>
                    <a:cubicBezTo>
                      <a:pt x="9153" y="2615"/>
                      <a:pt x="9150" y="2615"/>
                      <a:pt x="9147" y="2615"/>
                    </a:cubicBezTo>
                    <a:lnTo>
                      <a:pt x="9147" y="2615"/>
                    </a:lnTo>
                    <a:cubicBezTo>
                      <a:pt x="9145" y="2615"/>
                      <a:pt x="9143" y="2615"/>
                      <a:pt x="9141" y="2615"/>
                    </a:cubicBezTo>
                    <a:cubicBezTo>
                      <a:pt x="8096" y="2540"/>
                      <a:pt x="8006" y="1226"/>
                      <a:pt x="8559" y="554"/>
                    </a:cubicBezTo>
                    <a:cubicBezTo>
                      <a:pt x="8806" y="253"/>
                      <a:pt x="9153" y="123"/>
                      <a:pt x="9517" y="123"/>
                    </a:cubicBezTo>
                    <a:close/>
                    <a:moveTo>
                      <a:pt x="9495" y="1"/>
                    </a:moveTo>
                    <a:cubicBezTo>
                      <a:pt x="9172" y="1"/>
                      <a:pt x="8859" y="100"/>
                      <a:pt x="8604" y="330"/>
                    </a:cubicBezTo>
                    <a:cubicBezTo>
                      <a:pt x="8230" y="658"/>
                      <a:pt x="8036" y="1196"/>
                      <a:pt x="8096" y="1689"/>
                    </a:cubicBezTo>
                    <a:cubicBezTo>
                      <a:pt x="8141" y="2182"/>
                      <a:pt x="8439" y="2615"/>
                      <a:pt x="8932" y="2720"/>
                    </a:cubicBezTo>
                    <a:cubicBezTo>
                      <a:pt x="9007" y="2720"/>
                      <a:pt x="9067" y="2735"/>
                      <a:pt x="9141" y="2735"/>
                    </a:cubicBezTo>
                    <a:cubicBezTo>
                      <a:pt x="9141" y="2735"/>
                      <a:pt x="9141" y="2735"/>
                      <a:pt x="9141" y="2735"/>
                    </a:cubicBezTo>
                    <a:lnTo>
                      <a:pt x="9141" y="2735"/>
                    </a:lnTo>
                    <a:cubicBezTo>
                      <a:pt x="9145" y="2735"/>
                      <a:pt x="9149" y="2736"/>
                      <a:pt x="9152" y="2736"/>
                    </a:cubicBezTo>
                    <a:cubicBezTo>
                      <a:pt x="9154" y="2736"/>
                      <a:pt x="9155" y="2736"/>
                      <a:pt x="9157" y="2735"/>
                    </a:cubicBezTo>
                    <a:lnTo>
                      <a:pt x="9157" y="2735"/>
                    </a:lnTo>
                    <a:cubicBezTo>
                      <a:pt x="9187" y="2737"/>
                      <a:pt x="9216" y="2738"/>
                      <a:pt x="9246" y="2738"/>
                    </a:cubicBezTo>
                    <a:cubicBezTo>
                      <a:pt x="9897" y="2738"/>
                      <a:pt x="10531" y="2344"/>
                      <a:pt x="10829" y="1749"/>
                    </a:cubicBezTo>
                    <a:cubicBezTo>
                      <a:pt x="10963" y="1480"/>
                      <a:pt x="11023" y="1151"/>
                      <a:pt x="10934" y="868"/>
                    </a:cubicBezTo>
                    <a:cubicBezTo>
                      <a:pt x="10844" y="554"/>
                      <a:pt x="10575" y="315"/>
                      <a:pt x="10276" y="181"/>
                    </a:cubicBezTo>
                    <a:cubicBezTo>
                      <a:pt x="10028" y="66"/>
                      <a:pt x="9759" y="1"/>
                      <a:pt x="9495" y="1"/>
                    </a:cubicBezTo>
                    <a:close/>
                    <a:moveTo>
                      <a:pt x="6053" y="772"/>
                    </a:moveTo>
                    <a:cubicBezTo>
                      <a:pt x="6428" y="772"/>
                      <a:pt x="6811" y="905"/>
                      <a:pt x="7065" y="1196"/>
                    </a:cubicBezTo>
                    <a:cubicBezTo>
                      <a:pt x="7334" y="1510"/>
                      <a:pt x="7454" y="1958"/>
                      <a:pt x="7289" y="2346"/>
                    </a:cubicBezTo>
                    <a:cubicBezTo>
                      <a:pt x="7200" y="2555"/>
                      <a:pt x="7020" y="2735"/>
                      <a:pt x="6826" y="2854"/>
                    </a:cubicBezTo>
                    <a:cubicBezTo>
                      <a:pt x="6557" y="3003"/>
                      <a:pt x="6229" y="3123"/>
                      <a:pt x="5915" y="3123"/>
                    </a:cubicBezTo>
                    <a:cubicBezTo>
                      <a:pt x="5557" y="3123"/>
                      <a:pt x="5198" y="2974"/>
                      <a:pt x="4929" y="2735"/>
                    </a:cubicBezTo>
                    <a:cubicBezTo>
                      <a:pt x="4675" y="2511"/>
                      <a:pt x="4496" y="2197"/>
                      <a:pt x="4586" y="1853"/>
                    </a:cubicBezTo>
                    <a:cubicBezTo>
                      <a:pt x="4750" y="1286"/>
                      <a:pt x="5213" y="883"/>
                      <a:pt x="5796" y="793"/>
                    </a:cubicBezTo>
                    <a:cubicBezTo>
                      <a:pt x="5880" y="779"/>
                      <a:pt x="5966" y="772"/>
                      <a:pt x="6053" y="772"/>
                    </a:cubicBezTo>
                    <a:close/>
                    <a:moveTo>
                      <a:pt x="6041" y="643"/>
                    </a:moveTo>
                    <a:cubicBezTo>
                      <a:pt x="6024" y="643"/>
                      <a:pt x="6007" y="643"/>
                      <a:pt x="5990" y="644"/>
                    </a:cubicBezTo>
                    <a:cubicBezTo>
                      <a:pt x="5676" y="658"/>
                      <a:pt x="5348" y="763"/>
                      <a:pt x="5079" y="942"/>
                    </a:cubicBezTo>
                    <a:cubicBezTo>
                      <a:pt x="4767" y="1150"/>
                      <a:pt x="4559" y="1461"/>
                      <a:pt x="4468" y="1817"/>
                    </a:cubicBezTo>
                    <a:lnTo>
                      <a:pt x="4468" y="1817"/>
                    </a:lnTo>
                    <a:cubicBezTo>
                      <a:pt x="4467" y="1819"/>
                      <a:pt x="4467" y="1821"/>
                      <a:pt x="4466" y="1823"/>
                    </a:cubicBezTo>
                    <a:cubicBezTo>
                      <a:pt x="4466" y="1823"/>
                      <a:pt x="4466" y="1823"/>
                      <a:pt x="4466" y="1823"/>
                    </a:cubicBezTo>
                    <a:lnTo>
                      <a:pt x="4466" y="1823"/>
                    </a:lnTo>
                    <a:cubicBezTo>
                      <a:pt x="4464" y="1829"/>
                      <a:pt x="4463" y="1834"/>
                      <a:pt x="4462" y="1839"/>
                    </a:cubicBezTo>
                    <a:lnTo>
                      <a:pt x="4462" y="1839"/>
                    </a:lnTo>
                    <a:cubicBezTo>
                      <a:pt x="4283" y="2519"/>
                      <a:pt x="4978" y="3064"/>
                      <a:pt x="5557" y="3198"/>
                    </a:cubicBezTo>
                    <a:cubicBezTo>
                      <a:pt x="5679" y="3227"/>
                      <a:pt x="5799" y="3240"/>
                      <a:pt x="5918" y="3240"/>
                    </a:cubicBezTo>
                    <a:cubicBezTo>
                      <a:pt x="6163" y="3240"/>
                      <a:pt x="6401" y="3184"/>
                      <a:pt x="6632" y="3093"/>
                    </a:cubicBezTo>
                    <a:cubicBezTo>
                      <a:pt x="6886" y="2974"/>
                      <a:pt x="7125" y="2824"/>
                      <a:pt x="7289" y="2585"/>
                    </a:cubicBezTo>
                    <a:cubicBezTo>
                      <a:pt x="7573" y="2197"/>
                      <a:pt x="7543" y="1674"/>
                      <a:pt x="7289" y="1286"/>
                    </a:cubicBezTo>
                    <a:cubicBezTo>
                      <a:pt x="7015" y="853"/>
                      <a:pt x="6531" y="643"/>
                      <a:pt x="6041" y="643"/>
                    </a:cubicBezTo>
                    <a:close/>
                    <a:moveTo>
                      <a:pt x="3018" y="2500"/>
                    </a:moveTo>
                    <a:cubicBezTo>
                      <a:pt x="3273" y="2500"/>
                      <a:pt x="3518" y="2567"/>
                      <a:pt x="3705" y="2735"/>
                    </a:cubicBezTo>
                    <a:cubicBezTo>
                      <a:pt x="3959" y="2974"/>
                      <a:pt x="4138" y="3287"/>
                      <a:pt x="4138" y="3631"/>
                    </a:cubicBezTo>
                    <a:cubicBezTo>
                      <a:pt x="4138" y="3914"/>
                      <a:pt x="4018" y="4198"/>
                      <a:pt x="3839" y="4422"/>
                    </a:cubicBezTo>
                    <a:cubicBezTo>
                      <a:pt x="3539" y="4748"/>
                      <a:pt x="3102" y="4926"/>
                      <a:pt x="2658" y="4926"/>
                    </a:cubicBezTo>
                    <a:cubicBezTo>
                      <a:pt x="2594" y="4926"/>
                      <a:pt x="2529" y="4923"/>
                      <a:pt x="2465" y="4915"/>
                    </a:cubicBezTo>
                    <a:cubicBezTo>
                      <a:pt x="2032" y="4841"/>
                      <a:pt x="1599" y="4587"/>
                      <a:pt x="1479" y="4139"/>
                    </a:cubicBezTo>
                    <a:cubicBezTo>
                      <a:pt x="1405" y="3885"/>
                      <a:pt x="1464" y="3601"/>
                      <a:pt x="1569" y="3362"/>
                    </a:cubicBezTo>
                    <a:cubicBezTo>
                      <a:pt x="1673" y="3108"/>
                      <a:pt x="1838" y="2914"/>
                      <a:pt x="2062" y="2779"/>
                    </a:cubicBezTo>
                    <a:cubicBezTo>
                      <a:pt x="2325" y="2618"/>
                      <a:pt x="2681" y="2500"/>
                      <a:pt x="3018" y="2500"/>
                    </a:cubicBezTo>
                    <a:close/>
                    <a:moveTo>
                      <a:pt x="3019" y="2365"/>
                    </a:moveTo>
                    <a:cubicBezTo>
                      <a:pt x="2730" y="2365"/>
                      <a:pt x="2435" y="2443"/>
                      <a:pt x="2196" y="2555"/>
                    </a:cubicBezTo>
                    <a:cubicBezTo>
                      <a:pt x="1942" y="2675"/>
                      <a:pt x="1703" y="2869"/>
                      <a:pt x="1554" y="3108"/>
                    </a:cubicBezTo>
                    <a:cubicBezTo>
                      <a:pt x="1390" y="3362"/>
                      <a:pt x="1300" y="3690"/>
                      <a:pt x="1330" y="3989"/>
                    </a:cubicBezTo>
                    <a:cubicBezTo>
                      <a:pt x="1375" y="4497"/>
                      <a:pt x="1778" y="4855"/>
                      <a:pt x="2271" y="4990"/>
                    </a:cubicBezTo>
                    <a:cubicBezTo>
                      <a:pt x="2407" y="5024"/>
                      <a:pt x="2546" y="5041"/>
                      <a:pt x="2685" y="5041"/>
                    </a:cubicBezTo>
                    <a:cubicBezTo>
                      <a:pt x="3093" y="5041"/>
                      <a:pt x="3497" y="4895"/>
                      <a:pt x="3809" y="4616"/>
                    </a:cubicBezTo>
                    <a:cubicBezTo>
                      <a:pt x="4063" y="4377"/>
                      <a:pt x="4242" y="4064"/>
                      <a:pt x="4272" y="3705"/>
                    </a:cubicBezTo>
                    <a:cubicBezTo>
                      <a:pt x="4302" y="3302"/>
                      <a:pt x="4093" y="2929"/>
                      <a:pt x="3809" y="2645"/>
                    </a:cubicBezTo>
                    <a:cubicBezTo>
                      <a:pt x="3593" y="2443"/>
                      <a:pt x="3309" y="2365"/>
                      <a:pt x="3019" y="2365"/>
                    </a:cubicBezTo>
                    <a:close/>
                    <a:moveTo>
                      <a:pt x="12616" y="4941"/>
                    </a:moveTo>
                    <a:cubicBezTo>
                      <a:pt x="12597" y="4941"/>
                      <a:pt x="12576" y="4951"/>
                      <a:pt x="12562" y="4975"/>
                    </a:cubicBezTo>
                    <a:cubicBezTo>
                      <a:pt x="12233" y="5453"/>
                      <a:pt x="11665" y="5677"/>
                      <a:pt x="11292" y="6125"/>
                    </a:cubicBezTo>
                    <a:cubicBezTo>
                      <a:pt x="11143" y="6334"/>
                      <a:pt x="11008" y="6588"/>
                      <a:pt x="11038" y="6842"/>
                    </a:cubicBezTo>
                    <a:cubicBezTo>
                      <a:pt x="11053" y="7111"/>
                      <a:pt x="11292" y="7245"/>
                      <a:pt x="11501" y="7350"/>
                    </a:cubicBezTo>
                    <a:cubicBezTo>
                      <a:pt x="11512" y="7353"/>
                      <a:pt x="11523" y="7355"/>
                      <a:pt x="11533" y="7355"/>
                    </a:cubicBezTo>
                    <a:cubicBezTo>
                      <a:pt x="11603" y="7355"/>
                      <a:pt x="11639" y="7271"/>
                      <a:pt x="11561" y="7245"/>
                    </a:cubicBezTo>
                    <a:cubicBezTo>
                      <a:pt x="11471" y="7200"/>
                      <a:pt x="11352" y="7141"/>
                      <a:pt x="11262" y="7051"/>
                    </a:cubicBezTo>
                    <a:cubicBezTo>
                      <a:pt x="11158" y="6946"/>
                      <a:pt x="11143" y="6812"/>
                      <a:pt x="11173" y="6663"/>
                    </a:cubicBezTo>
                    <a:cubicBezTo>
                      <a:pt x="11217" y="6424"/>
                      <a:pt x="11367" y="6215"/>
                      <a:pt x="11546" y="6035"/>
                    </a:cubicBezTo>
                    <a:cubicBezTo>
                      <a:pt x="11904" y="5692"/>
                      <a:pt x="12367" y="5453"/>
                      <a:pt x="12651" y="5035"/>
                    </a:cubicBezTo>
                    <a:cubicBezTo>
                      <a:pt x="12692" y="4984"/>
                      <a:pt x="12657" y="4941"/>
                      <a:pt x="12616" y="4941"/>
                    </a:cubicBezTo>
                    <a:close/>
                    <a:moveTo>
                      <a:pt x="1692" y="5465"/>
                    </a:moveTo>
                    <a:cubicBezTo>
                      <a:pt x="1891" y="5465"/>
                      <a:pt x="2088" y="5505"/>
                      <a:pt x="2271" y="5602"/>
                    </a:cubicBezTo>
                    <a:cubicBezTo>
                      <a:pt x="2614" y="5781"/>
                      <a:pt x="2838" y="6140"/>
                      <a:pt x="2838" y="6528"/>
                    </a:cubicBezTo>
                    <a:cubicBezTo>
                      <a:pt x="2853" y="6961"/>
                      <a:pt x="2614" y="7335"/>
                      <a:pt x="2241" y="7544"/>
                    </a:cubicBezTo>
                    <a:cubicBezTo>
                      <a:pt x="1987" y="7693"/>
                      <a:pt x="1703" y="7753"/>
                      <a:pt x="1405" y="7783"/>
                    </a:cubicBezTo>
                    <a:cubicBezTo>
                      <a:pt x="1381" y="7784"/>
                      <a:pt x="1358" y="7785"/>
                      <a:pt x="1334" y="7785"/>
                    </a:cubicBezTo>
                    <a:cubicBezTo>
                      <a:pt x="1077" y="7785"/>
                      <a:pt x="833" y="7708"/>
                      <a:pt x="628" y="7544"/>
                    </a:cubicBezTo>
                    <a:cubicBezTo>
                      <a:pt x="374" y="7335"/>
                      <a:pt x="180" y="7036"/>
                      <a:pt x="165" y="6693"/>
                    </a:cubicBezTo>
                    <a:cubicBezTo>
                      <a:pt x="136" y="6285"/>
                      <a:pt x="404" y="5949"/>
                      <a:pt x="722" y="5711"/>
                    </a:cubicBezTo>
                    <a:lnTo>
                      <a:pt x="722" y="5711"/>
                    </a:lnTo>
                    <a:cubicBezTo>
                      <a:pt x="726" y="5712"/>
                      <a:pt x="730" y="5712"/>
                      <a:pt x="735" y="5712"/>
                    </a:cubicBezTo>
                    <a:cubicBezTo>
                      <a:pt x="744" y="5712"/>
                      <a:pt x="753" y="5710"/>
                      <a:pt x="762" y="5707"/>
                    </a:cubicBezTo>
                    <a:cubicBezTo>
                      <a:pt x="1048" y="5569"/>
                      <a:pt x="1373" y="5465"/>
                      <a:pt x="1692" y="5465"/>
                    </a:cubicBezTo>
                    <a:close/>
                    <a:moveTo>
                      <a:pt x="1692" y="5340"/>
                    </a:moveTo>
                    <a:cubicBezTo>
                      <a:pt x="1363" y="5340"/>
                      <a:pt x="1023" y="5439"/>
                      <a:pt x="719" y="5587"/>
                    </a:cubicBezTo>
                    <a:lnTo>
                      <a:pt x="719" y="5587"/>
                    </a:lnTo>
                    <a:cubicBezTo>
                      <a:pt x="709" y="5589"/>
                      <a:pt x="699" y="5593"/>
                      <a:pt x="688" y="5602"/>
                    </a:cubicBezTo>
                    <a:cubicBezTo>
                      <a:pt x="688" y="5602"/>
                      <a:pt x="688" y="5602"/>
                      <a:pt x="688" y="5602"/>
                    </a:cubicBezTo>
                    <a:lnTo>
                      <a:pt x="688" y="5602"/>
                    </a:lnTo>
                    <a:cubicBezTo>
                      <a:pt x="677" y="5607"/>
                      <a:pt x="669" y="5612"/>
                      <a:pt x="664" y="5619"/>
                    </a:cubicBezTo>
                    <a:lnTo>
                      <a:pt x="664" y="5619"/>
                    </a:lnTo>
                    <a:cubicBezTo>
                      <a:pt x="360" y="5842"/>
                      <a:pt x="89" y="6150"/>
                      <a:pt x="45" y="6543"/>
                    </a:cubicBezTo>
                    <a:cubicBezTo>
                      <a:pt x="1" y="6857"/>
                      <a:pt x="135" y="7171"/>
                      <a:pt x="329" y="7424"/>
                    </a:cubicBezTo>
                    <a:cubicBezTo>
                      <a:pt x="523" y="7663"/>
                      <a:pt x="792" y="7843"/>
                      <a:pt x="1091" y="7902"/>
                    </a:cubicBezTo>
                    <a:cubicBezTo>
                      <a:pt x="1167" y="7917"/>
                      <a:pt x="1245" y="7923"/>
                      <a:pt x="1324" y="7923"/>
                    </a:cubicBezTo>
                    <a:cubicBezTo>
                      <a:pt x="1573" y="7923"/>
                      <a:pt x="1832" y="7859"/>
                      <a:pt x="2047" y="7768"/>
                    </a:cubicBezTo>
                    <a:cubicBezTo>
                      <a:pt x="2510" y="7589"/>
                      <a:pt x="2883" y="7230"/>
                      <a:pt x="2958" y="6737"/>
                    </a:cubicBezTo>
                    <a:cubicBezTo>
                      <a:pt x="3018" y="6304"/>
                      <a:pt x="2838" y="5856"/>
                      <a:pt x="2480" y="5587"/>
                    </a:cubicBezTo>
                    <a:cubicBezTo>
                      <a:pt x="2244" y="5412"/>
                      <a:pt x="1972" y="5340"/>
                      <a:pt x="1692" y="5340"/>
                    </a:cubicBezTo>
                    <a:close/>
                    <a:moveTo>
                      <a:pt x="10045" y="7394"/>
                    </a:moveTo>
                    <a:cubicBezTo>
                      <a:pt x="9814" y="7394"/>
                      <a:pt x="9583" y="7437"/>
                      <a:pt x="9365" y="7529"/>
                    </a:cubicBezTo>
                    <a:cubicBezTo>
                      <a:pt x="9111" y="7619"/>
                      <a:pt x="8887" y="7783"/>
                      <a:pt x="8693" y="7977"/>
                    </a:cubicBezTo>
                    <a:cubicBezTo>
                      <a:pt x="8499" y="8186"/>
                      <a:pt x="8290" y="8470"/>
                      <a:pt x="8305" y="8754"/>
                    </a:cubicBezTo>
                    <a:cubicBezTo>
                      <a:pt x="8313" y="8801"/>
                      <a:pt x="8353" y="8823"/>
                      <a:pt x="8388" y="8823"/>
                    </a:cubicBezTo>
                    <a:cubicBezTo>
                      <a:pt x="8420" y="8823"/>
                      <a:pt x="8446" y="8804"/>
                      <a:pt x="8439" y="8769"/>
                    </a:cubicBezTo>
                    <a:cubicBezTo>
                      <a:pt x="8424" y="8485"/>
                      <a:pt x="8633" y="8231"/>
                      <a:pt x="8813" y="8037"/>
                    </a:cubicBezTo>
                    <a:cubicBezTo>
                      <a:pt x="8992" y="7858"/>
                      <a:pt x="9216" y="7723"/>
                      <a:pt x="9455" y="7619"/>
                    </a:cubicBezTo>
                    <a:cubicBezTo>
                      <a:pt x="9649" y="7554"/>
                      <a:pt x="9849" y="7522"/>
                      <a:pt x="10046" y="7522"/>
                    </a:cubicBezTo>
                    <a:cubicBezTo>
                      <a:pt x="10397" y="7522"/>
                      <a:pt x="10742" y="7622"/>
                      <a:pt x="11038" y="7813"/>
                    </a:cubicBezTo>
                    <a:cubicBezTo>
                      <a:pt x="11048" y="7820"/>
                      <a:pt x="11059" y="7824"/>
                      <a:pt x="11069" y="7824"/>
                    </a:cubicBezTo>
                    <a:cubicBezTo>
                      <a:pt x="11119" y="7824"/>
                      <a:pt x="11160" y="7745"/>
                      <a:pt x="11098" y="7708"/>
                    </a:cubicBezTo>
                    <a:cubicBezTo>
                      <a:pt x="10785" y="7506"/>
                      <a:pt x="10415" y="7394"/>
                      <a:pt x="10045" y="7394"/>
                    </a:cubicBezTo>
                    <a:close/>
                    <a:moveTo>
                      <a:pt x="2721" y="8155"/>
                    </a:moveTo>
                    <a:cubicBezTo>
                      <a:pt x="2740" y="8155"/>
                      <a:pt x="2759" y="8155"/>
                      <a:pt x="2779" y="8156"/>
                    </a:cubicBezTo>
                    <a:cubicBezTo>
                      <a:pt x="3092" y="8186"/>
                      <a:pt x="3391" y="8321"/>
                      <a:pt x="3615" y="8515"/>
                    </a:cubicBezTo>
                    <a:cubicBezTo>
                      <a:pt x="3854" y="8724"/>
                      <a:pt x="4033" y="8978"/>
                      <a:pt x="4078" y="9291"/>
                    </a:cubicBezTo>
                    <a:cubicBezTo>
                      <a:pt x="4138" y="9575"/>
                      <a:pt x="4063" y="9859"/>
                      <a:pt x="3914" y="10098"/>
                    </a:cubicBezTo>
                    <a:cubicBezTo>
                      <a:pt x="3680" y="10465"/>
                      <a:pt x="3291" y="10624"/>
                      <a:pt x="2887" y="10624"/>
                    </a:cubicBezTo>
                    <a:cubicBezTo>
                      <a:pt x="2387" y="10624"/>
                      <a:pt x="1865" y="10381"/>
                      <a:pt x="1584" y="9993"/>
                    </a:cubicBezTo>
                    <a:cubicBezTo>
                      <a:pt x="1449" y="9799"/>
                      <a:pt x="1375" y="9575"/>
                      <a:pt x="1390" y="9351"/>
                    </a:cubicBezTo>
                    <a:cubicBezTo>
                      <a:pt x="1405" y="9217"/>
                      <a:pt x="1449" y="9097"/>
                      <a:pt x="1509" y="8993"/>
                    </a:cubicBezTo>
                    <a:cubicBezTo>
                      <a:pt x="1554" y="8918"/>
                      <a:pt x="1599" y="8858"/>
                      <a:pt x="1643" y="8799"/>
                    </a:cubicBezTo>
                    <a:cubicBezTo>
                      <a:pt x="1718" y="8694"/>
                      <a:pt x="1778" y="8589"/>
                      <a:pt x="1868" y="8500"/>
                    </a:cubicBezTo>
                    <a:cubicBezTo>
                      <a:pt x="1873" y="8492"/>
                      <a:pt x="1877" y="8484"/>
                      <a:pt x="1878" y="8476"/>
                    </a:cubicBezTo>
                    <a:lnTo>
                      <a:pt x="1878" y="8476"/>
                    </a:lnTo>
                    <a:cubicBezTo>
                      <a:pt x="2114" y="8266"/>
                      <a:pt x="2410" y="8155"/>
                      <a:pt x="2721" y="8155"/>
                    </a:cubicBezTo>
                    <a:close/>
                    <a:moveTo>
                      <a:pt x="2686" y="8024"/>
                    </a:moveTo>
                    <a:cubicBezTo>
                      <a:pt x="2339" y="8024"/>
                      <a:pt x="2021" y="8167"/>
                      <a:pt x="1766" y="8407"/>
                    </a:cubicBezTo>
                    <a:lnTo>
                      <a:pt x="1766" y="8407"/>
                    </a:lnTo>
                    <a:cubicBezTo>
                      <a:pt x="1765" y="8408"/>
                      <a:pt x="1764" y="8409"/>
                      <a:pt x="1763" y="8410"/>
                    </a:cubicBezTo>
                    <a:cubicBezTo>
                      <a:pt x="1763" y="8410"/>
                      <a:pt x="1763" y="8410"/>
                      <a:pt x="1763" y="8410"/>
                    </a:cubicBezTo>
                    <a:lnTo>
                      <a:pt x="1763" y="8410"/>
                    </a:lnTo>
                    <a:cubicBezTo>
                      <a:pt x="1758" y="8414"/>
                      <a:pt x="1754" y="8418"/>
                      <a:pt x="1751" y="8422"/>
                    </a:cubicBezTo>
                    <a:lnTo>
                      <a:pt x="1751" y="8422"/>
                    </a:lnTo>
                    <a:cubicBezTo>
                      <a:pt x="1680" y="8494"/>
                      <a:pt x="1610" y="8580"/>
                      <a:pt x="1554" y="8679"/>
                    </a:cubicBezTo>
                    <a:cubicBezTo>
                      <a:pt x="1509" y="8739"/>
                      <a:pt x="1464" y="8813"/>
                      <a:pt x="1405" y="8888"/>
                    </a:cubicBezTo>
                    <a:cubicBezTo>
                      <a:pt x="1345" y="8993"/>
                      <a:pt x="1300" y="9127"/>
                      <a:pt x="1270" y="9262"/>
                    </a:cubicBezTo>
                    <a:cubicBezTo>
                      <a:pt x="1225" y="9486"/>
                      <a:pt x="1270" y="9725"/>
                      <a:pt x="1375" y="9919"/>
                    </a:cubicBezTo>
                    <a:cubicBezTo>
                      <a:pt x="1614" y="10352"/>
                      <a:pt x="2092" y="10621"/>
                      <a:pt x="2555" y="10725"/>
                    </a:cubicBezTo>
                    <a:cubicBezTo>
                      <a:pt x="2659" y="10744"/>
                      <a:pt x="2765" y="10753"/>
                      <a:pt x="2870" y="10753"/>
                    </a:cubicBezTo>
                    <a:cubicBezTo>
                      <a:pt x="3279" y="10753"/>
                      <a:pt x="3679" y="10610"/>
                      <a:pt x="3929" y="10277"/>
                    </a:cubicBezTo>
                    <a:cubicBezTo>
                      <a:pt x="4123" y="10038"/>
                      <a:pt x="4242" y="9739"/>
                      <a:pt x="4227" y="9441"/>
                    </a:cubicBezTo>
                    <a:cubicBezTo>
                      <a:pt x="4212" y="9112"/>
                      <a:pt x="4063" y="8813"/>
                      <a:pt x="3839" y="8574"/>
                    </a:cubicBezTo>
                    <a:cubicBezTo>
                      <a:pt x="3585" y="8291"/>
                      <a:pt x="3242" y="8082"/>
                      <a:pt x="2868" y="8037"/>
                    </a:cubicBezTo>
                    <a:cubicBezTo>
                      <a:pt x="2807" y="8028"/>
                      <a:pt x="2746" y="8024"/>
                      <a:pt x="2686" y="8024"/>
                    </a:cubicBezTo>
                    <a:close/>
                    <a:moveTo>
                      <a:pt x="6204" y="9346"/>
                    </a:moveTo>
                    <a:cubicBezTo>
                      <a:pt x="6557" y="9346"/>
                      <a:pt x="6923" y="9465"/>
                      <a:pt x="7110" y="9799"/>
                    </a:cubicBezTo>
                    <a:cubicBezTo>
                      <a:pt x="7140" y="9859"/>
                      <a:pt x="7155" y="9919"/>
                      <a:pt x="7170" y="9978"/>
                    </a:cubicBezTo>
                    <a:cubicBezTo>
                      <a:pt x="7185" y="10008"/>
                      <a:pt x="7185" y="10038"/>
                      <a:pt x="7200" y="10068"/>
                    </a:cubicBezTo>
                    <a:cubicBezTo>
                      <a:pt x="7215" y="10113"/>
                      <a:pt x="7244" y="10158"/>
                      <a:pt x="7274" y="10202"/>
                    </a:cubicBezTo>
                    <a:cubicBezTo>
                      <a:pt x="7334" y="10367"/>
                      <a:pt x="7379" y="10546"/>
                      <a:pt x="7364" y="10725"/>
                    </a:cubicBezTo>
                    <a:cubicBezTo>
                      <a:pt x="7334" y="11114"/>
                      <a:pt x="7065" y="11397"/>
                      <a:pt x="6722" y="11562"/>
                    </a:cubicBezTo>
                    <a:cubicBezTo>
                      <a:pt x="6709" y="11569"/>
                      <a:pt x="6700" y="11579"/>
                      <a:pt x="6695" y="11589"/>
                    </a:cubicBezTo>
                    <a:lnTo>
                      <a:pt x="6695" y="11589"/>
                    </a:lnTo>
                    <a:cubicBezTo>
                      <a:pt x="6495" y="11676"/>
                      <a:pt x="6276" y="11720"/>
                      <a:pt x="6057" y="11720"/>
                    </a:cubicBezTo>
                    <a:cubicBezTo>
                      <a:pt x="5673" y="11720"/>
                      <a:pt x="5290" y="11583"/>
                      <a:pt x="5019" y="11293"/>
                    </a:cubicBezTo>
                    <a:cubicBezTo>
                      <a:pt x="4675" y="10919"/>
                      <a:pt x="4616" y="10352"/>
                      <a:pt x="4929" y="9934"/>
                    </a:cubicBezTo>
                    <a:cubicBezTo>
                      <a:pt x="5198" y="9605"/>
                      <a:pt x="5646" y="9396"/>
                      <a:pt x="6079" y="9351"/>
                    </a:cubicBezTo>
                    <a:cubicBezTo>
                      <a:pt x="6120" y="9348"/>
                      <a:pt x="6162" y="9346"/>
                      <a:pt x="6204" y="9346"/>
                    </a:cubicBezTo>
                    <a:close/>
                    <a:moveTo>
                      <a:pt x="6177" y="9231"/>
                    </a:moveTo>
                    <a:cubicBezTo>
                      <a:pt x="5715" y="9231"/>
                      <a:pt x="5231" y="9424"/>
                      <a:pt x="4914" y="9769"/>
                    </a:cubicBezTo>
                    <a:cubicBezTo>
                      <a:pt x="4526" y="10173"/>
                      <a:pt x="4466" y="10770"/>
                      <a:pt x="4795" y="11233"/>
                    </a:cubicBezTo>
                    <a:cubicBezTo>
                      <a:pt x="5079" y="11644"/>
                      <a:pt x="5555" y="11837"/>
                      <a:pt x="6039" y="11837"/>
                    </a:cubicBezTo>
                    <a:cubicBezTo>
                      <a:pt x="6294" y="11837"/>
                      <a:pt x="6550" y="11784"/>
                      <a:pt x="6781" y="11681"/>
                    </a:cubicBezTo>
                    <a:cubicBezTo>
                      <a:pt x="6786" y="11679"/>
                      <a:pt x="6790" y="11677"/>
                      <a:pt x="6794" y="11675"/>
                    </a:cubicBezTo>
                    <a:lnTo>
                      <a:pt x="6794" y="11675"/>
                    </a:lnTo>
                    <a:cubicBezTo>
                      <a:pt x="7102" y="11510"/>
                      <a:pt x="7365" y="11258"/>
                      <a:pt x="7454" y="10919"/>
                    </a:cubicBezTo>
                    <a:cubicBezTo>
                      <a:pt x="7483" y="10755"/>
                      <a:pt x="7483" y="10591"/>
                      <a:pt x="7454" y="10427"/>
                    </a:cubicBezTo>
                    <a:cubicBezTo>
                      <a:pt x="7424" y="10262"/>
                      <a:pt x="7334" y="10098"/>
                      <a:pt x="7289" y="9934"/>
                    </a:cubicBezTo>
                    <a:cubicBezTo>
                      <a:pt x="7140" y="9471"/>
                      <a:pt x="6707" y="9232"/>
                      <a:pt x="6229" y="9232"/>
                    </a:cubicBezTo>
                    <a:cubicBezTo>
                      <a:pt x="6212" y="9231"/>
                      <a:pt x="6194" y="9231"/>
                      <a:pt x="6177" y="92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6"/>
              <p:cNvSpPr/>
              <p:nvPr/>
            </p:nvSpPr>
            <p:spPr>
              <a:xfrm>
                <a:off x="-1376400" y="862600"/>
                <a:ext cx="114525" cy="62125"/>
              </a:xfrm>
              <a:custGeom>
                <a:rect b="b" l="l" r="r" t="t"/>
                <a:pathLst>
                  <a:path extrusionOk="0" h="2485" w="4581">
                    <a:moveTo>
                      <a:pt x="4252" y="1768"/>
                    </a:moveTo>
                    <a:cubicBezTo>
                      <a:pt x="3909" y="1768"/>
                      <a:pt x="3909" y="2291"/>
                      <a:pt x="4252" y="2291"/>
                    </a:cubicBezTo>
                    <a:cubicBezTo>
                      <a:pt x="4581" y="2291"/>
                      <a:pt x="4581" y="1768"/>
                      <a:pt x="4252" y="1768"/>
                    </a:cubicBezTo>
                    <a:close/>
                    <a:moveTo>
                      <a:pt x="1754" y="1"/>
                    </a:moveTo>
                    <a:cubicBezTo>
                      <a:pt x="1159" y="1"/>
                      <a:pt x="520" y="315"/>
                      <a:pt x="250" y="1066"/>
                    </a:cubicBezTo>
                    <a:cubicBezTo>
                      <a:pt x="1" y="1743"/>
                      <a:pt x="827" y="2485"/>
                      <a:pt x="1626" y="2485"/>
                    </a:cubicBezTo>
                    <a:cubicBezTo>
                      <a:pt x="1690" y="2485"/>
                      <a:pt x="1755" y="2480"/>
                      <a:pt x="1818" y="2470"/>
                    </a:cubicBezTo>
                    <a:cubicBezTo>
                      <a:pt x="3476" y="2201"/>
                      <a:pt x="3386" y="737"/>
                      <a:pt x="2550" y="215"/>
                    </a:cubicBezTo>
                    <a:cubicBezTo>
                      <a:pt x="2328" y="77"/>
                      <a:pt x="2046" y="1"/>
                      <a:pt x="175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6"/>
              <p:cNvSpPr/>
              <p:nvPr/>
            </p:nvSpPr>
            <p:spPr>
              <a:xfrm>
                <a:off x="-1298650" y="1002275"/>
                <a:ext cx="119675" cy="120450"/>
              </a:xfrm>
              <a:custGeom>
                <a:rect b="b" l="l" r="r" t="t"/>
                <a:pathLst>
                  <a:path extrusionOk="0" h="4818" w="4787">
                    <a:moveTo>
                      <a:pt x="2903" y="0"/>
                    </a:moveTo>
                    <a:cubicBezTo>
                      <a:pt x="2828" y="0"/>
                      <a:pt x="2758" y="34"/>
                      <a:pt x="2711" y="109"/>
                    </a:cubicBezTo>
                    <a:cubicBezTo>
                      <a:pt x="2687" y="157"/>
                      <a:pt x="2667" y="205"/>
                      <a:pt x="2659" y="255"/>
                    </a:cubicBezTo>
                    <a:lnTo>
                      <a:pt x="2659" y="255"/>
                    </a:lnTo>
                    <a:cubicBezTo>
                      <a:pt x="2603" y="387"/>
                      <a:pt x="2636" y="553"/>
                      <a:pt x="2741" y="647"/>
                    </a:cubicBezTo>
                    <a:cubicBezTo>
                      <a:pt x="2810" y="716"/>
                      <a:pt x="2910" y="753"/>
                      <a:pt x="3010" y="753"/>
                    </a:cubicBezTo>
                    <a:cubicBezTo>
                      <a:pt x="3104" y="753"/>
                      <a:pt x="3198" y="719"/>
                      <a:pt x="3263" y="647"/>
                    </a:cubicBezTo>
                    <a:cubicBezTo>
                      <a:pt x="3279" y="627"/>
                      <a:pt x="3293" y="605"/>
                      <a:pt x="3304" y="580"/>
                    </a:cubicBezTo>
                    <a:lnTo>
                      <a:pt x="3304" y="580"/>
                    </a:lnTo>
                    <a:cubicBezTo>
                      <a:pt x="3313" y="566"/>
                      <a:pt x="3319" y="553"/>
                      <a:pt x="3323" y="542"/>
                    </a:cubicBezTo>
                    <a:cubicBezTo>
                      <a:pt x="3323" y="536"/>
                      <a:pt x="3323" y="530"/>
                      <a:pt x="3323" y="524"/>
                    </a:cubicBezTo>
                    <a:lnTo>
                      <a:pt x="3323" y="524"/>
                    </a:lnTo>
                    <a:cubicBezTo>
                      <a:pt x="3331" y="492"/>
                      <a:pt x="3333" y="459"/>
                      <a:pt x="3329" y="427"/>
                    </a:cubicBezTo>
                    <a:lnTo>
                      <a:pt x="3329" y="427"/>
                    </a:lnTo>
                    <a:cubicBezTo>
                      <a:pt x="3330" y="394"/>
                      <a:pt x="3330" y="361"/>
                      <a:pt x="3323" y="318"/>
                    </a:cubicBezTo>
                    <a:cubicBezTo>
                      <a:pt x="3308" y="258"/>
                      <a:pt x="3263" y="184"/>
                      <a:pt x="3218" y="139"/>
                    </a:cubicBezTo>
                    <a:cubicBezTo>
                      <a:pt x="3178" y="99"/>
                      <a:pt x="3130" y="71"/>
                      <a:pt x="3079" y="55"/>
                    </a:cubicBezTo>
                    <a:lnTo>
                      <a:pt x="3079" y="55"/>
                    </a:lnTo>
                    <a:cubicBezTo>
                      <a:pt x="3066" y="47"/>
                      <a:pt x="3053" y="41"/>
                      <a:pt x="3039" y="34"/>
                    </a:cubicBezTo>
                    <a:cubicBezTo>
                      <a:pt x="2995" y="12"/>
                      <a:pt x="2948" y="0"/>
                      <a:pt x="2903" y="0"/>
                    </a:cubicBezTo>
                    <a:close/>
                    <a:moveTo>
                      <a:pt x="1785" y="1233"/>
                    </a:moveTo>
                    <a:cubicBezTo>
                      <a:pt x="852" y="1233"/>
                      <a:pt x="0" y="2450"/>
                      <a:pt x="635" y="3216"/>
                    </a:cubicBezTo>
                    <a:cubicBezTo>
                      <a:pt x="915" y="3561"/>
                      <a:pt x="1332" y="3725"/>
                      <a:pt x="1753" y="3725"/>
                    </a:cubicBezTo>
                    <a:cubicBezTo>
                      <a:pt x="2298" y="3725"/>
                      <a:pt x="2851" y="3452"/>
                      <a:pt x="3129" y="2947"/>
                    </a:cubicBezTo>
                    <a:cubicBezTo>
                      <a:pt x="3443" y="2409"/>
                      <a:pt x="3204" y="1857"/>
                      <a:pt x="2651" y="1558"/>
                    </a:cubicBezTo>
                    <a:cubicBezTo>
                      <a:pt x="2591" y="1528"/>
                      <a:pt x="2546" y="1498"/>
                      <a:pt x="2472" y="1483"/>
                    </a:cubicBezTo>
                    <a:cubicBezTo>
                      <a:pt x="2252" y="1308"/>
                      <a:pt x="2016" y="1233"/>
                      <a:pt x="1785" y="1233"/>
                    </a:cubicBezTo>
                    <a:close/>
                    <a:moveTo>
                      <a:pt x="3786" y="4420"/>
                    </a:moveTo>
                    <a:lnTo>
                      <a:pt x="3786" y="4440"/>
                    </a:lnTo>
                    <a:cubicBezTo>
                      <a:pt x="3777" y="4445"/>
                      <a:pt x="3771" y="4447"/>
                      <a:pt x="3767" y="4447"/>
                    </a:cubicBezTo>
                    <a:cubicBezTo>
                      <a:pt x="3757" y="4447"/>
                      <a:pt x="3761" y="4436"/>
                      <a:pt x="3771" y="4426"/>
                    </a:cubicBezTo>
                    <a:cubicBezTo>
                      <a:pt x="3776" y="4424"/>
                      <a:pt x="3781" y="4422"/>
                      <a:pt x="3786" y="4420"/>
                    </a:cubicBezTo>
                    <a:close/>
                    <a:moveTo>
                      <a:pt x="4095" y="3655"/>
                    </a:moveTo>
                    <a:cubicBezTo>
                      <a:pt x="3802" y="3655"/>
                      <a:pt x="3459" y="3786"/>
                      <a:pt x="3263" y="4007"/>
                    </a:cubicBezTo>
                    <a:cubicBezTo>
                      <a:pt x="2980" y="4336"/>
                      <a:pt x="3204" y="4769"/>
                      <a:pt x="3607" y="4814"/>
                    </a:cubicBezTo>
                    <a:cubicBezTo>
                      <a:pt x="3634" y="4816"/>
                      <a:pt x="3661" y="4817"/>
                      <a:pt x="3688" y="4817"/>
                    </a:cubicBezTo>
                    <a:cubicBezTo>
                      <a:pt x="4002" y="4817"/>
                      <a:pt x="4298" y="4662"/>
                      <a:pt x="4518" y="4455"/>
                    </a:cubicBezTo>
                    <a:cubicBezTo>
                      <a:pt x="4577" y="4403"/>
                      <a:pt x="4604" y="4341"/>
                      <a:pt x="4609" y="4278"/>
                    </a:cubicBezTo>
                    <a:lnTo>
                      <a:pt x="4609" y="4278"/>
                    </a:lnTo>
                    <a:cubicBezTo>
                      <a:pt x="4620" y="4269"/>
                      <a:pt x="4630" y="4258"/>
                      <a:pt x="4637" y="4246"/>
                    </a:cubicBezTo>
                    <a:cubicBezTo>
                      <a:pt x="4787" y="3948"/>
                      <a:pt x="4473" y="3724"/>
                      <a:pt x="4219" y="3664"/>
                    </a:cubicBezTo>
                    <a:cubicBezTo>
                      <a:pt x="4179" y="3658"/>
                      <a:pt x="4137" y="3655"/>
                      <a:pt x="4095" y="3655"/>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6"/>
              <p:cNvSpPr/>
              <p:nvPr/>
            </p:nvSpPr>
            <p:spPr>
              <a:xfrm>
                <a:off x="-1437750" y="992925"/>
                <a:ext cx="41100" cy="51575"/>
              </a:xfrm>
              <a:custGeom>
                <a:rect b="b" l="l" r="r" t="t"/>
                <a:pathLst>
                  <a:path extrusionOk="0" h="2063" w="1644">
                    <a:moveTo>
                      <a:pt x="650" y="1"/>
                    </a:moveTo>
                    <a:cubicBezTo>
                      <a:pt x="628" y="1"/>
                      <a:pt x="605" y="2"/>
                      <a:pt x="583" y="5"/>
                    </a:cubicBezTo>
                    <a:cubicBezTo>
                      <a:pt x="150" y="50"/>
                      <a:pt x="0" y="543"/>
                      <a:pt x="374" y="812"/>
                    </a:cubicBezTo>
                    <a:cubicBezTo>
                      <a:pt x="394" y="829"/>
                      <a:pt x="427" y="855"/>
                      <a:pt x="466" y="886"/>
                    </a:cubicBezTo>
                    <a:lnTo>
                      <a:pt x="466" y="886"/>
                    </a:lnTo>
                    <a:cubicBezTo>
                      <a:pt x="507" y="977"/>
                      <a:pt x="557" y="1063"/>
                      <a:pt x="613" y="1140"/>
                    </a:cubicBezTo>
                    <a:cubicBezTo>
                      <a:pt x="622" y="1159"/>
                      <a:pt x="688" y="1240"/>
                      <a:pt x="741" y="1296"/>
                    </a:cubicBezTo>
                    <a:lnTo>
                      <a:pt x="741" y="1296"/>
                    </a:lnTo>
                    <a:lnTo>
                      <a:pt x="628" y="1409"/>
                    </a:lnTo>
                    <a:cubicBezTo>
                      <a:pt x="384" y="1641"/>
                      <a:pt x="608" y="2062"/>
                      <a:pt x="885" y="2062"/>
                    </a:cubicBezTo>
                    <a:cubicBezTo>
                      <a:pt x="948" y="2062"/>
                      <a:pt x="1013" y="2041"/>
                      <a:pt x="1076" y="1992"/>
                    </a:cubicBezTo>
                    <a:cubicBezTo>
                      <a:pt x="1101" y="1972"/>
                      <a:pt x="1125" y="1951"/>
                      <a:pt x="1149" y="1930"/>
                    </a:cubicBezTo>
                    <a:lnTo>
                      <a:pt x="1149" y="1930"/>
                    </a:lnTo>
                    <a:cubicBezTo>
                      <a:pt x="1149" y="1931"/>
                      <a:pt x="1150" y="1931"/>
                      <a:pt x="1150" y="1932"/>
                    </a:cubicBezTo>
                    <a:cubicBezTo>
                      <a:pt x="1404" y="1723"/>
                      <a:pt x="1643" y="1439"/>
                      <a:pt x="1539" y="1095"/>
                    </a:cubicBezTo>
                    <a:cubicBezTo>
                      <a:pt x="1535" y="1078"/>
                      <a:pt x="1531" y="1062"/>
                      <a:pt x="1526" y="1045"/>
                    </a:cubicBezTo>
                    <a:lnTo>
                      <a:pt x="1526" y="1045"/>
                    </a:lnTo>
                    <a:cubicBezTo>
                      <a:pt x="1524" y="993"/>
                      <a:pt x="1518" y="940"/>
                      <a:pt x="1509" y="886"/>
                    </a:cubicBezTo>
                    <a:cubicBezTo>
                      <a:pt x="1438" y="518"/>
                      <a:pt x="1071" y="1"/>
                      <a:pt x="65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6"/>
              <p:cNvSpPr/>
              <p:nvPr/>
            </p:nvSpPr>
            <p:spPr>
              <a:xfrm>
                <a:off x="-1404500" y="918350"/>
                <a:ext cx="115375" cy="79575"/>
              </a:xfrm>
              <a:custGeom>
                <a:rect b="b" l="l" r="r" t="t"/>
                <a:pathLst>
                  <a:path extrusionOk="0" h="3183" w="4615">
                    <a:moveTo>
                      <a:pt x="537" y="1"/>
                    </a:moveTo>
                    <a:cubicBezTo>
                      <a:pt x="507" y="1"/>
                      <a:pt x="477" y="1"/>
                      <a:pt x="463" y="16"/>
                    </a:cubicBezTo>
                    <a:cubicBezTo>
                      <a:pt x="433" y="16"/>
                      <a:pt x="418" y="31"/>
                      <a:pt x="388" y="61"/>
                    </a:cubicBezTo>
                    <a:cubicBezTo>
                      <a:pt x="373" y="76"/>
                      <a:pt x="358" y="91"/>
                      <a:pt x="343" y="120"/>
                    </a:cubicBezTo>
                    <a:cubicBezTo>
                      <a:pt x="328" y="150"/>
                      <a:pt x="328" y="180"/>
                      <a:pt x="328" y="210"/>
                    </a:cubicBezTo>
                    <a:cubicBezTo>
                      <a:pt x="328" y="225"/>
                      <a:pt x="343" y="240"/>
                      <a:pt x="343" y="255"/>
                    </a:cubicBezTo>
                    <a:cubicBezTo>
                      <a:pt x="343" y="300"/>
                      <a:pt x="373" y="315"/>
                      <a:pt x="388" y="344"/>
                    </a:cubicBezTo>
                    <a:cubicBezTo>
                      <a:pt x="403" y="359"/>
                      <a:pt x="418" y="374"/>
                      <a:pt x="433" y="389"/>
                    </a:cubicBezTo>
                    <a:cubicBezTo>
                      <a:pt x="463" y="404"/>
                      <a:pt x="492" y="419"/>
                      <a:pt x="537" y="419"/>
                    </a:cubicBezTo>
                    <a:cubicBezTo>
                      <a:pt x="567" y="419"/>
                      <a:pt x="582" y="404"/>
                      <a:pt x="612" y="404"/>
                    </a:cubicBezTo>
                    <a:cubicBezTo>
                      <a:pt x="627" y="389"/>
                      <a:pt x="657" y="374"/>
                      <a:pt x="672" y="344"/>
                    </a:cubicBezTo>
                    <a:cubicBezTo>
                      <a:pt x="702" y="330"/>
                      <a:pt x="702" y="315"/>
                      <a:pt x="716" y="285"/>
                    </a:cubicBezTo>
                    <a:cubicBezTo>
                      <a:pt x="731" y="255"/>
                      <a:pt x="731" y="225"/>
                      <a:pt x="731" y="210"/>
                    </a:cubicBezTo>
                    <a:cubicBezTo>
                      <a:pt x="731" y="195"/>
                      <a:pt x="731" y="165"/>
                      <a:pt x="731" y="150"/>
                    </a:cubicBezTo>
                    <a:cubicBezTo>
                      <a:pt x="716" y="106"/>
                      <a:pt x="702" y="91"/>
                      <a:pt x="672" y="61"/>
                    </a:cubicBezTo>
                    <a:cubicBezTo>
                      <a:pt x="657" y="46"/>
                      <a:pt x="642" y="31"/>
                      <a:pt x="642" y="31"/>
                    </a:cubicBezTo>
                    <a:cubicBezTo>
                      <a:pt x="612" y="16"/>
                      <a:pt x="567" y="1"/>
                      <a:pt x="537" y="1"/>
                    </a:cubicBezTo>
                    <a:close/>
                    <a:moveTo>
                      <a:pt x="4089" y="2004"/>
                    </a:moveTo>
                    <a:cubicBezTo>
                      <a:pt x="3908" y="2004"/>
                      <a:pt x="3725" y="2126"/>
                      <a:pt x="3674" y="2331"/>
                    </a:cubicBezTo>
                    <a:cubicBezTo>
                      <a:pt x="3599" y="2641"/>
                      <a:pt x="3864" y="2991"/>
                      <a:pt x="4161" y="2991"/>
                    </a:cubicBezTo>
                    <a:cubicBezTo>
                      <a:pt x="4222" y="2991"/>
                      <a:pt x="4285" y="2976"/>
                      <a:pt x="4346" y="2943"/>
                    </a:cubicBezTo>
                    <a:cubicBezTo>
                      <a:pt x="4591" y="2796"/>
                      <a:pt x="4615" y="2438"/>
                      <a:pt x="4442" y="2240"/>
                    </a:cubicBezTo>
                    <a:lnTo>
                      <a:pt x="4442" y="2240"/>
                    </a:lnTo>
                    <a:cubicBezTo>
                      <a:pt x="4440" y="2235"/>
                      <a:pt x="4438" y="2231"/>
                      <a:pt x="4435" y="2226"/>
                    </a:cubicBezTo>
                    <a:cubicBezTo>
                      <a:pt x="4359" y="2073"/>
                      <a:pt x="4224" y="2004"/>
                      <a:pt x="4089" y="2004"/>
                    </a:cubicBezTo>
                    <a:close/>
                    <a:moveTo>
                      <a:pt x="1565" y="682"/>
                    </a:moveTo>
                    <a:cubicBezTo>
                      <a:pt x="709" y="682"/>
                      <a:pt x="1" y="1492"/>
                      <a:pt x="134" y="2047"/>
                    </a:cubicBezTo>
                    <a:cubicBezTo>
                      <a:pt x="322" y="2858"/>
                      <a:pt x="887" y="3183"/>
                      <a:pt x="1458" y="3183"/>
                    </a:cubicBezTo>
                    <a:cubicBezTo>
                      <a:pt x="2475" y="3183"/>
                      <a:pt x="3512" y="2155"/>
                      <a:pt x="2479" y="1017"/>
                    </a:cubicBezTo>
                    <a:cubicBezTo>
                      <a:pt x="2176" y="779"/>
                      <a:pt x="1862" y="682"/>
                      <a:pt x="1565" y="682"/>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6"/>
              <p:cNvSpPr/>
              <p:nvPr/>
            </p:nvSpPr>
            <p:spPr>
              <a:xfrm>
                <a:off x="-1347025" y="807775"/>
                <a:ext cx="41900" cy="34550"/>
              </a:xfrm>
              <a:custGeom>
                <a:rect b="b" l="l" r="r" t="t"/>
                <a:pathLst>
                  <a:path extrusionOk="0" h="1382" w="1676">
                    <a:moveTo>
                      <a:pt x="734" y="467"/>
                    </a:moveTo>
                    <a:cubicBezTo>
                      <a:pt x="744" y="467"/>
                      <a:pt x="753" y="470"/>
                      <a:pt x="761" y="473"/>
                    </a:cubicBezTo>
                    <a:lnTo>
                      <a:pt x="761" y="473"/>
                    </a:lnTo>
                    <a:cubicBezTo>
                      <a:pt x="734" y="484"/>
                      <a:pt x="707" y="492"/>
                      <a:pt x="678" y="496"/>
                    </a:cubicBezTo>
                    <a:lnTo>
                      <a:pt x="678" y="496"/>
                    </a:lnTo>
                    <a:cubicBezTo>
                      <a:pt x="695" y="475"/>
                      <a:pt x="715" y="467"/>
                      <a:pt x="734" y="467"/>
                    </a:cubicBezTo>
                    <a:close/>
                    <a:moveTo>
                      <a:pt x="1396" y="1"/>
                    </a:moveTo>
                    <a:cubicBezTo>
                      <a:pt x="1343" y="1"/>
                      <a:pt x="1293" y="23"/>
                      <a:pt x="1255" y="78"/>
                    </a:cubicBezTo>
                    <a:cubicBezTo>
                      <a:pt x="1200" y="140"/>
                      <a:pt x="1133" y="199"/>
                      <a:pt x="1064" y="254"/>
                    </a:cubicBezTo>
                    <a:lnTo>
                      <a:pt x="1064" y="254"/>
                    </a:lnTo>
                    <a:cubicBezTo>
                      <a:pt x="1062" y="254"/>
                      <a:pt x="1060" y="254"/>
                      <a:pt x="1058" y="254"/>
                    </a:cubicBezTo>
                    <a:cubicBezTo>
                      <a:pt x="903" y="254"/>
                      <a:pt x="744" y="355"/>
                      <a:pt x="665" y="498"/>
                    </a:cubicBezTo>
                    <a:lnTo>
                      <a:pt x="665" y="498"/>
                    </a:lnTo>
                    <a:cubicBezTo>
                      <a:pt x="656" y="498"/>
                      <a:pt x="647" y="499"/>
                      <a:pt x="639" y="499"/>
                    </a:cubicBezTo>
                    <a:cubicBezTo>
                      <a:pt x="625" y="499"/>
                      <a:pt x="612" y="498"/>
                      <a:pt x="598" y="496"/>
                    </a:cubicBezTo>
                    <a:lnTo>
                      <a:pt x="598" y="496"/>
                    </a:lnTo>
                    <a:cubicBezTo>
                      <a:pt x="598" y="496"/>
                      <a:pt x="598" y="496"/>
                      <a:pt x="598" y="496"/>
                    </a:cubicBezTo>
                    <a:cubicBezTo>
                      <a:pt x="571" y="492"/>
                      <a:pt x="543" y="490"/>
                      <a:pt x="516" y="490"/>
                    </a:cubicBezTo>
                    <a:cubicBezTo>
                      <a:pt x="318" y="490"/>
                      <a:pt x="126" y="587"/>
                      <a:pt x="60" y="809"/>
                    </a:cubicBezTo>
                    <a:cubicBezTo>
                      <a:pt x="1" y="1019"/>
                      <a:pt x="135" y="1302"/>
                      <a:pt x="374" y="1347"/>
                    </a:cubicBezTo>
                    <a:cubicBezTo>
                      <a:pt x="478" y="1368"/>
                      <a:pt x="588" y="1382"/>
                      <a:pt x="696" y="1382"/>
                    </a:cubicBezTo>
                    <a:cubicBezTo>
                      <a:pt x="899" y="1382"/>
                      <a:pt x="1100" y="1334"/>
                      <a:pt x="1255" y="1198"/>
                    </a:cubicBezTo>
                    <a:cubicBezTo>
                      <a:pt x="1376" y="1091"/>
                      <a:pt x="1442" y="969"/>
                      <a:pt x="1460" y="842"/>
                    </a:cubicBezTo>
                    <a:lnTo>
                      <a:pt x="1460" y="842"/>
                    </a:lnTo>
                    <a:cubicBezTo>
                      <a:pt x="1490" y="804"/>
                      <a:pt x="1518" y="763"/>
                      <a:pt x="1539" y="720"/>
                    </a:cubicBezTo>
                    <a:cubicBezTo>
                      <a:pt x="1599" y="585"/>
                      <a:pt x="1599" y="451"/>
                      <a:pt x="1644" y="302"/>
                    </a:cubicBezTo>
                    <a:cubicBezTo>
                      <a:pt x="1676" y="151"/>
                      <a:pt x="1530" y="1"/>
                      <a:pt x="139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6"/>
              <p:cNvSpPr/>
              <p:nvPr/>
            </p:nvSpPr>
            <p:spPr>
              <a:xfrm>
                <a:off x="-1361575" y="859575"/>
                <a:ext cx="350" cy="200"/>
              </a:xfrm>
              <a:custGeom>
                <a:rect b="b" l="l" r="r" t="t"/>
                <a:pathLst>
                  <a:path extrusionOk="0" h="8" w="14">
                    <a:moveTo>
                      <a:pt x="10" y="0"/>
                    </a:moveTo>
                    <a:cubicBezTo>
                      <a:pt x="8" y="0"/>
                      <a:pt x="5" y="2"/>
                      <a:pt x="0" y="7"/>
                    </a:cubicBezTo>
                    <a:cubicBezTo>
                      <a:pt x="10" y="7"/>
                      <a:pt x="13" y="0"/>
                      <a:pt x="10" y="0"/>
                    </a:cubicBezTo>
                    <a:close/>
                  </a:path>
                </a:pathLst>
              </a:custGeom>
              <a:solidFill>
                <a:srgbClr val="00C7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6"/>
              <p:cNvSpPr/>
              <p:nvPr/>
            </p:nvSpPr>
            <p:spPr>
              <a:xfrm>
                <a:off x="-1105800" y="837625"/>
                <a:ext cx="55800" cy="48200"/>
              </a:xfrm>
              <a:custGeom>
                <a:rect b="b" l="l" r="r" t="t"/>
                <a:pathLst>
                  <a:path extrusionOk="0" h="1928" w="2232">
                    <a:moveTo>
                      <a:pt x="978" y="822"/>
                    </a:moveTo>
                    <a:cubicBezTo>
                      <a:pt x="1007" y="854"/>
                      <a:pt x="1040" y="881"/>
                      <a:pt x="1074" y="903"/>
                    </a:cubicBezTo>
                    <a:lnTo>
                      <a:pt x="1074" y="903"/>
                    </a:lnTo>
                    <a:cubicBezTo>
                      <a:pt x="1086" y="934"/>
                      <a:pt x="1100" y="963"/>
                      <a:pt x="1116" y="991"/>
                    </a:cubicBezTo>
                    <a:lnTo>
                      <a:pt x="1116" y="991"/>
                    </a:lnTo>
                    <a:cubicBezTo>
                      <a:pt x="1099" y="1056"/>
                      <a:pt x="1104" y="1120"/>
                      <a:pt x="1125" y="1178"/>
                    </a:cubicBezTo>
                    <a:lnTo>
                      <a:pt x="1125" y="1178"/>
                    </a:lnTo>
                    <a:cubicBezTo>
                      <a:pt x="1095" y="1184"/>
                      <a:pt x="1065" y="1190"/>
                      <a:pt x="1037" y="1190"/>
                    </a:cubicBezTo>
                    <a:cubicBezTo>
                      <a:pt x="987" y="1190"/>
                      <a:pt x="943" y="1172"/>
                      <a:pt x="911" y="1109"/>
                    </a:cubicBezTo>
                    <a:cubicBezTo>
                      <a:pt x="866" y="1019"/>
                      <a:pt x="881" y="945"/>
                      <a:pt x="926" y="885"/>
                    </a:cubicBezTo>
                    <a:cubicBezTo>
                      <a:pt x="943" y="860"/>
                      <a:pt x="959" y="840"/>
                      <a:pt x="978" y="822"/>
                    </a:cubicBezTo>
                    <a:close/>
                    <a:moveTo>
                      <a:pt x="1004" y="0"/>
                    </a:moveTo>
                    <a:cubicBezTo>
                      <a:pt x="689" y="0"/>
                      <a:pt x="379" y="228"/>
                      <a:pt x="224" y="527"/>
                    </a:cubicBezTo>
                    <a:cubicBezTo>
                      <a:pt x="0" y="945"/>
                      <a:pt x="135" y="1468"/>
                      <a:pt x="508" y="1751"/>
                    </a:cubicBezTo>
                    <a:cubicBezTo>
                      <a:pt x="667" y="1857"/>
                      <a:pt x="840" y="1918"/>
                      <a:pt x="1023" y="1918"/>
                    </a:cubicBezTo>
                    <a:cubicBezTo>
                      <a:pt x="1099" y="1918"/>
                      <a:pt x="1176" y="1908"/>
                      <a:pt x="1255" y="1886"/>
                    </a:cubicBezTo>
                    <a:cubicBezTo>
                      <a:pt x="1364" y="1859"/>
                      <a:pt x="1448" y="1794"/>
                      <a:pt x="1563" y="1794"/>
                    </a:cubicBezTo>
                    <a:cubicBezTo>
                      <a:pt x="1575" y="1794"/>
                      <a:pt x="1586" y="1795"/>
                      <a:pt x="1598" y="1796"/>
                    </a:cubicBezTo>
                    <a:cubicBezTo>
                      <a:pt x="1703" y="1796"/>
                      <a:pt x="1792" y="1871"/>
                      <a:pt x="1882" y="1901"/>
                    </a:cubicBezTo>
                    <a:cubicBezTo>
                      <a:pt x="1916" y="1919"/>
                      <a:pt x="1951" y="1927"/>
                      <a:pt x="1984" y="1927"/>
                    </a:cubicBezTo>
                    <a:cubicBezTo>
                      <a:pt x="2116" y="1927"/>
                      <a:pt x="2231" y="1801"/>
                      <a:pt x="2196" y="1647"/>
                    </a:cubicBezTo>
                    <a:cubicBezTo>
                      <a:pt x="2159" y="1457"/>
                      <a:pt x="2049" y="1327"/>
                      <a:pt x="1905" y="1247"/>
                    </a:cubicBezTo>
                    <a:lnTo>
                      <a:pt x="1905" y="1247"/>
                    </a:lnTo>
                    <a:cubicBezTo>
                      <a:pt x="2002" y="1178"/>
                      <a:pt x="2069" y="1068"/>
                      <a:pt x="2076" y="930"/>
                    </a:cubicBezTo>
                    <a:cubicBezTo>
                      <a:pt x="2076" y="593"/>
                      <a:pt x="1807" y="166"/>
                      <a:pt x="1443" y="166"/>
                    </a:cubicBezTo>
                    <a:cubicBezTo>
                      <a:pt x="1440" y="166"/>
                      <a:pt x="1438" y="166"/>
                      <a:pt x="1435" y="166"/>
                    </a:cubicBezTo>
                    <a:lnTo>
                      <a:pt x="1435" y="166"/>
                    </a:lnTo>
                    <a:cubicBezTo>
                      <a:pt x="1430" y="162"/>
                      <a:pt x="1425" y="157"/>
                      <a:pt x="1419" y="153"/>
                    </a:cubicBezTo>
                    <a:cubicBezTo>
                      <a:pt x="1289" y="46"/>
                      <a:pt x="1146" y="0"/>
                      <a:pt x="100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6"/>
              <p:cNvSpPr/>
              <p:nvPr/>
            </p:nvSpPr>
            <p:spPr>
              <a:xfrm>
                <a:off x="-1210700" y="802050"/>
                <a:ext cx="97350" cy="90575"/>
              </a:xfrm>
              <a:custGeom>
                <a:rect b="b" l="l" r="r" t="t"/>
                <a:pathLst>
                  <a:path extrusionOk="0" h="3623" w="3894">
                    <a:moveTo>
                      <a:pt x="1822" y="0"/>
                    </a:moveTo>
                    <a:cubicBezTo>
                      <a:pt x="1697" y="0"/>
                      <a:pt x="1567" y="21"/>
                      <a:pt x="1433" y="68"/>
                    </a:cubicBezTo>
                    <a:cubicBezTo>
                      <a:pt x="57" y="551"/>
                      <a:pt x="1" y="2654"/>
                      <a:pt x="1629" y="2654"/>
                    </a:cubicBezTo>
                    <a:cubicBezTo>
                      <a:pt x="1663" y="2654"/>
                      <a:pt x="1697" y="2653"/>
                      <a:pt x="1732" y="2652"/>
                    </a:cubicBezTo>
                    <a:cubicBezTo>
                      <a:pt x="3894" y="2542"/>
                      <a:pt x="3185" y="0"/>
                      <a:pt x="1822" y="0"/>
                    </a:cubicBezTo>
                    <a:close/>
                    <a:moveTo>
                      <a:pt x="2598" y="3130"/>
                    </a:moveTo>
                    <a:cubicBezTo>
                      <a:pt x="2568" y="3130"/>
                      <a:pt x="2523" y="3144"/>
                      <a:pt x="2508" y="3159"/>
                    </a:cubicBezTo>
                    <a:cubicBezTo>
                      <a:pt x="2479" y="3159"/>
                      <a:pt x="2449" y="3189"/>
                      <a:pt x="2419" y="3219"/>
                    </a:cubicBezTo>
                    <a:cubicBezTo>
                      <a:pt x="2404" y="3234"/>
                      <a:pt x="2389" y="3264"/>
                      <a:pt x="2374" y="3294"/>
                    </a:cubicBezTo>
                    <a:cubicBezTo>
                      <a:pt x="2359" y="3324"/>
                      <a:pt x="2344" y="3354"/>
                      <a:pt x="2344" y="3383"/>
                    </a:cubicBezTo>
                    <a:cubicBezTo>
                      <a:pt x="2344" y="3413"/>
                      <a:pt x="2359" y="3428"/>
                      <a:pt x="2359" y="3458"/>
                    </a:cubicBezTo>
                    <a:cubicBezTo>
                      <a:pt x="2374" y="3488"/>
                      <a:pt x="2389" y="3533"/>
                      <a:pt x="2419" y="3563"/>
                    </a:cubicBezTo>
                    <a:cubicBezTo>
                      <a:pt x="2434" y="3578"/>
                      <a:pt x="2449" y="3578"/>
                      <a:pt x="2479" y="3593"/>
                    </a:cubicBezTo>
                    <a:cubicBezTo>
                      <a:pt x="2508" y="3607"/>
                      <a:pt x="2553" y="3622"/>
                      <a:pt x="2598" y="3622"/>
                    </a:cubicBezTo>
                    <a:cubicBezTo>
                      <a:pt x="2628" y="3622"/>
                      <a:pt x="2658" y="3622"/>
                      <a:pt x="2688" y="3607"/>
                    </a:cubicBezTo>
                    <a:cubicBezTo>
                      <a:pt x="2718" y="3593"/>
                      <a:pt x="2747" y="3578"/>
                      <a:pt x="2762" y="3548"/>
                    </a:cubicBezTo>
                    <a:cubicBezTo>
                      <a:pt x="2792" y="3533"/>
                      <a:pt x="2807" y="3503"/>
                      <a:pt x="2822" y="3473"/>
                    </a:cubicBezTo>
                    <a:cubicBezTo>
                      <a:pt x="2837" y="3443"/>
                      <a:pt x="2837" y="3413"/>
                      <a:pt x="2837" y="3383"/>
                    </a:cubicBezTo>
                    <a:cubicBezTo>
                      <a:pt x="2837" y="3354"/>
                      <a:pt x="2837" y="3339"/>
                      <a:pt x="2837" y="3309"/>
                    </a:cubicBezTo>
                    <a:cubicBezTo>
                      <a:pt x="2822" y="3279"/>
                      <a:pt x="2807" y="3234"/>
                      <a:pt x="2777" y="3204"/>
                    </a:cubicBezTo>
                    <a:cubicBezTo>
                      <a:pt x="2762" y="3189"/>
                      <a:pt x="2747" y="3189"/>
                      <a:pt x="2718" y="3159"/>
                    </a:cubicBezTo>
                    <a:cubicBezTo>
                      <a:pt x="2688" y="3144"/>
                      <a:pt x="2643" y="3130"/>
                      <a:pt x="2598" y="313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6"/>
              <p:cNvSpPr/>
              <p:nvPr/>
            </p:nvSpPr>
            <p:spPr>
              <a:xfrm>
                <a:off x="-1217075" y="797225"/>
                <a:ext cx="350" cy="175"/>
              </a:xfrm>
              <a:custGeom>
                <a:rect b="b" l="l" r="r" t="t"/>
                <a:pathLst>
                  <a:path extrusionOk="0" h="7" w="14">
                    <a:moveTo>
                      <a:pt x="10" y="0"/>
                    </a:moveTo>
                    <a:cubicBezTo>
                      <a:pt x="9" y="0"/>
                      <a:pt x="5" y="2"/>
                      <a:pt x="0" y="7"/>
                    </a:cubicBezTo>
                    <a:cubicBezTo>
                      <a:pt x="10" y="7"/>
                      <a:pt x="14" y="0"/>
                      <a:pt x="10" y="0"/>
                    </a:cubicBezTo>
                    <a:close/>
                  </a:path>
                </a:pathLst>
              </a:custGeom>
              <a:solidFill>
                <a:srgbClr val="FF63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6"/>
              <p:cNvSpPr/>
              <p:nvPr/>
            </p:nvSpPr>
            <p:spPr>
              <a:xfrm>
                <a:off x="-1299975" y="793875"/>
                <a:ext cx="95625" cy="86825"/>
              </a:xfrm>
              <a:custGeom>
                <a:rect b="b" l="l" r="r" t="t"/>
                <a:pathLst>
                  <a:path extrusionOk="0" h="3473" w="3825">
                    <a:moveTo>
                      <a:pt x="3459" y="0"/>
                    </a:moveTo>
                    <a:cubicBezTo>
                      <a:pt x="3434" y="0"/>
                      <a:pt x="3411" y="8"/>
                      <a:pt x="3391" y="21"/>
                    </a:cubicBezTo>
                    <a:cubicBezTo>
                      <a:pt x="3376" y="21"/>
                      <a:pt x="3361" y="36"/>
                      <a:pt x="3346" y="51"/>
                    </a:cubicBezTo>
                    <a:cubicBezTo>
                      <a:pt x="3346" y="66"/>
                      <a:pt x="3331" y="81"/>
                      <a:pt x="3331" y="81"/>
                    </a:cubicBezTo>
                    <a:cubicBezTo>
                      <a:pt x="3316" y="96"/>
                      <a:pt x="3316" y="111"/>
                      <a:pt x="3316" y="126"/>
                    </a:cubicBezTo>
                    <a:cubicBezTo>
                      <a:pt x="3301" y="141"/>
                      <a:pt x="3301" y="156"/>
                      <a:pt x="3316" y="186"/>
                    </a:cubicBezTo>
                    <a:cubicBezTo>
                      <a:pt x="3316" y="200"/>
                      <a:pt x="3316" y="200"/>
                      <a:pt x="3316" y="215"/>
                    </a:cubicBezTo>
                    <a:cubicBezTo>
                      <a:pt x="3316" y="230"/>
                      <a:pt x="3331" y="245"/>
                      <a:pt x="3346" y="245"/>
                    </a:cubicBezTo>
                    <a:cubicBezTo>
                      <a:pt x="3346" y="260"/>
                      <a:pt x="3361" y="275"/>
                      <a:pt x="3376" y="275"/>
                    </a:cubicBezTo>
                    <a:cubicBezTo>
                      <a:pt x="3391" y="305"/>
                      <a:pt x="3406" y="305"/>
                      <a:pt x="3421" y="320"/>
                    </a:cubicBezTo>
                    <a:lnTo>
                      <a:pt x="3525" y="320"/>
                    </a:lnTo>
                    <a:cubicBezTo>
                      <a:pt x="3540" y="305"/>
                      <a:pt x="3570" y="290"/>
                      <a:pt x="3585" y="275"/>
                    </a:cubicBezTo>
                    <a:cubicBezTo>
                      <a:pt x="3600" y="245"/>
                      <a:pt x="3615" y="230"/>
                      <a:pt x="3630" y="200"/>
                    </a:cubicBezTo>
                    <a:cubicBezTo>
                      <a:pt x="3630" y="186"/>
                      <a:pt x="3630" y="171"/>
                      <a:pt x="3630" y="141"/>
                    </a:cubicBezTo>
                    <a:cubicBezTo>
                      <a:pt x="3630" y="126"/>
                      <a:pt x="3615" y="111"/>
                      <a:pt x="3615" y="96"/>
                    </a:cubicBezTo>
                    <a:cubicBezTo>
                      <a:pt x="3600" y="66"/>
                      <a:pt x="3585" y="51"/>
                      <a:pt x="3555" y="36"/>
                    </a:cubicBezTo>
                    <a:cubicBezTo>
                      <a:pt x="3522" y="12"/>
                      <a:pt x="3489" y="0"/>
                      <a:pt x="3459" y="0"/>
                    </a:cubicBezTo>
                    <a:close/>
                    <a:moveTo>
                      <a:pt x="3690" y="3023"/>
                    </a:moveTo>
                    <a:cubicBezTo>
                      <a:pt x="3555" y="3023"/>
                      <a:pt x="3555" y="3218"/>
                      <a:pt x="3690" y="3218"/>
                    </a:cubicBezTo>
                    <a:cubicBezTo>
                      <a:pt x="3824" y="3218"/>
                      <a:pt x="3824" y="3023"/>
                      <a:pt x="3690" y="3023"/>
                    </a:cubicBezTo>
                    <a:close/>
                    <a:moveTo>
                      <a:pt x="1828" y="994"/>
                    </a:moveTo>
                    <a:cubicBezTo>
                      <a:pt x="1325" y="994"/>
                      <a:pt x="784" y="1226"/>
                      <a:pt x="419" y="1799"/>
                    </a:cubicBezTo>
                    <a:cubicBezTo>
                      <a:pt x="1" y="2471"/>
                      <a:pt x="762" y="3442"/>
                      <a:pt x="1614" y="3471"/>
                    </a:cubicBezTo>
                    <a:cubicBezTo>
                      <a:pt x="1639" y="3472"/>
                      <a:pt x="1664" y="3472"/>
                      <a:pt x="1689" y="3472"/>
                    </a:cubicBezTo>
                    <a:cubicBezTo>
                      <a:pt x="3309" y="3472"/>
                      <a:pt x="3545" y="2042"/>
                      <a:pt x="2853" y="1380"/>
                    </a:cubicBezTo>
                    <a:cubicBezTo>
                      <a:pt x="2608" y="1142"/>
                      <a:pt x="2230" y="994"/>
                      <a:pt x="1828" y="99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6"/>
              <p:cNvSpPr/>
              <p:nvPr/>
            </p:nvSpPr>
            <p:spPr>
              <a:xfrm>
                <a:off x="-1385075" y="1006575"/>
                <a:ext cx="99875" cy="60150"/>
              </a:xfrm>
              <a:custGeom>
                <a:rect b="b" l="l" r="r" t="t"/>
                <a:pathLst>
                  <a:path extrusionOk="0" h="2406" w="3995">
                    <a:moveTo>
                      <a:pt x="3681" y="654"/>
                    </a:moveTo>
                    <a:lnTo>
                      <a:pt x="3681" y="654"/>
                    </a:lnTo>
                    <a:cubicBezTo>
                      <a:pt x="3688" y="655"/>
                      <a:pt x="3696" y="656"/>
                      <a:pt x="3703" y="658"/>
                    </a:cubicBezTo>
                    <a:lnTo>
                      <a:pt x="3703" y="658"/>
                    </a:lnTo>
                    <a:cubicBezTo>
                      <a:pt x="3700" y="658"/>
                      <a:pt x="3697" y="658"/>
                      <a:pt x="3694" y="658"/>
                    </a:cubicBezTo>
                    <a:cubicBezTo>
                      <a:pt x="3678" y="658"/>
                      <a:pt x="3662" y="659"/>
                      <a:pt x="3645" y="661"/>
                    </a:cubicBezTo>
                    <a:lnTo>
                      <a:pt x="3645" y="661"/>
                    </a:lnTo>
                    <a:cubicBezTo>
                      <a:pt x="3657" y="658"/>
                      <a:pt x="3669" y="655"/>
                      <a:pt x="3681" y="654"/>
                    </a:cubicBezTo>
                    <a:close/>
                    <a:moveTo>
                      <a:pt x="2173" y="0"/>
                    </a:moveTo>
                    <a:cubicBezTo>
                      <a:pt x="1155" y="0"/>
                      <a:pt x="1" y="857"/>
                      <a:pt x="731" y="1864"/>
                    </a:cubicBezTo>
                    <a:cubicBezTo>
                      <a:pt x="1002" y="2229"/>
                      <a:pt x="1500" y="2406"/>
                      <a:pt x="1999" y="2406"/>
                    </a:cubicBezTo>
                    <a:cubicBezTo>
                      <a:pt x="2766" y="2406"/>
                      <a:pt x="3534" y="1988"/>
                      <a:pt x="3479" y="1192"/>
                    </a:cubicBezTo>
                    <a:lnTo>
                      <a:pt x="3479" y="1192"/>
                    </a:lnTo>
                    <a:lnTo>
                      <a:pt x="3494" y="1207"/>
                    </a:lnTo>
                    <a:cubicBezTo>
                      <a:pt x="3554" y="1236"/>
                      <a:pt x="3614" y="1251"/>
                      <a:pt x="3673" y="1251"/>
                    </a:cubicBezTo>
                    <a:cubicBezTo>
                      <a:pt x="3733" y="1251"/>
                      <a:pt x="3793" y="1236"/>
                      <a:pt x="3838" y="1207"/>
                    </a:cubicBezTo>
                    <a:cubicBezTo>
                      <a:pt x="3882" y="1177"/>
                      <a:pt x="3912" y="1147"/>
                      <a:pt x="3942" y="1102"/>
                    </a:cubicBezTo>
                    <a:cubicBezTo>
                      <a:pt x="3957" y="1072"/>
                      <a:pt x="3972" y="1057"/>
                      <a:pt x="3972" y="1027"/>
                    </a:cubicBezTo>
                    <a:cubicBezTo>
                      <a:pt x="3994" y="972"/>
                      <a:pt x="3992" y="901"/>
                      <a:pt x="3971" y="849"/>
                    </a:cubicBezTo>
                    <a:lnTo>
                      <a:pt x="3971" y="849"/>
                    </a:lnTo>
                    <a:cubicBezTo>
                      <a:pt x="3972" y="832"/>
                      <a:pt x="3972" y="813"/>
                      <a:pt x="3972" y="788"/>
                    </a:cubicBezTo>
                    <a:cubicBezTo>
                      <a:pt x="3942" y="654"/>
                      <a:pt x="3808" y="579"/>
                      <a:pt x="3673" y="579"/>
                    </a:cubicBezTo>
                    <a:cubicBezTo>
                      <a:pt x="3539" y="579"/>
                      <a:pt x="3419" y="654"/>
                      <a:pt x="3360" y="773"/>
                    </a:cubicBezTo>
                    <a:cubicBezTo>
                      <a:pt x="3182" y="226"/>
                      <a:pt x="2696" y="0"/>
                      <a:pt x="217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6"/>
              <p:cNvSpPr/>
              <p:nvPr/>
            </p:nvSpPr>
            <p:spPr>
              <a:xfrm>
                <a:off x="-1326850" y="1091625"/>
                <a:ext cx="9725" cy="9725"/>
              </a:xfrm>
              <a:custGeom>
                <a:rect b="b" l="l" r="r" t="t"/>
                <a:pathLst>
                  <a:path extrusionOk="0" h="389" w="389">
                    <a:moveTo>
                      <a:pt x="194" y="0"/>
                    </a:moveTo>
                    <a:cubicBezTo>
                      <a:pt x="164" y="0"/>
                      <a:pt x="135" y="0"/>
                      <a:pt x="120" y="15"/>
                    </a:cubicBezTo>
                    <a:cubicBezTo>
                      <a:pt x="90" y="15"/>
                      <a:pt x="75" y="30"/>
                      <a:pt x="60" y="45"/>
                    </a:cubicBezTo>
                    <a:cubicBezTo>
                      <a:pt x="30" y="60"/>
                      <a:pt x="30" y="90"/>
                      <a:pt x="15" y="105"/>
                    </a:cubicBezTo>
                    <a:cubicBezTo>
                      <a:pt x="0" y="135"/>
                      <a:pt x="0" y="164"/>
                      <a:pt x="0" y="194"/>
                    </a:cubicBezTo>
                    <a:cubicBezTo>
                      <a:pt x="0" y="239"/>
                      <a:pt x="15" y="299"/>
                      <a:pt x="60" y="329"/>
                    </a:cubicBezTo>
                    <a:cubicBezTo>
                      <a:pt x="105" y="374"/>
                      <a:pt x="150" y="389"/>
                      <a:pt x="209" y="389"/>
                    </a:cubicBezTo>
                    <a:cubicBezTo>
                      <a:pt x="239" y="389"/>
                      <a:pt x="254" y="389"/>
                      <a:pt x="284" y="374"/>
                    </a:cubicBezTo>
                    <a:cubicBezTo>
                      <a:pt x="299" y="374"/>
                      <a:pt x="329" y="344"/>
                      <a:pt x="344" y="329"/>
                    </a:cubicBezTo>
                    <a:cubicBezTo>
                      <a:pt x="359" y="314"/>
                      <a:pt x="374" y="299"/>
                      <a:pt x="374" y="269"/>
                    </a:cubicBezTo>
                    <a:cubicBezTo>
                      <a:pt x="388" y="254"/>
                      <a:pt x="388" y="224"/>
                      <a:pt x="388" y="194"/>
                    </a:cubicBezTo>
                    <a:cubicBezTo>
                      <a:pt x="388" y="150"/>
                      <a:pt x="374" y="90"/>
                      <a:pt x="329" y="60"/>
                    </a:cubicBezTo>
                    <a:cubicBezTo>
                      <a:pt x="299" y="15"/>
                      <a:pt x="254" y="0"/>
                      <a:pt x="19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6"/>
              <p:cNvSpPr/>
              <p:nvPr/>
            </p:nvSpPr>
            <p:spPr>
              <a:xfrm>
                <a:off x="-1418350" y="872275"/>
                <a:ext cx="40725" cy="132325"/>
              </a:xfrm>
              <a:custGeom>
                <a:rect b="b" l="l" r="r" t="t"/>
                <a:pathLst>
                  <a:path extrusionOk="0" h="5293" w="1629">
                    <a:moveTo>
                      <a:pt x="1582" y="1"/>
                    </a:moveTo>
                    <a:cubicBezTo>
                      <a:pt x="1578" y="1"/>
                      <a:pt x="1574" y="2"/>
                      <a:pt x="1569" y="7"/>
                    </a:cubicBezTo>
                    <a:lnTo>
                      <a:pt x="1554" y="7"/>
                    </a:lnTo>
                    <a:cubicBezTo>
                      <a:pt x="1539" y="7"/>
                      <a:pt x="1524" y="7"/>
                      <a:pt x="1509" y="22"/>
                    </a:cubicBezTo>
                    <a:cubicBezTo>
                      <a:pt x="1465" y="52"/>
                      <a:pt x="1435" y="82"/>
                      <a:pt x="1390" y="111"/>
                    </a:cubicBezTo>
                    <a:cubicBezTo>
                      <a:pt x="1375" y="126"/>
                      <a:pt x="1375" y="156"/>
                      <a:pt x="1375" y="171"/>
                    </a:cubicBezTo>
                    <a:cubicBezTo>
                      <a:pt x="1375" y="186"/>
                      <a:pt x="1375" y="201"/>
                      <a:pt x="1390" y="216"/>
                    </a:cubicBezTo>
                    <a:cubicBezTo>
                      <a:pt x="1405" y="216"/>
                      <a:pt x="1420" y="231"/>
                      <a:pt x="1435" y="231"/>
                    </a:cubicBezTo>
                    <a:lnTo>
                      <a:pt x="1450" y="231"/>
                    </a:lnTo>
                    <a:cubicBezTo>
                      <a:pt x="1450" y="231"/>
                      <a:pt x="1465" y="216"/>
                      <a:pt x="1480" y="216"/>
                    </a:cubicBezTo>
                    <a:cubicBezTo>
                      <a:pt x="1524" y="186"/>
                      <a:pt x="1569" y="141"/>
                      <a:pt x="1614" y="111"/>
                    </a:cubicBezTo>
                    <a:cubicBezTo>
                      <a:pt x="1629" y="96"/>
                      <a:pt x="1629" y="82"/>
                      <a:pt x="1629" y="67"/>
                    </a:cubicBezTo>
                    <a:cubicBezTo>
                      <a:pt x="1629" y="52"/>
                      <a:pt x="1614" y="37"/>
                      <a:pt x="1614" y="22"/>
                    </a:cubicBezTo>
                    <a:cubicBezTo>
                      <a:pt x="1603" y="11"/>
                      <a:pt x="1593" y="1"/>
                      <a:pt x="1582" y="1"/>
                    </a:cubicBezTo>
                    <a:close/>
                    <a:moveTo>
                      <a:pt x="1092" y="588"/>
                    </a:moveTo>
                    <a:cubicBezTo>
                      <a:pt x="1071" y="588"/>
                      <a:pt x="1049" y="597"/>
                      <a:pt x="1031" y="619"/>
                    </a:cubicBezTo>
                    <a:cubicBezTo>
                      <a:pt x="344" y="1665"/>
                      <a:pt x="1" y="2949"/>
                      <a:pt x="76" y="4189"/>
                    </a:cubicBezTo>
                    <a:cubicBezTo>
                      <a:pt x="91" y="4547"/>
                      <a:pt x="150" y="4906"/>
                      <a:pt x="240" y="5249"/>
                    </a:cubicBezTo>
                    <a:cubicBezTo>
                      <a:pt x="246" y="5279"/>
                      <a:pt x="269" y="5293"/>
                      <a:pt x="293" y="5293"/>
                    </a:cubicBezTo>
                    <a:cubicBezTo>
                      <a:pt x="329" y="5293"/>
                      <a:pt x="368" y="5264"/>
                      <a:pt x="359" y="5219"/>
                    </a:cubicBezTo>
                    <a:cubicBezTo>
                      <a:pt x="61" y="4025"/>
                      <a:pt x="180" y="2740"/>
                      <a:pt x="658" y="1605"/>
                    </a:cubicBezTo>
                    <a:cubicBezTo>
                      <a:pt x="792" y="1276"/>
                      <a:pt x="957" y="978"/>
                      <a:pt x="1151" y="679"/>
                    </a:cubicBezTo>
                    <a:cubicBezTo>
                      <a:pt x="1182" y="637"/>
                      <a:pt x="1140" y="588"/>
                      <a:pt x="1092" y="5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1" name="Google Shape;1281;p6"/>
            <p:cNvGrpSpPr/>
            <p:nvPr/>
          </p:nvGrpSpPr>
          <p:grpSpPr>
            <a:xfrm flipH="1" rot="5399946">
              <a:off x="5450145" y="1570069"/>
              <a:ext cx="2762439" cy="1908644"/>
              <a:chOff x="-3498900" y="598825"/>
              <a:chExt cx="435400" cy="300825"/>
            </a:xfrm>
          </p:grpSpPr>
          <p:sp>
            <p:nvSpPr>
              <p:cNvPr id="1282" name="Google Shape;1282;p6"/>
              <p:cNvSpPr/>
              <p:nvPr/>
            </p:nvSpPr>
            <p:spPr>
              <a:xfrm>
                <a:off x="-3156500" y="598825"/>
                <a:ext cx="93000" cy="67525"/>
              </a:xfrm>
              <a:custGeom>
                <a:rect b="b" l="l" r="r" t="t"/>
                <a:pathLst>
                  <a:path extrusionOk="0" h="2701" w="3720">
                    <a:moveTo>
                      <a:pt x="3253" y="0"/>
                    </a:moveTo>
                    <a:cubicBezTo>
                      <a:pt x="2769" y="0"/>
                      <a:pt x="2333" y="136"/>
                      <a:pt x="1957" y="340"/>
                    </a:cubicBezTo>
                    <a:cubicBezTo>
                      <a:pt x="1464" y="624"/>
                      <a:pt x="1046" y="1027"/>
                      <a:pt x="658" y="1446"/>
                    </a:cubicBezTo>
                    <a:cubicBezTo>
                      <a:pt x="748" y="1237"/>
                      <a:pt x="852" y="1013"/>
                      <a:pt x="957" y="788"/>
                    </a:cubicBezTo>
                    <a:lnTo>
                      <a:pt x="957" y="788"/>
                    </a:lnTo>
                    <a:cubicBezTo>
                      <a:pt x="688" y="893"/>
                      <a:pt x="494" y="1147"/>
                      <a:pt x="314" y="1386"/>
                    </a:cubicBezTo>
                    <a:cubicBezTo>
                      <a:pt x="150" y="1610"/>
                      <a:pt x="46" y="1804"/>
                      <a:pt x="1" y="2088"/>
                    </a:cubicBezTo>
                    <a:lnTo>
                      <a:pt x="434" y="2700"/>
                    </a:lnTo>
                    <a:cubicBezTo>
                      <a:pt x="1211" y="2581"/>
                      <a:pt x="1927" y="2431"/>
                      <a:pt x="2570" y="2043"/>
                    </a:cubicBezTo>
                    <a:cubicBezTo>
                      <a:pt x="2424" y="1976"/>
                      <a:pt x="2270" y="1942"/>
                      <a:pt x="2127" y="1942"/>
                    </a:cubicBezTo>
                    <a:cubicBezTo>
                      <a:pt x="2079" y="1942"/>
                      <a:pt x="2032" y="1946"/>
                      <a:pt x="1987" y="1953"/>
                    </a:cubicBezTo>
                    <a:cubicBezTo>
                      <a:pt x="2540" y="1744"/>
                      <a:pt x="2928" y="1281"/>
                      <a:pt x="3212" y="744"/>
                    </a:cubicBezTo>
                    <a:cubicBezTo>
                      <a:pt x="3331" y="460"/>
                      <a:pt x="3451" y="161"/>
                      <a:pt x="3720" y="42"/>
                    </a:cubicBezTo>
                    <a:cubicBezTo>
                      <a:pt x="3560" y="13"/>
                      <a:pt x="3404" y="0"/>
                      <a:pt x="325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6"/>
              <p:cNvSpPr/>
              <p:nvPr/>
            </p:nvSpPr>
            <p:spPr>
              <a:xfrm>
                <a:off x="-3498900" y="657700"/>
                <a:ext cx="354375" cy="241950"/>
              </a:xfrm>
              <a:custGeom>
                <a:rect b="b" l="l" r="r" t="t"/>
                <a:pathLst>
                  <a:path extrusionOk="0" h="9678" w="14175">
                    <a:moveTo>
                      <a:pt x="13796" y="1"/>
                    </a:moveTo>
                    <a:cubicBezTo>
                      <a:pt x="13105" y="1"/>
                      <a:pt x="9961" y="1853"/>
                      <a:pt x="6453" y="4333"/>
                    </a:cubicBezTo>
                    <a:cubicBezTo>
                      <a:pt x="2749" y="6962"/>
                      <a:pt x="1" y="9307"/>
                      <a:pt x="240" y="9635"/>
                    </a:cubicBezTo>
                    <a:cubicBezTo>
                      <a:pt x="259" y="9664"/>
                      <a:pt x="299" y="9678"/>
                      <a:pt x="358" y="9678"/>
                    </a:cubicBezTo>
                    <a:cubicBezTo>
                      <a:pt x="1006" y="9678"/>
                      <a:pt x="3939" y="7986"/>
                      <a:pt x="7349" y="5603"/>
                    </a:cubicBezTo>
                    <a:cubicBezTo>
                      <a:pt x="11188" y="2914"/>
                      <a:pt x="14175" y="390"/>
                      <a:pt x="13921" y="47"/>
                    </a:cubicBezTo>
                    <a:cubicBezTo>
                      <a:pt x="13900" y="16"/>
                      <a:pt x="13858" y="1"/>
                      <a:pt x="1379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6"/>
              <p:cNvSpPr/>
              <p:nvPr/>
            </p:nvSpPr>
            <p:spPr>
              <a:xfrm>
                <a:off x="-3244625" y="651000"/>
                <a:ext cx="98975" cy="80325"/>
              </a:xfrm>
              <a:custGeom>
                <a:rect b="b" l="l" r="r" t="t"/>
                <a:pathLst>
                  <a:path extrusionOk="0" h="3213" w="3959">
                    <a:moveTo>
                      <a:pt x="3526" y="1"/>
                    </a:moveTo>
                    <a:lnTo>
                      <a:pt x="1" y="2122"/>
                    </a:lnTo>
                    <a:lnTo>
                      <a:pt x="778" y="3212"/>
                    </a:lnTo>
                    <a:lnTo>
                      <a:pt x="3959" y="613"/>
                    </a:lnTo>
                    <a:lnTo>
                      <a:pt x="3526"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6"/>
              <p:cNvSpPr/>
              <p:nvPr/>
            </p:nvSpPr>
            <p:spPr>
              <a:xfrm>
                <a:off x="-3240500" y="654000"/>
                <a:ext cx="90375" cy="75075"/>
              </a:xfrm>
              <a:custGeom>
                <a:rect b="b" l="l" r="r" t="t"/>
                <a:pathLst>
                  <a:path extrusionOk="0" h="3003" w="3615">
                    <a:moveTo>
                      <a:pt x="3167" y="0"/>
                    </a:moveTo>
                    <a:lnTo>
                      <a:pt x="3062" y="60"/>
                    </a:lnTo>
                    <a:cubicBezTo>
                      <a:pt x="3211" y="284"/>
                      <a:pt x="3361" y="493"/>
                      <a:pt x="3525" y="702"/>
                    </a:cubicBezTo>
                    <a:lnTo>
                      <a:pt x="3615" y="643"/>
                    </a:lnTo>
                    <a:cubicBezTo>
                      <a:pt x="3450" y="434"/>
                      <a:pt x="3301" y="224"/>
                      <a:pt x="3167" y="0"/>
                    </a:cubicBezTo>
                    <a:close/>
                    <a:moveTo>
                      <a:pt x="374" y="1673"/>
                    </a:moveTo>
                    <a:lnTo>
                      <a:pt x="269" y="1748"/>
                    </a:lnTo>
                    <a:cubicBezTo>
                      <a:pt x="478" y="2121"/>
                      <a:pt x="702" y="2480"/>
                      <a:pt x="956" y="2808"/>
                    </a:cubicBezTo>
                    <a:lnTo>
                      <a:pt x="1046" y="2734"/>
                    </a:lnTo>
                    <a:cubicBezTo>
                      <a:pt x="792" y="2405"/>
                      <a:pt x="568" y="2047"/>
                      <a:pt x="374" y="1673"/>
                    </a:cubicBezTo>
                    <a:close/>
                    <a:moveTo>
                      <a:pt x="90" y="1837"/>
                    </a:moveTo>
                    <a:lnTo>
                      <a:pt x="0" y="1897"/>
                    </a:lnTo>
                    <a:cubicBezTo>
                      <a:pt x="239" y="2271"/>
                      <a:pt x="478" y="2629"/>
                      <a:pt x="732" y="3002"/>
                    </a:cubicBezTo>
                    <a:lnTo>
                      <a:pt x="822" y="2928"/>
                    </a:lnTo>
                    <a:cubicBezTo>
                      <a:pt x="568" y="2569"/>
                      <a:pt x="329" y="2211"/>
                      <a:pt x="90" y="183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86" name="Google Shape;1286;p6"/>
          <p:cNvSpPr txBox="1"/>
          <p:nvPr/>
        </p:nvSpPr>
        <p:spPr>
          <a:xfrm>
            <a:off x="267350" y="1999275"/>
            <a:ext cx="1795800" cy="48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Roboto"/>
                <a:ea typeface="Roboto"/>
                <a:cs typeface="Roboto"/>
                <a:sym typeface="Roboto"/>
              </a:rPr>
              <a:t>Usecase tổng quan </a:t>
            </a:r>
            <a:endParaRPr b="0" i="0" sz="2800" u="none" cap="none" strike="noStrike">
              <a:solidFill>
                <a:schemeClr val="dk1"/>
              </a:solidFill>
              <a:latin typeface="Roboto"/>
              <a:ea typeface="Roboto"/>
              <a:cs typeface="Roboto"/>
              <a:sym typeface="Roboto"/>
            </a:endParaRPr>
          </a:p>
        </p:txBody>
      </p:sp>
      <p:pic>
        <p:nvPicPr>
          <p:cNvPr id="1287" name="Google Shape;1287;p6"/>
          <p:cNvPicPr preferRelativeResize="0"/>
          <p:nvPr/>
        </p:nvPicPr>
        <p:blipFill rotWithShape="1">
          <a:blip r:embed="rId3">
            <a:alphaModFix/>
          </a:blip>
          <a:srcRect b="0" l="0" r="0" t="0"/>
          <a:stretch/>
        </p:blipFill>
        <p:spPr>
          <a:xfrm>
            <a:off x="2464125" y="-1"/>
            <a:ext cx="5061604"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pic>
        <p:nvPicPr>
          <p:cNvPr descr="A diagram of a person with text&#10;&#10;AI-generated content may be incorrect." id="1292" name="Google Shape;1292;p7"/>
          <p:cNvPicPr preferRelativeResize="0"/>
          <p:nvPr/>
        </p:nvPicPr>
        <p:blipFill rotWithShape="1">
          <a:blip r:embed="rId3">
            <a:alphaModFix/>
          </a:blip>
          <a:srcRect b="0" l="0" r="0" t="0"/>
          <a:stretch/>
        </p:blipFill>
        <p:spPr>
          <a:xfrm>
            <a:off x="448825" y="1186276"/>
            <a:ext cx="3861251" cy="2922725"/>
          </a:xfrm>
          <a:prstGeom prst="rect">
            <a:avLst/>
          </a:prstGeom>
          <a:noFill/>
          <a:ln>
            <a:noFill/>
          </a:ln>
        </p:spPr>
      </p:pic>
      <p:pic>
        <p:nvPicPr>
          <p:cNvPr descr="A diagram of a person with text&#10;&#10;AI-generated content may be incorrect." id="1293" name="Google Shape;1293;p7"/>
          <p:cNvPicPr preferRelativeResize="0"/>
          <p:nvPr/>
        </p:nvPicPr>
        <p:blipFill rotWithShape="1">
          <a:blip r:embed="rId4">
            <a:alphaModFix/>
          </a:blip>
          <a:srcRect b="0" l="0" r="0" t="0"/>
          <a:stretch/>
        </p:blipFill>
        <p:spPr>
          <a:xfrm>
            <a:off x="4872925" y="1267963"/>
            <a:ext cx="3645374" cy="2759350"/>
          </a:xfrm>
          <a:prstGeom prst="rect">
            <a:avLst/>
          </a:prstGeom>
          <a:noFill/>
          <a:ln>
            <a:noFill/>
          </a:ln>
        </p:spPr>
      </p:pic>
      <p:sp>
        <p:nvSpPr>
          <p:cNvPr id="1294" name="Google Shape;1294;p7"/>
          <p:cNvSpPr txBox="1"/>
          <p:nvPr/>
        </p:nvSpPr>
        <p:spPr>
          <a:xfrm>
            <a:off x="448825" y="0"/>
            <a:ext cx="3000000" cy="828000"/>
          </a:xfrm>
          <a:prstGeom prst="rect">
            <a:avLst/>
          </a:prstGeom>
          <a:noFill/>
          <a:ln>
            <a:noFill/>
          </a:ln>
        </p:spPr>
        <p:txBody>
          <a:bodyPr anchorCtr="0" anchor="t" bIns="91425" lIns="91425" spcFirstLastPara="1" rIns="91425" wrap="square" tIns="91425">
            <a:spAutoFit/>
          </a:bodyPr>
          <a:lstStyle/>
          <a:p>
            <a:pPr indent="0" lvl="0" marL="0" marR="0" rtl="0" algn="just">
              <a:lnSpc>
                <a:spcPct val="120000"/>
              </a:lnSpc>
              <a:spcBef>
                <a:spcPts val="600"/>
              </a:spcBef>
              <a:spcAft>
                <a:spcPts val="0"/>
              </a:spcAft>
              <a:buClr>
                <a:srgbClr val="000000"/>
              </a:buClr>
              <a:buSzPts val="1900"/>
              <a:buFont typeface="Arial"/>
              <a:buNone/>
            </a:pPr>
            <a:r>
              <a:rPr b="0" i="0" lang="en" sz="1900" u="none" cap="none" strike="noStrike">
                <a:solidFill>
                  <a:schemeClr val="dk1"/>
                </a:solidFill>
                <a:latin typeface="Roboto"/>
                <a:ea typeface="Roboto"/>
                <a:cs typeface="Roboto"/>
                <a:sym typeface="Roboto"/>
              </a:rPr>
              <a:t>Phân rã use case Quản lý khoản thu</a:t>
            </a:r>
            <a:endParaRPr b="0" i="0" sz="2000" u="none" cap="none" strike="noStrike">
              <a:solidFill>
                <a:srgbClr val="000000"/>
              </a:solidFill>
              <a:latin typeface="Roboto"/>
              <a:ea typeface="Roboto"/>
              <a:cs typeface="Roboto"/>
              <a:sym typeface="Roboto"/>
            </a:endParaRPr>
          </a:p>
        </p:txBody>
      </p:sp>
      <p:sp>
        <p:nvSpPr>
          <p:cNvPr id="1295" name="Google Shape;1295;p7"/>
          <p:cNvSpPr txBox="1"/>
          <p:nvPr/>
        </p:nvSpPr>
        <p:spPr>
          <a:xfrm>
            <a:off x="4872925" y="0"/>
            <a:ext cx="3000000" cy="828000"/>
          </a:xfrm>
          <a:prstGeom prst="rect">
            <a:avLst/>
          </a:prstGeom>
          <a:noFill/>
          <a:ln>
            <a:noFill/>
          </a:ln>
        </p:spPr>
        <p:txBody>
          <a:bodyPr anchorCtr="0" anchor="t" bIns="91425" lIns="91425" spcFirstLastPara="1" rIns="91425" wrap="square" tIns="91425">
            <a:spAutoFit/>
          </a:bodyPr>
          <a:lstStyle/>
          <a:p>
            <a:pPr indent="0" lvl="0" marL="0" marR="0" rtl="0" algn="just">
              <a:lnSpc>
                <a:spcPct val="120000"/>
              </a:lnSpc>
              <a:spcBef>
                <a:spcPts val="600"/>
              </a:spcBef>
              <a:spcAft>
                <a:spcPts val="0"/>
              </a:spcAft>
              <a:buClr>
                <a:srgbClr val="000000"/>
              </a:buClr>
              <a:buSzPts val="1900"/>
              <a:buFont typeface="Arial"/>
              <a:buNone/>
            </a:pPr>
            <a:r>
              <a:rPr b="0" i="0" lang="en" sz="1900" u="none" cap="none" strike="noStrike">
                <a:solidFill>
                  <a:schemeClr val="dk1"/>
                </a:solidFill>
                <a:latin typeface="Roboto"/>
                <a:ea typeface="Roboto"/>
                <a:cs typeface="Roboto"/>
                <a:sym typeface="Roboto"/>
              </a:rPr>
              <a:t>Phân rã use case Quản lý đợt thu phí</a:t>
            </a:r>
            <a:endParaRPr b="0" i="0" sz="1900" u="none" cap="none" strike="noStrike">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8"/>
          <p:cNvSpPr txBox="1"/>
          <p:nvPr/>
        </p:nvSpPr>
        <p:spPr>
          <a:xfrm>
            <a:off x="448825" y="0"/>
            <a:ext cx="68748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20000"/>
              </a:lnSpc>
              <a:spcBef>
                <a:spcPts val="600"/>
              </a:spcBef>
              <a:spcAft>
                <a:spcPts val="0"/>
              </a:spcAft>
              <a:buClr>
                <a:srgbClr val="000000"/>
              </a:buClr>
              <a:buSzPts val="1900"/>
              <a:buFont typeface="Arial"/>
              <a:buNone/>
            </a:pPr>
            <a:r>
              <a:rPr b="0" i="0" lang="en" sz="1900" u="none" cap="none" strike="noStrike">
                <a:solidFill>
                  <a:schemeClr val="dk1"/>
                </a:solidFill>
                <a:latin typeface="Roboto"/>
                <a:ea typeface="Roboto"/>
                <a:cs typeface="Roboto"/>
                <a:sym typeface="Roboto"/>
              </a:rPr>
              <a:t>Phân rã use case Quản lý hộ khẩu và nhân khẩu</a:t>
            </a:r>
            <a:endParaRPr b="0" i="0" sz="2000" u="none" cap="none" strike="noStrike">
              <a:solidFill>
                <a:srgbClr val="000000"/>
              </a:solidFill>
              <a:latin typeface="Roboto"/>
              <a:ea typeface="Roboto"/>
              <a:cs typeface="Roboto"/>
              <a:sym typeface="Roboto"/>
            </a:endParaRPr>
          </a:p>
        </p:txBody>
      </p:sp>
      <p:pic>
        <p:nvPicPr>
          <p:cNvPr id="1301" name="Google Shape;1301;p8"/>
          <p:cNvPicPr preferRelativeResize="0"/>
          <p:nvPr/>
        </p:nvPicPr>
        <p:blipFill rotWithShape="1">
          <a:blip r:embed="rId3">
            <a:alphaModFix/>
          </a:blip>
          <a:srcRect b="0" l="0" r="0" t="0"/>
          <a:stretch/>
        </p:blipFill>
        <p:spPr>
          <a:xfrm>
            <a:off x="549275" y="477000"/>
            <a:ext cx="8123774" cy="4019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9"/>
          <p:cNvSpPr txBox="1"/>
          <p:nvPr/>
        </p:nvSpPr>
        <p:spPr>
          <a:xfrm>
            <a:off x="746125" y="0"/>
            <a:ext cx="45456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000"/>
              </a:spcBef>
              <a:spcAft>
                <a:spcPts val="300"/>
              </a:spcAft>
              <a:buClr>
                <a:srgbClr val="000000"/>
              </a:buClr>
              <a:buSzPts val="1800"/>
              <a:buFont typeface="Arial"/>
              <a:buNone/>
            </a:pPr>
            <a:r>
              <a:rPr b="0" i="0" lang="en" sz="1800" u="none" cap="none" strike="noStrike">
                <a:solidFill>
                  <a:schemeClr val="dk1"/>
                </a:solidFill>
                <a:latin typeface="Roboto"/>
                <a:ea typeface="Roboto"/>
                <a:cs typeface="Roboto"/>
                <a:sym typeface="Roboto"/>
              </a:rPr>
              <a:t>Thiết kế tổng quan - Phân cấp lớp</a:t>
            </a:r>
            <a:endParaRPr b="0" i="0" sz="1800" u="none" cap="none" strike="noStrike">
              <a:solidFill>
                <a:srgbClr val="000000"/>
              </a:solidFill>
              <a:latin typeface="Roboto"/>
              <a:ea typeface="Roboto"/>
              <a:cs typeface="Roboto"/>
              <a:sym typeface="Roboto"/>
            </a:endParaRPr>
          </a:p>
        </p:txBody>
      </p:sp>
      <p:pic>
        <p:nvPicPr>
          <p:cNvPr id="1307" name="Google Shape;1307;p9"/>
          <p:cNvPicPr preferRelativeResize="0"/>
          <p:nvPr/>
        </p:nvPicPr>
        <p:blipFill rotWithShape="1">
          <a:blip r:embed="rId3">
            <a:alphaModFix/>
          </a:blip>
          <a:srcRect b="0" l="0" r="0" t="0"/>
          <a:stretch/>
        </p:blipFill>
        <p:spPr>
          <a:xfrm>
            <a:off x="746125" y="541075"/>
            <a:ext cx="7672925" cy="4355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0"/>
          <p:cNvSpPr txBox="1"/>
          <p:nvPr/>
        </p:nvSpPr>
        <p:spPr>
          <a:xfrm>
            <a:off x="448825" y="0"/>
            <a:ext cx="68748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20000"/>
              </a:lnSpc>
              <a:spcBef>
                <a:spcPts val="600"/>
              </a:spcBef>
              <a:spcAft>
                <a:spcPts val="0"/>
              </a:spcAft>
              <a:buClr>
                <a:srgbClr val="000000"/>
              </a:buClr>
              <a:buSzPts val="1900"/>
              <a:buFont typeface="Arial"/>
              <a:buNone/>
            </a:pPr>
            <a:r>
              <a:rPr b="0" i="0" lang="en" sz="1900" u="none" cap="none" strike="noStrike">
                <a:solidFill>
                  <a:schemeClr val="dk1"/>
                </a:solidFill>
                <a:latin typeface="Roboto"/>
                <a:ea typeface="Roboto"/>
                <a:cs typeface="Roboto"/>
                <a:sym typeface="Roboto"/>
              </a:rPr>
              <a:t>Quy trình nghiệp vụ quản lý hộ khẩu và nhân khẩu</a:t>
            </a:r>
            <a:endParaRPr b="0" i="0" sz="1900" u="none" cap="none" strike="noStrike">
              <a:solidFill>
                <a:schemeClr val="dk1"/>
              </a:solidFill>
              <a:latin typeface="Roboto"/>
              <a:ea typeface="Roboto"/>
              <a:cs typeface="Roboto"/>
              <a:sym typeface="Roboto"/>
            </a:endParaRPr>
          </a:p>
        </p:txBody>
      </p:sp>
      <p:pic>
        <p:nvPicPr>
          <p:cNvPr id="1313" name="Google Shape;1313;p10" title="Quản lý hộ khẩu và nhân khẩu.png"/>
          <p:cNvPicPr preferRelativeResize="0"/>
          <p:nvPr/>
        </p:nvPicPr>
        <p:blipFill rotWithShape="1">
          <a:blip r:embed="rId3">
            <a:alphaModFix/>
          </a:blip>
          <a:srcRect b="0" l="0" r="8122" t="0"/>
          <a:stretch/>
        </p:blipFill>
        <p:spPr>
          <a:xfrm>
            <a:off x="2093675" y="531375"/>
            <a:ext cx="5128975" cy="4513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1"/>
          <p:cNvSpPr txBox="1"/>
          <p:nvPr/>
        </p:nvSpPr>
        <p:spPr>
          <a:xfrm>
            <a:off x="448825" y="0"/>
            <a:ext cx="68748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20000"/>
              </a:lnSpc>
              <a:spcBef>
                <a:spcPts val="600"/>
              </a:spcBef>
              <a:spcAft>
                <a:spcPts val="0"/>
              </a:spcAft>
              <a:buClr>
                <a:srgbClr val="000000"/>
              </a:buClr>
              <a:buSzPts val="1900"/>
              <a:buFont typeface="Arial"/>
              <a:buNone/>
            </a:pPr>
            <a:r>
              <a:rPr b="0" i="0" lang="en" sz="1900" u="none" cap="none" strike="noStrike">
                <a:solidFill>
                  <a:schemeClr val="dk1"/>
                </a:solidFill>
                <a:latin typeface="Roboto"/>
                <a:ea typeface="Roboto"/>
                <a:cs typeface="Roboto"/>
                <a:sym typeface="Roboto"/>
              </a:rPr>
              <a:t>Quy trình nghiệp vụ quản lý thu phí và đóng góp</a:t>
            </a:r>
            <a:endParaRPr b="0" i="0" sz="1900" u="none" cap="none" strike="noStrike">
              <a:solidFill>
                <a:schemeClr val="dk1"/>
              </a:solidFill>
              <a:latin typeface="Roboto"/>
              <a:ea typeface="Roboto"/>
              <a:cs typeface="Roboto"/>
              <a:sym typeface="Roboto"/>
            </a:endParaRPr>
          </a:p>
        </p:txBody>
      </p:sp>
      <p:pic>
        <p:nvPicPr>
          <p:cNvPr id="1319" name="Google Shape;1319;p11" title="Quản lý thu phí và đóng góp.png"/>
          <p:cNvPicPr preferRelativeResize="0"/>
          <p:nvPr/>
        </p:nvPicPr>
        <p:blipFill rotWithShape="1">
          <a:blip r:embed="rId3">
            <a:alphaModFix/>
          </a:blip>
          <a:srcRect b="0" l="0" r="0" t="0"/>
          <a:stretch/>
        </p:blipFill>
        <p:spPr>
          <a:xfrm>
            <a:off x="1667375" y="477000"/>
            <a:ext cx="5809253" cy="4361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2"/>
          <p:cNvSpPr txBox="1"/>
          <p:nvPr>
            <p:ph type="title"/>
          </p:nvPr>
        </p:nvSpPr>
        <p:spPr>
          <a:xfrm>
            <a:off x="890550" y="1817175"/>
            <a:ext cx="5394000" cy="1463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3000"/>
              <a:buNone/>
            </a:pPr>
            <a:r>
              <a:rPr b="0" lang="en" sz="4000">
                <a:latin typeface="Roboto"/>
                <a:ea typeface="Roboto"/>
                <a:cs typeface="Roboto"/>
                <a:sym typeface="Roboto"/>
              </a:rPr>
              <a:t>Thiết kế</a:t>
            </a:r>
            <a:endParaRPr b="0" sz="4000">
              <a:latin typeface="Roboto"/>
              <a:ea typeface="Roboto"/>
              <a:cs typeface="Roboto"/>
              <a:sym typeface="Roboto"/>
            </a:endParaRPr>
          </a:p>
          <a:p>
            <a:pPr indent="0" lvl="0" marL="0" rtl="0" algn="l">
              <a:lnSpc>
                <a:spcPct val="100000"/>
              </a:lnSpc>
              <a:spcBef>
                <a:spcPts val="0"/>
              </a:spcBef>
              <a:spcAft>
                <a:spcPts val="0"/>
              </a:spcAft>
              <a:buSzPts val="3000"/>
              <a:buNone/>
            </a:pPr>
            <a:r>
              <a:t/>
            </a:r>
            <a:endParaRPr b="0" sz="4000">
              <a:latin typeface="Roboto"/>
              <a:ea typeface="Roboto"/>
              <a:cs typeface="Roboto"/>
              <a:sym typeface="Roboto"/>
            </a:endParaRPr>
          </a:p>
        </p:txBody>
      </p:sp>
      <p:sp>
        <p:nvSpPr>
          <p:cNvPr id="1325" name="Google Shape;1325;p12"/>
          <p:cNvSpPr txBox="1"/>
          <p:nvPr>
            <p:ph idx="4294967295" type="title"/>
          </p:nvPr>
        </p:nvSpPr>
        <p:spPr>
          <a:xfrm>
            <a:off x="868375" y="901275"/>
            <a:ext cx="1652100" cy="91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6000">
                <a:solidFill>
                  <a:schemeClr val="dk2"/>
                </a:solidFill>
              </a:rPr>
              <a:t>03</a:t>
            </a:r>
            <a:endParaRPr sz="6000">
              <a:solidFill>
                <a:schemeClr val="dk2"/>
              </a:solidFill>
            </a:endParaRPr>
          </a:p>
        </p:txBody>
      </p:sp>
      <p:grpSp>
        <p:nvGrpSpPr>
          <p:cNvPr id="1326" name="Google Shape;1326;p12"/>
          <p:cNvGrpSpPr/>
          <p:nvPr/>
        </p:nvGrpSpPr>
        <p:grpSpPr>
          <a:xfrm>
            <a:off x="4283844" y="136961"/>
            <a:ext cx="3345269" cy="4527721"/>
            <a:chOff x="6455785" y="339391"/>
            <a:chExt cx="2949972" cy="4264596"/>
          </a:xfrm>
        </p:grpSpPr>
        <p:grpSp>
          <p:nvGrpSpPr>
            <p:cNvPr id="1327" name="Google Shape;1327;p12"/>
            <p:cNvGrpSpPr/>
            <p:nvPr/>
          </p:nvGrpSpPr>
          <p:grpSpPr>
            <a:xfrm rot="-535818">
              <a:off x="7380029" y="1017157"/>
              <a:ext cx="1817823" cy="2820578"/>
              <a:chOff x="-3695300" y="2406050"/>
              <a:chExt cx="284175" cy="440925"/>
            </a:xfrm>
          </p:grpSpPr>
          <p:sp>
            <p:nvSpPr>
              <p:cNvPr id="1328" name="Google Shape;1328;p12"/>
              <p:cNvSpPr/>
              <p:nvPr/>
            </p:nvSpPr>
            <p:spPr>
              <a:xfrm>
                <a:off x="-3695300" y="2451900"/>
                <a:ext cx="243850" cy="393575"/>
              </a:xfrm>
              <a:custGeom>
                <a:rect b="b" l="l" r="r" t="t"/>
                <a:pathLst>
                  <a:path extrusionOk="0" h="15743" w="9754">
                    <a:moveTo>
                      <a:pt x="852" y="1"/>
                    </a:moveTo>
                    <a:cubicBezTo>
                      <a:pt x="852" y="1"/>
                      <a:pt x="553" y="538"/>
                      <a:pt x="434" y="986"/>
                    </a:cubicBezTo>
                    <a:cubicBezTo>
                      <a:pt x="0" y="5885"/>
                      <a:pt x="30" y="10829"/>
                      <a:pt x="478" y="15743"/>
                    </a:cubicBezTo>
                    <a:cubicBezTo>
                      <a:pt x="3570" y="15713"/>
                      <a:pt x="6662" y="15594"/>
                      <a:pt x="9753" y="15369"/>
                    </a:cubicBezTo>
                    <a:cubicBezTo>
                      <a:pt x="8857" y="10366"/>
                      <a:pt x="8424" y="5258"/>
                      <a:pt x="8469" y="165"/>
                    </a:cubicBezTo>
                    <a:cubicBezTo>
                      <a:pt x="6064" y="165"/>
                      <a:pt x="852" y="1"/>
                      <a:pt x="85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12"/>
              <p:cNvSpPr/>
              <p:nvPr/>
            </p:nvSpPr>
            <p:spPr>
              <a:xfrm>
                <a:off x="-3690450" y="2450025"/>
                <a:ext cx="251325" cy="395450"/>
              </a:xfrm>
              <a:custGeom>
                <a:rect b="b" l="l" r="r" t="t"/>
                <a:pathLst>
                  <a:path extrusionOk="0" h="15818" w="10053">
                    <a:moveTo>
                      <a:pt x="8275" y="1"/>
                    </a:moveTo>
                    <a:cubicBezTo>
                      <a:pt x="5870" y="76"/>
                      <a:pt x="658" y="90"/>
                      <a:pt x="658" y="90"/>
                    </a:cubicBezTo>
                    <a:cubicBezTo>
                      <a:pt x="658" y="90"/>
                      <a:pt x="389" y="628"/>
                      <a:pt x="269" y="1076"/>
                    </a:cubicBezTo>
                    <a:cubicBezTo>
                      <a:pt x="1" y="5990"/>
                      <a:pt x="180" y="10919"/>
                      <a:pt x="792" y="15818"/>
                    </a:cubicBezTo>
                    <a:cubicBezTo>
                      <a:pt x="3884" y="15698"/>
                      <a:pt x="6976" y="15474"/>
                      <a:pt x="10052" y="15146"/>
                    </a:cubicBezTo>
                    <a:cubicBezTo>
                      <a:pt x="8992" y="10172"/>
                      <a:pt x="8409" y="5079"/>
                      <a:pt x="827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2"/>
              <p:cNvSpPr/>
              <p:nvPr/>
            </p:nvSpPr>
            <p:spPr>
              <a:xfrm>
                <a:off x="-3682225" y="2439200"/>
                <a:ext cx="263625" cy="405175"/>
              </a:xfrm>
              <a:custGeom>
                <a:rect b="b" l="l" r="r" t="t"/>
                <a:pathLst>
                  <a:path extrusionOk="0" h="16207" w="10545">
                    <a:moveTo>
                      <a:pt x="7931" y="1"/>
                    </a:moveTo>
                    <a:cubicBezTo>
                      <a:pt x="5526" y="210"/>
                      <a:pt x="329" y="509"/>
                      <a:pt x="329" y="509"/>
                    </a:cubicBezTo>
                    <a:cubicBezTo>
                      <a:pt x="329" y="509"/>
                      <a:pt x="90" y="1076"/>
                      <a:pt x="0" y="1524"/>
                    </a:cubicBezTo>
                    <a:cubicBezTo>
                      <a:pt x="15" y="6438"/>
                      <a:pt x="463" y="11367"/>
                      <a:pt x="1359" y="16206"/>
                    </a:cubicBezTo>
                    <a:cubicBezTo>
                      <a:pt x="4436" y="15922"/>
                      <a:pt x="7498" y="15519"/>
                      <a:pt x="10545" y="15026"/>
                    </a:cubicBezTo>
                    <a:cubicBezTo>
                      <a:pt x="9216" y="10112"/>
                      <a:pt x="8334" y="5079"/>
                      <a:pt x="793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2"/>
              <p:cNvSpPr/>
              <p:nvPr/>
            </p:nvSpPr>
            <p:spPr>
              <a:xfrm>
                <a:off x="-3684475" y="2445550"/>
                <a:ext cx="273350" cy="386125"/>
              </a:xfrm>
              <a:custGeom>
                <a:rect b="b" l="l" r="r" t="t"/>
                <a:pathLst>
                  <a:path extrusionOk="0" h="15445" w="10934">
                    <a:moveTo>
                      <a:pt x="8394" y="1"/>
                    </a:moveTo>
                    <a:lnTo>
                      <a:pt x="8394" y="1"/>
                    </a:lnTo>
                    <a:cubicBezTo>
                      <a:pt x="5736" y="60"/>
                      <a:pt x="3092" y="120"/>
                      <a:pt x="419" y="150"/>
                    </a:cubicBezTo>
                    <a:cubicBezTo>
                      <a:pt x="1" y="5303"/>
                      <a:pt x="673" y="10545"/>
                      <a:pt x="2360" y="15444"/>
                    </a:cubicBezTo>
                    <a:cubicBezTo>
                      <a:pt x="5213" y="14981"/>
                      <a:pt x="8066" y="14518"/>
                      <a:pt x="10934" y="14070"/>
                    </a:cubicBezTo>
                    <a:cubicBezTo>
                      <a:pt x="10784" y="13786"/>
                      <a:pt x="10665" y="13488"/>
                      <a:pt x="10545" y="13189"/>
                    </a:cubicBezTo>
                    <a:cubicBezTo>
                      <a:pt x="10336" y="12696"/>
                      <a:pt x="10157" y="12188"/>
                      <a:pt x="10008" y="11665"/>
                    </a:cubicBezTo>
                    <a:cubicBezTo>
                      <a:pt x="8828" y="7902"/>
                      <a:pt x="8275" y="3944"/>
                      <a:pt x="83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2"/>
              <p:cNvSpPr/>
              <p:nvPr/>
            </p:nvSpPr>
            <p:spPr>
              <a:xfrm>
                <a:off x="-3676625" y="2446300"/>
                <a:ext cx="258775" cy="374175"/>
              </a:xfrm>
              <a:custGeom>
                <a:rect b="b" l="l" r="r" t="t"/>
                <a:pathLst>
                  <a:path extrusionOk="0" h="14967" w="10351">
                    <a:moveTo>
                      <a:pt x="2106" y="90"/>
                    </a:moveTo>
                    <a:lnTo>
                      <a:pt x="1449" y="105"/>
                    </a:lnTo>
                    <a:cubicBezTo>
                      <a:pt x="1434" y="120"/>
                      <a:pt x="1419" y="135"/>
                      <a:pt x="1419" y="150"/>
                    </a:cubicBezTo>
                    <a:cubicBezTo>
                      <a:pt x="1389" y="180"/>
                      <a:pt x="1374" y="210"/>
                      <a:pt x="1359" y="225"/>
                    </a:cubicBezTo>
                    <a:cubicBezTo>
                      <a:pt x="1329" y="254"/>
                      <a:pt x="1315" y="284"/>
                      <a:pt x="1300" y="299"/>
                    </a:cubicBezTo>
                    <a:lnTo>
                      <a:pt x="1285" y="284"/>
                    </a:lnTo>
                    <a:cubicBezTo>
                      <a:pt x="1270" y="269"/>
                      <a:pt x="1255" y="225"/>
                      <a:pt x="1240" y="180"/>
                    </a:cubicBezTo>
                    <a:cubicBezTo>
                      <a:pt x="1225" y="165"/>
                      <a:pt x="1210" y="135"/>
                      <a:pt x="1210" y="105"/>
                    </a:cubicBezTo>
                    <a:lnTo>
                      <a:pt x="568" y="120"/>
                    </a:lnTo>
                    <a:cubicBezTo>
                      <a:pt x="583" y="165"/>
                      <a:pt x="598" y="210"/>
                      <a:pt x="613" y="254"/>
                    </a:cubicBezTo>
                    <a:cubicBezTo>
                      <a:pt x="628" y="329"/>
                      <a:pt x="642" y="374"/>
                      <a:pt x="672" y="419"/>
                    </a:cubicBezTo>
                    <a:cubicBezTo>
                      <a:pt x="702" y="478"/>
                      <a:pt x="732" y="553"/>
                      <a:pt x="762" y="613"/>
                    </a:cubicBezTo>
                    <a:lnTo>
                      <a:pt x="777" y="628"/>
                    </a:lnTo>
                    <a:lnTo>
                      <a:pt x="807" y="658"/>
                    </a:lnTo>
                    <a:cubicBezTo>
                      <a:pt x="822" y="688"/>
                      <a:pt x="837" y="702"/>
                      <a:pt x="852" y="717"/>
                    </a:cubicBezTo>
                    <a:cubicBezTo>
                      <a:pt x="881" y="762"/>
                      <a:pt x="926" y="807"/>
                      <a:pt x="971" y="837"/>
                    </a:cubicBezTo>
                    <a:cubicBezTo>
                      <a:pt x="1046" y="897"/>
                      <a:pt x="1150" y="926"/>
                      <a:pt x="1255" y="926"/>
                    </a:cubicBezTo>
                    <a:cubicBezTo>
                      <a:pt x="1269" y="928"/>
                      <a:pt x="1283" y="928"/>
                      <a:pt x="1297" y="928"/>
                    </a:cubicBezTo>
                    <a:cubicBezTo>
                      <a:pt x="1447" y="928"/>
                      <a:pt x="1594" y="857"/>
                      <a:pt x="1703" y="747"/>
                    </a:cubicBezTo>
                    <a:cubicBezTo>
                      <a:pt x="1748" y="688"/>
                      <a:pt x="1793" y="658"/>
                      <a:pt x="1822" y="613"/>
                    </a:cubicBezTo>
                    <a:cubicBezTo>
                      <a:pt x="1852" y="583"/>
                      <a:pt x="1882" y="538"/>
                      <a:pt x="1912" y="493"/>
                    </a:cubicBezTo>
                    <a:cubicBezTo>
                      <a:pt x="2002" y="374"/>
                      <a:pt x="2061" y="239"/>
                      <a:pt x="2106" y="90"/>
                    </a:cubicBezTo>
                    <a:close/>
                    <a:moveTo>
                      <a:pt x="6871" y="0"/>
                    </a:moveTo>
                    <a:lnTo>
                      <a:pt x="6124" y="15"/>
                    </a:lnTo>
                    <a:cubicBezTo>
                      <a:pt x="6109" y="45"/>
                      <a:pt x="6094" y="75"/>
                      <a:pt x="6079" y="105"/>
                    </a:cubicBezTo>
                    <a:cubicBezTo>
                      <a:pt x="5989" y="299"/>
                      <a:pt x="5915" y="493"/>
                      <a:pt x="5885" y="688"/>
                    </a:cubicBezTo>
                    <a:cubicBezTo>
                      <a:pt x="5810" y="1091"/>
                      <a:pt x="5810" y="1509"/>
                      <a:pt x="5885" y="1897"/>
                    </a:cubicBezTo>
                    <a:cubicBezTo>
                      <a:pt x="5975" y="2301"/>
                      <a:pt x="6124" y="2674"/>
                      <a:pt x="6333" y="3003"/>
                    </a:cubicBezTo>
                    <a:cubicBezTo>
                      <a:pt x="6542" y="3346"/>
                      <a:pt x="6826" y="3645"/>
                      <a:pt x="7154" y="3884"/>
                    </a:cubicBezTo>
                    <a:cubicBezTo>
                      <a:pt x="7468" y="4123"/>
                      <a:pt x="7842" y="4302"/>
                      <a:pt x="8230" y="4392"/>
                    </a:cubicBezTo>
                    <a:cubicBezTo>
                      <a:pt x="8215" y="4168"/>
                      <a:pt x="8185" y="3944"/>
                      <a:pt x="8170" y="3734"/>
                    </a:cubicBezTo>
                    <a:cubicBezTo>
                      <a:pt x="7632" y="3555"/>
                      <a:pt x="7169" y="3167"/>
                      <a:pt x="6856" y="2674"/>
                    </a:cubicBezTo>
                    <a:cubicBezTo>
                      <a:pt x="6691" y="2405"/>
                      <a:pt x="6557" y="2091"/>
                      <a:pt x="6497" y="1778"/>
                    </a:cubicBezTo>
                    <a:cubicBezTo>
                      <a:pt x="6423" y="1464"/>
                      <a:pt x="6423" y="1136"/>
                      <a:pt x="6482" y="822"/>
                    </a:cubicBezTo>
                    <a:cubicBezTo>
                      <a:pt x="6542" y="508"/>
                      <a:pt x="6677" y="225"/>
                      <a:pt x="6871" y="0"/>
                    </a:cubicBezTo>
                    <a:close/>
                    <a:moveTo>
                      <a:pt x="45" y="5064"/>
                    </a:moveTo>
                    <a:lnTo>
                      <a:pt x="45" y="5079"/>
                    </a:lnTo>
                    <a:cubicBezTo>
                      <a:pt x="45" y="5079"/>
                      <a:pt x="45" y="5080"/>
                      <a:pt x="46" y="5080"/>
                    </a:cubicBezTo>
                    <a:lnTo>
                      <a:pt x="46" y="5080"/>
                    </a:lnTo>
                    <a:cubicBezTo>
                      <a:pt x="45" y="5075"/>
                      <a:pt x="45" y="5069"/>
                      <a:pt x="45" y="5064"/>
                    </a:cubicBezTo>
                    <a:close/>
                    <a:moveTo>
                      <a:pt x="3630" y="60"/>
                    </a:moveTo>
                    <a:lnTo>
                      <a:pt x="3002" y="75"/>
                    </a:lnTo>
                    <a:cubicBezTo>
                      <a:pt x="3002" y="329"/>
                      <a:pt x="3032" y="568"/>
                      <a:pt x="3092" y="807"/>
                    </a:cubicBezTo>
                    <a:cubicBezTo>
                      <a:pt x="3152" y="1076"/>
                      <a:pt x="3241" y="1345"/>
                      <a:pt x="3316" y="1599"/>
                    </a:cubicBezTo>
                    <a:cubicBezTo>
                      <a:pt x="3495" y="2106"/>
                      <a:pt x="3689" y="2614"/>
                      <a:pt x="3809" y="3092"/>
                    </a:cubicBezTo>
                    <a:cubicBezTo>
                      <a:pt x="3854" y="3331"/>
                      <a:pt x="3898" y="3570"/>
                      <a:pt x="3884" y="3794"/>
                    </a:cubicBezTo>
                    <a:cubicBezTo>
                      <a:pt x="3884" y="3899"/>
                      <a:pt x="3854" y="4018"/>
                      <a:pt x="3824" y="4108"/>
                    </a:cubicBezTo>
                    <a:cubicBezTo>
                      <a:pt x="3794" y="4227"/>
                      <a:pt x="3764" y="4317"/>
                      <a:pt x="3704" y="4407"/>
                    </a:cubicBezTo>
                    <a:cubicBezTo>
                      <a:pt x="3600" y="4586"/>
                      <a:pt x="3450" y="4720"/>
                      <a:pt x="3271" y="4780"/>
                    </a:cubicBezTo>
                    <a:cubicBezTo>
                      <a:pt x="3175" y="4812"/>
                      <a:pt x="3070" y="4827"/>
                      <a:pt x="2962" y="4827"/>
                    </a:cubicBezTo>
                    <a:cubicBezTo>
                      <a:pt x="2868" y="4827"/>
                      <a:pt x="2771" y="4816"/>
                      <a:pt x="2674" y="4795"/>
                    </a:cubicBezTo>
                    <a:cubicBezTo>
                      <a:pt x="2256" y="4690"/>
                      <a:pt x="1912" y="4362"/>
                      <a:pt x="1643" y="3958"/>
                    </a:cubicBezTo>
                    <a:cubicBezTo>
                      <a:pt x="1374" y="3555"/>
                      <a:pt x="1180" y="3062"/>
                      <a:pt x="911" y="2569"/>
                    </a:cubicBezTo>
                    <a:cubicBezTo>
                      <a:pt x="852" y="2450"/>
                      <a:pt x="777" y="2330"/>
                      <a:pt x="702" y="2211"/>
                    </a:cubicBezTo>
                    <a:cubicBezTo>
                      <a:pt x="672" y="2166"/>
                      <a:pt x="613" y="2091"/>
                      <a:pt x="568" y="2032"/>
                    </a:cubicBezTo>
                    <a:cubicBezTo>
                      <a:pt x="523" y="1972"/>
                      <a:pt x="478" y="1912"/>
                      <a:pt x="418" y="1853"/>
                    </a:cubicBezTo>
                    <a:cubicBezTo>
                      <a:pt x="314" y="1733"/>
                      <a:pt x="179" y="1628"/>
                      <a:pt x="15" y="1554"/>
                    </a:cubicBezTo>
                    <a:cubicBezTo>
                      <a:pt x="15" y="1808"/>
                      <a:pt x="0" y="2062"/>
                      <a:pt x="0" y="2301"/>
                    </a:cubicBezTo>
                    <a:cubicBezTo>
                      <a:pt x="30" y="2330"/>
                      <a:pt x="60" y="2360"/>
                      <a:pt x="75" y="2405"/>
                    </a:cubicBezTo>
                    <a:cubicBezTo>
                      <a:pt x="120" y="2435"/>
                      <a:pt x="150" y="2480"/>
                      <a:pt x="179" y="2540"/>
                    </a:cubicBezTo>
                    <a:cubicBezTo>
                      <a:pt x="239" y="2644"/>
                      <a:pt x="299" y="2749"/>
                      <a:pt x="359" y="2868"/>
                    </a:cubicBezTo>
                    <a:cubicBezTo>
                      <a:pt x="598" y="3301"/>
                      <a:pt x="807" y="3809"/>
                      <a:pt x="1120" y="4287"/>
                    </a:cubicBezTo>
                    <a:cubicBezTo>
                      <a:pt x="1285" y="4526"/>
                      <a:pt x="1464" y="4765"/>
                      <a:pt x="1703" y="4959"/>
                    </a:cubicBezTo>
                    <a:cubicBezTo>
                      <a:pt x="1822" y="5049"/>
                      <a:pt x="1942" y="5138"/>
                      <a:pt x="2091" y="5213"/>
                    </a:cubicBezTo>
                    <a:cubicBezTo>
                      <a:pt x="2226" y="5288"/>
                      <a:pt x="2375" y="5348"/>
                      <a:pt x="2524" y="5392"/>
                    </a:cubicBezTo>
                    <a:cubicBezTo>
                      <a:pt x="2663" y="5425"/>
                      <a:pt x="2804" y="5444"/>
                      <a:pt x="2947" y="5444"/>
                    </a:cubicBezTo>
                    <a:cubicBezTo>
                      <a:pt x="3128" y="5444"/>
                      <a:pt x="3312" y="5414"/>
                      <a:pt x="3495" y="5348"/>
                    </a:cubicBezTo>
                    <a:cubicBezTo>
                      <a:pt x="3659" y="5288"/>
                      <a:pt x="3809" y="5213"/>
                      <a:pt x="3928" y="5094"/>
                    </a:cubicBezTo>
                    <a:cubicBezTo>
                      <a:pt x="4063" y="4989"/>
                      <a:pt x="4167" y="4855"/>
                      <a:pt x="4242" y="4720"/>
                    </a:cubicBezTo>
                    <a:cubicBezTo>
                      <a:pt x="4421" y="4436"/>
                      <a:pt x="4496" y="4123"/>
                      <a:pt x="4511" y="3824"/>
                    </a:cubicBezTo>
                    <a:cubicBezTo>
                      <a:pt x="4526" y="3525"/>
                      <a:pt x="4481" y="3227"/>
                      <a:pt x="4421" y="2943"/>
                    </a:cubicBezTo>
                    <a:cubicBezTo>
                      <a:pt x="4287" y="2405"/>
                      <a:pt x="4078" y="1912"/>
                      <a:pt x="3913" y="1404"/>
                    </a:cubicBezTo>
                    <a:cubicBezTo>
                      <a:pt x="3824" y="1165"/>
                      <a:pt x="3764" y="912"/>
                      <a:pt x="3704" y="673"/>
                    </a:cubicBezTo>
                    <a:cubicBezTo>
                      <a:pt x="3659" y="478"/>
                      <a:pt x="3630" y="269"/>
                      <a:pt x="3630" y="60"/>
                    </a:cubicBezTo>
                    <a:close/>
                    <a:moveTo>
                      <a:pt x="8319" y="5392"/>
                    </a:moveTo>
                    <a:cubicBezTo>
                      <a:pt x="8110" y="5422"/>
                      <a:pt x="7901" y="5467"/>
                      <a:pt x="7677" y="5512"/>
                    </a:cubicBezTo>
                    <a:cubicBezTo>
                      <a:pt x="7468" y="5557"/>
                      <a:pt x="7259" y="5616"/>
                      <a:pt x="7050" y="5676"/>
                    </a:cubicBezTo>
                    <a:cubicBezTo>
                      <a:pt x="6841" y="5736"/>
                      <a:pt x="6632" y="5796"/>
                      <a:pt x="6408" y="5900"/>
                    </a:cubicBezTo>
                    <a:cubicBezTo>
                      <a:pt x="6199" y="5990"/>
                      <a:pt x="5989" y="6124"/>
                      <a:pt x="5795" y="6303"/>
                    </a:cubicBezTo>
                    <a:cubicBezTo>
                      <a:pt x="5601" y="6483"/>
                      <a:pt x="5452" y="6707"/>
                      <a:pt x="5392" y="6990"/>
                    </a:cubicBezTo>
                    <a:cubicBezTo>
                      <a:pt x="5347" y="7110"/>
                      <a:pt x="5332" y="7259"/>
                      <a:pt x="5347" y="7409"/>
                    </a:cubicBezTo>
                    <a:cubicBezTo>
                      <a:pt x="5362" y="7558"/>
                      <a:pt x="5407" y="7707"/>
                      <a:pt x="5467" y="7827"/>
                    </a:cubicBezTo>
                    <a:cubicBezTo>
                      <a:pt x="5616" y="8081"/>
                      <a:pt x="5810" y="8260"/>
                      <a:pt x="6049" y="8394"/>
                    </a:cubicBezTo>
                    <a:cubicBezTo>
                      <a:pt x="6273" y="8514"/>
                      <a:pt x="6512" y="8574"/>
                      <a:pt x="6751" y="8618"/>
                    </a:cubicBezTo>
                    <a:cubicBezTo>
                      <a:pt x="6975" y="8648"/>
                      <a:pt x="7199" y="8663"/>
                      <a:pt x="7423" y="8663"/>
                    </a:cubicBezTo>
                    <a:cubicBezTo>
                      <a:pt x="7489" y="8668"/>
                      <a:pt x="7553" y="8669"/>
                      <a:pt x="7617" y="8669"/>
                    </a:cubicBezTo>
                    <a:cubicBezTo>
                      <a:pt x="7771" y="8669"/>
                      <a:pt x="7922" y="8659"/>
                      <a:pt x="8080" y="8648"/>
                    </a:cubicBezTo>
                    <a:cubicBezTo>
                      <a:pt x="8349" y="8633"/>
                      <a:pt x="8618" y="8589"/>
                      <a:pt x="8872" y="8544"/>
                    </a:cubicBezTo>
                    <a:cubicBezTo>
                      <a:pt x="8827" y="8350"/>
                      <a:pt x="8782" y="8141"/>
                      <a:pt x="8753" y="7931"/>
                    </a:cubicBezTo>
                    <a:cubicBezTo>
                      <a:pt x="8514" y="7976"/>
                      <a:pt x="8275" y="8021"/>
                      <a:pt x="8036" y="8036"/>
                    </a:cubicBezTo>
                    <a:cubicBezTo>
                      <a:pt x="7842" y="8051"/>
                      <a:pt x="7632" y="8051"/>
                      <a:pt x="7438" y="8051"/>
                    </a:cubicBezTo>
                    <a:cubicBezTo>
                      <a:pt x="7229" y="8036"/>
                      <a:pt x="7020" y="8036"/>
                      <a:pt x="6841" y="8006"/>
                    </a:cubicBezTo>
                    <a:cubicBezTo>
                      <a:pt x="6662" y="7976"/>
                      <a:pt x="6482" y="7931"/>
                      <a:pt x="6333" y="7842"/>
                    </a:cubicBezTo>
                    <a:cubicBezTo>
                      <a:pt x="6199" y="7767"/>
                      <a:pt x="6079" y="7663"/>
                      <a:pt x="6019" y="7543"/>
                    </a:cubicBezTo>
                    <a:cubicBezTo>
                      <a:pt x="5989" y="7483"/>
                      <a:pt x="5975" y="7409"/>
                      <a:pt x="5960" y="7349"/>
                    </a:cubicBezTo>
                    <a:cubicBezTo>
                      <a:pt x="5945" y="7289"/>
                      <a:pt x="5945" y="7214"/>
                      <a:pt x="5975" y="7140"/>
                    </a:cubicBezTo>
                    <a:cubicBezTo>
                      <a:pt x="6019" y="7005"/>
                      <a:pt x="6094" y="6856"/>
                      <a:pt x="6213" y="6751"/>
                    </a:cubicBezTo>
                    <a:cubicBezTo>
                      <a:pt x="6452" y="6527"/>
                      <a:pt x="6811" y="6378"/>
                      <a:pt x="7214" y="6259"/>
                    </a:cubicBezTo>
                    <a:cubicBezTo>
                      <a:pt x="7408" y="6199"/>
                      <a:pt x="7603" y="6154"/>
                      <a:pt x="7812" y="6109"/>
                    </a:cubicBezTo>
                    <a:cubicBezTo>
                      <a:pt x="8006" y="6079"/>
                      <a:pt x="8200" y="6035"/>
                      <a:pt x="8409" y="6005"/>
                    </a:cubicBezTo>
                    <a:lnTo>
                      <a:pt x="8424" y="6005"/>
                    </a:lnTo>
                    <a:cubicBezTo>
                      <a:pt x="8394" y="5796"/>
                      <a:pt x="8364" y="5601"/>
                      <a:pt x="8334" y="5392"/>
                    </a:cubicBezTo>
                    <a:close/>
                    <a:moveTo>
                      <a:pt x="46" y="5080"/>
                    </a:moveTo>
                    <a:lnTo>
                      <a:pt x="46" y="5080"/>
                    </a:lnTo>
                    <a:cubicBezTo>
                      <a:pt x="61" y="5478"/>
                      <a:pt x="90" y="5891"/>
                      <a:pt x="120" y="6303"/>
                    </a:cubicBezTo>
                    <a:cubicBezTo>
                      <a:pt x="224" y="6408"/>
                      <a:pt x="344" y="6498"/>
                      <a:pt x="463" y="6587"/>
                    </a:cubicBezTo>
                    <a:cubicBezTo>
                      <a:pt x="881" y="6901"/>
                      <a:pt x="1329" y="7125"/>
                      <a:pt x="1748" y="7364"/>
                    </a:cubicBezTo>
                    <a:cubicBezTo>
                      <a:pt x="2151" y="7588"/>
                      <a:pt x="2554" y="7842"/>
                      <a:pt x="2823" y="8170"/>
                    </a:cubicBezTo>
                    <a:cubicBezTo>
                      <a:pt x="3092" y="8484"/>
                      <a:pt x="3271" y="8902"/>
                      <a:pt x="3241" y="9291"/>
                    </a:cubicBezTo>
                    <a:cubicBezTo>
                      <a:pt x="3226" y="9649"/>
                      <a:pt x="2957" y="10007"/>
                      <a:pt x="2614" y="10291"/>
                    </a:cubicBezTo>
                    <a:cubicBezTo>
                      <a:pt x="2270" y="10575"/>
                      <a:pt x="1867" y="10769"/>
                      <a:pt x="1434" y="10859"/>
                    </a:cubicBezTo>
                    <a:cubicBezTo>
                      <a:pt x="1315" y="10889"/>
                      <a:pt x="1210" y="10919"/>
                      <a:pt x="1105" y="10919"/>
                    </a:cubicBezTo>
                    <a:cubicBezTo>
                      <a:pt x="1053" y="10926"/>
                      <a:pt x="1001" y="10930"/>
                      <a:pt x="950" y="10930"/>
                    </a:cubicBezTo>
                    <a:cubicBezTo>
                      <a:pt x="900" y="10930"/>
                      <a:pt x="852" y="10926"/>
                      <a:pt x="807" y="10919"/>
                    </a:cubicBezTo>
                    <a:lnTo>
                      <a:pt x="807" y="10919"/>
                    </a:lnTo>
                    <a:cubicBezTo>
                      <a:pt x="852" y="11128"/>
                      <a:pt x="896" y="11337"/>
                      <a:pt x="941" y="11546"/>
                    </a:cubicBezTo>
                    <a:cubicBezTo>
                      <a:pt x="1016" y="11546"/>
                      <a:pt x="1091" y="11531"/>
                      <a:pt x="1180" y="11531"/>
                    </a:cubicBezTo>
                    <a:cubicBezTo>
                      <a:pt x="1315" y="11516"/>
                      <a:pt x="1449" y="11486"/>
                      <a:pt x="1583" y="11456"/>
                    </a:cubicBezTo>
                    <a:cubicBezTo>
                      <a:pt x="2106" y="11337"/>
                      <a:pt x="2599" y="11098"/>
                      <a:pt x="3017" y="10754"/>
                    </a:cubicBezTo>
                    <a:cubicBezTo>
                      <a:pt x="3226" y="10590"/>
                      <a:pt x="3421" y="10396"/>
                      <a:pt x="3570" y="10157"/>
                    </a:cubicBezTo>
                    <a:cubicBezTo>
                      <a:pt x="3659" y="10037"/>
                      <a:pt x="3719" y="9903"/>
                      <a:pt x="3779" y="9769"/>
                    </a:cubicBezTo>
                    <a:cubicBezTo>
                      <a:pt x="3824" y="9634"/>
                      <a:pt x="3854" y="9470"/>
                      <a:pt x="3884" y="9335"/>
                    </a:cubicBezTo>
                    <a:cubicBezTo>
                      <a:pt x="3913" y="9022"/>
                      <a:pt x="3854" y="8738"/>
                      <a:pt x="3749" y="8469"/>
                    </a:cubicBezTo>
                    <a:cubicBezTo>
                      <a:pt x="3645" y="8215"/>
                      <a:pt x="3495" y="7976"/>
                      <a:pt x="3316" y="7767"/>
                    </a:cubicBezTo>
                    <a:cubicBezTo>
                      <a:pt x="2943" y="7334"/>
                      <a:pt x="2494" y="7065"/>
                      <a:pt x="2061" y="6811"/>
                    </a:cubicBezTo>
                    <a:cubicBezTo>
                      <a:pt x="1628" y="6572"/>
                      <a:pt x="1210" y="6348"/>
                      <a:pt x="837" y="6079"/>
                    </a:cubicBezTo>
                    <a:cubicBezTo>
                      <a:pt x="672" y="5945"/>
                      <a:pt x="508" y="5796"/>
                      <a:pt x="359" y="5631"/>
                    </a:cubicBezTo>
                    <a:cubicBezTo>
                      <a:pt x="299" y="5542"/>
                      <a:pt x="239" y="5467"/>
                      <a:pt x="194" y="5377"/>
                    </a:cubicBezTo>
                    <a:cubicBezTo>
                      <a:pt x="135" y="5273"/>
                      <a:pt x="90" y="5184"/>
                      <a:pt x="46" y="5080"/>
                    </a:cubicBezTo>
                    <a:close/>
                    <a:moveTo>
                      <a:pt x="9425" y="10739"/>
                    </a:moveTo>
                    <a:cubicBezTo>
                      <a:pt x="9290" y="10739"/>
                      <a:pt x="9156" y="10769"/>
                      <a:pt x="9036" y="10799"/>
                    </a:cubicBezTo>
                    <a:cubicBezTo>
                      <a:pt x="8768" y="10859"/>
                      <a:pt x="8484" y="11008"/>
                      <a:pt x="8275" y="11232"/>
                    </a:cubicBezTo>
                    <a:cubicBezTo>
                      <a:pt x="8080" y="11456"/>
                      <a:pt x="7946" y="11740"/>
                      <a:pt x="7931" y="12069"/>
                    </a:cubicBezTo>
                    <a:cubicBezTo>
                      <a:pt x="7916" y="12233"/>
                      <a:pt x="7946" y="12397"/>
                      <a:pt x="8006" y="12547"/>
                    </a:cubicBezTo>
                    <a:cubicBezTo>
                      <a:pt x="8080" y="12696"/>
                      <a:pt x="8170" y="12830"/>
                      <a:pt x="8275" y="12935"/>
                    </a:cubicBezTo>
                    <a:cubicBezTo>
                      <a:pt x="8379" y="13039"/>
                      <a:pt x="8499" y="13129"/>
                      <a:pt x="8633" y="13204"/>
                    </a:cubicBezTo>
                    <a:cubicBezTo>
                      <a:pt x="8768" y="13278"/>
                      <a:pt x="8887" y="13323"/>
                      <a:pt x="9021" y="13353"/>
                    </a:cubicBezTo>
                    <a:cubicBezTo>
                      <a:pt x="9290" y="13428"/>
                      <a:pt x="9544" y="13458"/>
                      <a:pt x="9798" y="13473"/>
                    </a:cubicBezTo>
                    <a:cubicBezTo>
                      <a:pt x="9977" y="13473"/>
                      <a:pt x="10171" y="13473"/>
                      <a:pt x="10351" y="13458"/>
                    </a:cubicBezTo>
                    <a:cubicBezTo>
                      <a:pt x="10306" y="13353"/>
                      <a:pt x="10261" y="13264"/>
                      <a:pt x="10231" y="13159"/>
                    </a:cubicBezTo>
                    <a:cubicBezTo>
                      <a:pt x="10186" y="13054"/>
                      <a:pt x="10142" y="12950"/>
                      <a:pt x="10112" y="12845"/>
                    </a:cubicBezTo>
                    <a:cubicBezTo>
                      <a:pt x="10042" y="12845"/>
                      <a:pt x="9972" y="12852"/>
                      <a:pt x="9903" y="12852"/>
                    </a:cubicBezTo>
                    <a:cubicBezTo>
                      <a:pt x="9868" y="12852"/>
                      <a:pt x="9833" y="12850"/>
                      <a:pt x="9798" y="12845"/>
                    </a:cubicBezTo>
                    <a:cubicBezTo>
                      <a:pt x="9574" y="12845"/>
                      <a:pt x="9365" y="12815"/>
                      <a:pt x="9171" y="12771"/>
                    </a:cubicBezTo>
                    <a:cubicBezTo>
                      <a:pt x="9081" y="12741"/>
                      <a:pt x="8992" y="12696"/>
                      <a:pt x="8902" y="12651"/>
                    </a:cubicBezTo>
                    <a:cubicBezTo>
                      <a:pt x="8827" y="12621"/>
                      <a:pt x="8768" y="12562"/>
                      <a:pt x="8693" y="12502"/>
                    </a:cubicBezTo>
                    <a:cubicBezTo>
                      <a:pt x="8648" y="12442"/>
                      <a:pt x="8603" y="12382"/>
                      <a:pt x="8573" y="12308"/>
                    </a:cubicBezTo>
                    <a:cubicBezTo>
                      <a:pt x="8543" y="12233"/>
                      <a:pt x="8529" y="12173"/>
                      <a:pt x="8529" y="12099"/>
                    </a:cubicBezTo>
                    <a:cubicBezTo>
                      <a:pt x="8543" y="11934"/>
                      <a:pt x="8603" y="11770"/>
                      <a:pt x="8723" y="11650"/>
                    </a:cubicBezTo>
                    <a:cubicBezTo>
                      <a:pt x="8842" y="11516"/>
                      <a:pt x="8992" y="11441"/>
                      <a:pt x="9171" y="11397"/>
                    </a:cubicBezTo>
                    <a:cubicBezTo>
                      <a:pt x="9305" y="11352"/>
                      <a:pt x="9455" y="11352"/>
                      <a:pt x="9604" y="11352"/>
                    </a:cubicBezTo>
                    <a:cubicBezTo>
                      <a:pt x="9544" y="11158"/>
                      <a:pt x="9484" y="10948"/>
                      <a:pt x="9425" y="10739"/>
                    </a:cubicBezTo>
                    <a:close/>
                    <a:moveTo>
                      <a:pt x="9096" y="9500"/>
                    </a:moveTo>
                    <a:cubicBezTo>
                      <a:pt x="8857" y="9559"/>
                      <a:pt x="8603" y="9589"/>
                      <a:pt x="8349" y="9604"/>
                    </a:cubicBezTo>
                    <a:cubicBezTo>
                      <a:pt x="7856" y="9634"/>
                      <a:pt x="7319" y="9604"/>
                      <a:pt x="6781" y="9649"/>
                    </a:cubicBezTo>
                    <a:cubicBezTo>
                      <a:pt x="6497" y="9664"/>
                      <a:pt x="6228" y="9694"/>
                      <a:pt x="5945" y="9769"/>
                    </a:cubicBezTo>
                    <a:cubicBezTo>
                      <a:pt x="5661" y="9843"/>
                      <a:pt x="5377" y="9948"/>
                      <a:pt x="5123" y="10127"/>
                    </a:cubicBezTo>
                    <a:cubicBezTo>
                      <a:pt x="4989" y="10217"/>
                      <a:pt x="4884" y="10321"/>
                      <a:pt x="4765" y="10456"/>
                    </a:cubicBezTo>
                    <a:cubicBezTo>
                      <a:pt x="4675" y="10575"/>
                      <a:pt x="4585" y="10724"/>
                      <a:pt x="4526" y="10874"/>
                    </a:cubicBezTo>
                    <a:cubicBezTo>
                      <a:pt x="4466" y="11023"/>
                      <a:pt x="4436" y="11187"/>
                      <a:pt x="4436" y="11367"/>
                    </a:cubicBezTo>
                    <a:cubicBezTo>
                      <a:pt x="4436" y="11531"/>
                      <a:pt x="4466" y="11725"/>
                      <a:pt x="4541" y="11874"/>
                    </a:cubicBezTo>
                    <a:cubicBezTo>
                      <a:pt x="4615" y="12039"/>
                      <a:pt x="4720" y="12173"/>
                      <a:pt x="4839" y="12293"/>
                    </a:cubicBezTo>
                    <a:cubicBezTo>
                      <a:pt x="4944" y="12397"/>
                      <a:pt x="5078" y="12487"/>
                      <a:pt x="5198" y="12576"/>
                    </a:cubicBezTo>
                    <a:cubicBezTo>
                      <a:pt x="5332" y="12651"/>
                      <a:pt x="5452" y="12711"/>
                      <a:pt x="5586" y="12786"/>
                    </a:cubicBezTo>
                    <a:cubicBezTo>
                      <a:pt x="5706" y="12845"/>
                      <a:pt x="5825" y="12890"/>
                      <a:pt x="5945" y="12935"/>
                    </a:cubicBezTo>
                    <a:cubicBezTo>
                      <a:pt x="6169" y="13039"/>
                      <a:pt x="6393" y="13144"/>
                      <a:pt x="6557" y="13278"/>
                    </a:cubicBezTo>
                    <a:cubicBezTo>
                      <a:pt x="6632" y="13353"/>
                      <a:pt x="6706" y="13428"/>
                      <a:pt x="6766" y="13517"/>
                    </a:cubicBezTo>
                    <a:cubicBezTo>
                      <a:pt x="6826" y="13592"/>
                      <a:pt x="6886" y="13697"/>
                      <a:pt x="6930" y="13801"/>
                    </a:cubicBezTo>
                    <a:cubicBezTo>
                      <a:pt x="7020" y="14010"/>
                      <a:pt x="7080" y="14249"/>
                      <a:pt x="7140" y="14503"/>
                    </a:cubicBezTo>
                    <a:lnTo>
                      <a:pt x="7154" y="14593"/>
                    </a:lnTo>
                    <a:lnTo>
                      <a:pt x="7767" y="14488"/>
                    </a:lnTo>
                    <a:cubicBezTo>
                      <a:pt x="7752" y="14458"/>
                      <a:pt x="7737" y="14414"/>
                      <a:pt x="7737" y="14384"/>
                    </a:cubicBezTo>
                    <a:cubicBezTo>
                      <a:pt x="7677" y="14115"/>
                      <a:pt x="7603" y="13831"/>
                      <a:pt x="7483" y="13562"/>
                    </a:cubicBezTo>
                    <a:cubicBezTo>
                      <a:pt x="7423" y="13428"/>
                      <a:pt x="7364" y="13293"/>
                      <a:pt x="7259" y="13159"/>
                    </a:cubicBezTo>
                    <a:cubicBezTo>
                      <a:pt x="7169" y="13039"/>
                      <a:pt x="7065" y="12920"/>
                      <a:pt x="6945" y="12815"/>
                    </a:cubicBezTo>
                    <a:cubicBezTo>
                      <a:pt x="6691" y="12621"/>
                      <a:pt x="6438" y="12487"/>
                      <a:pt x="6184" y="12382"/>
                    </a:cubicBezTo>
                    <a:cubicBezTo>
                      <a:pt x="6064" y="12337"/>
                      <a:pt x="5945" y="12293"/>
                      <a:pt x="5825" y="12233"/>
                    </a:cubicBezTo>
                    <a:cubicBezTo>
                      <a:pt x="5721" y="12173"/>
                      <a:pt x="5616" y="12128"/>
                      <a:pt x="5526" y="12069"/>
                    </a:cubicBezTo>
                    <a:cubicBezTo>
                      <a:pt x="5332" y="11934"/>
                      <a:pt x="5168" y="11785"/>
                      <a:pt x="5093" y="11635"/>
                    </a:cubicBezTo>
                    <a:cubicBezTo>
                      <a:pt x="5063" y="11546"/>
                      <a:pt x="5049" y="11456"/>
                      <a:pt x="5049" y="11382"/>
                    </a:cubicBezTo>
                    <a:cubicBezTo>
                      <a:pt x="5049" y="11292"/>
                      <a:pt x="5063" y="11202"/>
                      <a:pt x="5093" y="11098"/>
                    </a:cubicBezTo>
                    <a:cubicBezTo>
                      <a:pt x="5168" y="10919"/>
                      <a:pt x="5302" y="10769"/>
                      <a:pt x="5467" y="10635"/>
                    </a:cubicBezTo>
                    <a:cubicBezTo>
                      <a:pt x="5825" y="10396"/>
                      <a:pt x="6318" y="10306"/>
                      <a:pt x="6811" y="10276"/>
                    </a:cubicBezTo>
                    <a:cubicBezTo>
                      <a:pt x="7319" y="10232"/>
                      <a:pt x="7842" y="10261"/>
                      <a:pt x="8394" y="10232"/>
                    </a:cubicBezTo>
                    <a:cubicBezTo>
                      <a:pt x="8663" y="10202"/>
                      <a:pt x="8947" y="10172"/>
                      <a:pt x="9231" y="10097"/>
                    </a:cubicBezTo>
                    <a:lnTo>
                      <a:pt x="9245" y="10097"/>
                    </a:lnTo>
                    <a:cubicBezTo>
                      <a:pt x="9186" y="9903"/>
                      <a:pt x="9141" y="9694"/>
                      <a:pt x="9096" y="9500"/>
                    </a:cubicBezTo>
                    <a:close/>
                    <a:moveTo>
                      <a:pt x="2622" y="12103"/>
                    </a:moveTo>
                    <a:cubicBezTo>
                      <a:pt x="2387" y="12103"/>
                      <a:pt x="2154" y="12142"/>
                      <a:pt x="1927" y="12218"/>
                    </a:cubicBezTo>
                    <a:cubicBezTo>
                      <a:pt x="1748" y="12278"/>
                      <a:pt x="1598" y="12367"/>
                      <a:pt x="1434" y="12487"/>
                    </a:cubicBezTo>
                    <a:cubicBezTo>
                      <a:pt x="1359" y="12547"/>
                      <a:pt x="1285" y="12606"/>
                      <a:pt x="1210" y="12681"/>
                    </a:cubicBezTo>
                    <a:cubicBezTo>
                      <a:pt x="1270" y="12920"/>
                      <a:pt x="1344" y="13144"/>
                      <a:pt x="1404" y="13368"/>
                    </a:cubicBezTo>
                    <a:cubicBezTo>
                      <a:pt x="1434" y="13338"/>
                      <a:pt x="1479" y="13293"/>
                      <a:pt x="1509" y="13264"/>
                    </a:cubicBezTo>
                    <a:cubicBezTo>
                      <a:pt x="1613" y="13144"/>
                      <a:pt x="1703" y="13054"/>
                      <a:pt x="1793" y="12980"/>
                    </a:cubicBezTo>
                    <a:cubicBezTo>
                      <a:pt x="1897" y="12890"/>
                      <a:pt x="2002" y="12845"/>
                      <a:pt x="2136" y="12800"/>
                    </a:cubicBezTo>
                    <a:cubicBezTo>
                      <a:pt x="2279" y="12747"/>
                      <a:pt x="2434" y="12720"/>
                      <a:pt x="2586" y="12720"/>
                    </a:cubicBezTo>
                    <a:cubicBezTo>
                      <a:pt x="2687" y="12720"/>
                      <a:pt x="2787" y="12732"/>
                      <a:pt x="2883" y="12756"/>
                    </a:cubicBezTo>
                    <a:cubicBezTo>
                      <a:pt x="3017" y="12771"/>
                      <a:pt x="3122" y="12815"/>
                      <a:pt x="3241" y="12875"/>
                    </a:cubicBezTo>
                    <a:cubicBezTo>
                      <a:pt x="3346" y="12935"/>
                      <a:pt x="3435" y="13025"/>
                      <a:pt x="3495" y="13099"/>
                    </a:cubicBezTo>
                    <a:cubicBezTo>
                      <a:pt x="3540" y="13159"/>
                      <a:pt x="3570" y="13278"/>
                      <a:pt x="3615" y="13443"/>
                    </a:cubicBezTo>
                    <a:cubicBezTo>
                      <a:pt x="3630" y="13517"/>
                      <a:pt x="3659" y="13592"/>
                      <a:pt x="3689" y="13697"/>
                    </a:cubicBezTo>
                    <a:cubicBezTo>
                      <a:pt x="3719" y="13771"/>
                      <a:pt x="3749" y="13861"/>
                      <a:pt x="3794" y="13951"/>
                    </a:cubicBezTo>
                    <a:cubicBezTo>
                      <a:pt x="3973" y="14264"/>
                      <a:pt x="4227" y="14533"/>
                      <a:pt x="4481" y="14742"/>
                    </a:cubicBezTo>
                    <a:cubicBezTo>
                      <a:pt x="4585" y="14832"/>
                      <a:pt x="4690" y="14906"/>
                      <a:pt x="4795" y="14966"/>
                    </a:cubicBezTo>
                    <a:lnTo>
                      <a:pt x="5691" y="14832"/>
                    </a:lnTo>
                    <a:cubicBezTo>
                      <a:pt x="5392" y="14638"/>
                      <a:pt x="5123" y="14473"/>
                      <a:pt x="4884" y="14279"/>
                    </a:cubicBezTo>
                    <a:cubicBezTo>
                      <a:pt x="4660" y="14100"/>
                      <a:pt x="4466" y="13891"/>
                      <a:pt x="4361" y="13667"/>
                    </a:cubicBezTo>
                    <a:cubicBezTo>
                      <a:pt x="4317" y="13607"/>
                      <a:pt x="4302" y="13547"/>
                      <a:pt x="4272" y="13488"/>
                    </a:cubicBezTo>
                    <a:cubicBezTo>
                      <a:pt x="4257" y="13443"/>
                      <a:pt x="4242" y="13368"/>
                      <a:pt x="4227" y="13293"/>
                    </a:cubicBezTo>
                    <a:cubicBezTo>
                      <a:pt x="4182" y="13129"/>
                      <a:pt x="4137" y="12935"/>
                      <a:pt x="4003" y="12756"/>
                    </a:cubicBezTo>
                    <a:cubicBezTo>
                      <a:pt x="3884" y="12562"/>
                      <a:pt x="3719" y="12442"/>
                      <a:pt x="3555" y="12352"/>
                    </a:cubicBezTo>
                    <a:cubicBezTo>
                      <a:pt x="3391" y="12248"/>
                      <a:pt x="3211" y="12188"/>
                      <a:pt x="3032" y="12143"/>
                    </a:cubicBezTo>
                    <a:cubicBezTo>
                      <a:pt x="2895" y="12116"/>
                      <a:pt x="2758" y="12103"/>
                      <a:pt x="2622" y="12103"/>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2"/>
              <p:cNvSpPr/>
              <p:nvPr/>
            </p:nvSpPr>
            <p:spPr>
              <a:xfrm>
                <a:off x="-3674400" y="2406050"/>
                <a:ext cx="214000" cy="82475"/>
              </a:xfrm>
              <a:custGeom>
                <a:rect b="b" l="l" r="r" t="t"/>
                <a:pathLst>
                  <a:path extrusionOk="0" h="3299" w="8560">
                    <a:moveTo>
                      <a:pt x="7742" y="1"/>
                    </a:moveTo>
                    <a:cubicBezTo>
                      <a:pt x="7589" y="1"/>
                      <a:pt x="7441" y="80"/>
                      <a:pt x="7334" y="221"/>
                    </a:cubicBezTo>
                    <a:cubicBezTo>
                      <a:pt x="7260" y="311"/>
                      <a:pt x="7200" y="401"/>
                      <a:pt x="7155" y="505"/>
                    </a:cubicBezTo>
                    <a:cubicBezTo>
                      <a:pt x="7095" y="356"/>
                      <a:pt x="7006" y="236"/>
                      <a:pt x="6901" y="147"/>
                    </a:cubicBezTo>
                    <a:cubicBezTo>
                      <a:pt x="6804" y="61"/>
                      <a:pt x="6696" y="23"/>
                      <a:pt x="6590" y="23"/>
                    </a:cubicBezTo>
                    <a:cubicBezTo>
                      <a:pt x="6436" y="23"/>
                      <a:pt x="6284" y="104"/>
                      <a:pt x="6169" y="236"/>
                    </a:cubicBezTo>
                    <a:cubicBezTo>
                      <a:pt x="6110" y="326"/>
                      <a:pt x="6050" y="431"/>
                      <a:pt x="6005" y="520"/>
                    </a:cubicBezTo>
                    <a:cubicBezTo>
                      <a:pt x="5945" y="386"/>
                      <a:pt x="5856" y="266"/>
                      <a:pt x="5736" y="162"/>
                    </a:cubicBezTo>
                    <a:cubicBezTo>
                      <a:pt x="5639" y="83"/>
                      <a:pt x="5532" y="46"/>
                      <a:pt x="5427" y="46"/>
                    </a:cubicBezTo>
                    <a:cubicBezTo>
                      <a:pt x="5274" y="46"/>
                      <a:pt x="5126" y="124"/>
                      <a:pt x="5019" y="266"/>
                    </a:cubicBezTo>
                    <a:cubicBezTo>
                      <a:pt x="4945" y="356"/>
                      <a:pt x="4885" y="445"/>
                      <a:pt x="4840" y="550"/>
                    </a:cubicBezTo>
                    <a:cubicBezTo>
                      <a:pt x="4780" y="416"/>
                      <a:pt x="4691" y="281"/>
                      <a:pt x="4586" y="192"/>
                    </a:cubicBezTo>
                    <a:cubicBezTo>
                      <a:pt x="4490" y="107"/>
                      <a:pt x="4384" y="69"/>
                      <a:pt x="4279" y="69"/>
                    </a:cubicBezTo>
                    <a:cubicBezTo>
                      <a:pt x="4124" y="69"/>
                      <a:pt x="3970" y="153"/>
                      <a:pt x="3854" y="296"/>
                    </a:cubicBezTo>
                    <a:cubicBezTo>
                      <a:pt x="3795" y="371"/>
                      <a:pt x="3735" y="475"/>
                      <a:pt x="3690" y="565"/>
                    </a:cubicBezTo>
                    <a:cubicBezTo>
                      <a:pt x="3615" y="431"/>
                      <a:pt x="3541" y="311"/>
                      <a:pt x="3421" y="206"/>
                    </a:cubicBezTo>
                    <a:cubicBezTo>
                      <a:pt x="3326" y="130"/>
                      <a:pt x="3223" y="95"/>
                      <a:pt x="3120" y="95"/>
                    </a:cubicBezTo>
                    <a:cubicBezTo>
                      <a:pt x="2964" y="95"/>
                      <a:pt x="2812" y="176"/>
                      <a:pt x="2704" y="311"/>
                    </a:cubicBezTo>
                    <a:cubicBezTo>
                      <a:pt x="2630" y="401"/>
                      <a:pt x="2570" y="505"/>
                      <a:pt x="2525" y="595"/>
                    </a:cubicBezTo>
                    <a:cubicBezTo>
                      <a:pt x="2465" y="460"/>
                      <a:pt x="2376" y="326"/>
                      <a:pt x="2256" y="236"/>
                    </a:cubicBezTo>
                    <a:cubicBezTo>
                      <a:pt x="2160" y="152"/>
                      <a:pt x="2054" y="114"/>
                      <a:pt x="1950" y="114"/>
                    </a:cubicBezTo>
                    <a:cubicBezTo>
                      <a:pt x="1796" y="114"/>
                      <a:pt x="1646" y="198"/>
                      <a:pt x="1539" y="341"/>
                    </a:cubicBezTo>
                    <a:cubicBezTo>
                      <a:pt x="1465" y="416"/>
                      <a:pt x="1405" y="520"/>
                      <a:pt x="1360" y="610"/>
                    </a:cubicBezTo>
                    <a:cubicBezTo>
                      <a:pt x="1300" y="475"/>
                      <a:pt x="1211" y="341"/>
                      <a:pt x="1106" y="251"/>
                    </a:cubicBezTo>
                    <a:cubicBezTo>
                      <a:pt x="1009" y="172"/>
                      <a:pt x="899" y="135"/>
                      <a:pt x="792" y="135"/>
                    </a:cubicBezTo>
                    <a:cubicBezTo>
                      <a:pt x="634" y="135"/>
                      <a:pt x="481" y="214"/>
                      <a:pt x="374" y="356"/>
                    </a:cubicBezTo>
                    <a:cubicBezTo>
                      <a:pt x="76" y="714"/>
                      <a:pt x="16" y="1252"/>
                      <a:pt x="1" y="1715"/>
                    </a:cubicBezTo>
                    <a:cubicBezTo>
                      <a:pt x="8" y="1790"/>
                      <a:pt x="68" y="1827"/>
                      <a:pt x="126" y="1827"/>
                    </a:cubicBezTo>
                    <a:cubicBezTo>
                      <a:pt x="184" y="1827"/>
                      <a:pt x="240" y="1790"/>
                      <a:pt x="240" y="1715"/>
                    </a:cubicBezTo>
                    <a:cubicBezTo>
                      <a:pt x="240" y="1342"/>
                      <a:pt x="285" y="953"/>
                      <a:pt x="464" y="625"/>
                    </a:cubicBezTo>
                    <a:cubicBezTo>
                      <a:pt x="532" y="499"/>
                      <a:pt x="654" y="356"/>
                      <a:pt x="794" y="356"/>
                    </a:cubicBezTo>
                    <a:cubicBezTo>
                      <a:pt x="837" y="356"/>
                      <a:pt x="881" y="369"/>
                      <a:pt x="927" y="401"/>
                    </a:cubicBezTo>
                    <a:cubicBezTo>
                      <a:pt x="1091" y="520"/>
                      <a:pt x="1196" y="759"/>
                      <a:pt x="1240" y="968"/>
                    </a:cubicBezTo>
                    <a:cubicBezTo>
                      <a:pt x="1181" y="1207"/>
                      <a:pt x="1166" y="1461"/>
                      <a:pt x="1166" y="1700"/>
                    </a:cubicBezTo>
                    <a:cubicBezTo>
                      <a:pt x="1166" y="1767"/>
                      <a:pt x="1225" y="1801"/>
                      <a:pt x="1279" y="1801"/>
                    </a:cubicBezTo>
                    <a:cubicBezTo>
                      <a:pt x="1297" y="1801"/>
                      <a:pt x="1315" y="1797"/>
                      <a:pt x="1330" y="1790"/>
                    </a:cubicBezTo>
                    <a:lnTo>
                      <a:pt x="1330" y="1790"/>
                    </a:lnTo>
                    <a:cubicBezTo>
                      <a:pt x="1330" y="1999"/>
                      <a:pt x="1300" y="2208"/>
                      <a:pt x="1240" y="2417"/>
                    </a:cubicBezTo>
                    <a:cubicBezTo>
                      <a:pt x="1196" y="2626"/>
                      <a:pt x="1061" y="3059"/>
                      <a:pt x="777" y="3059"/>
                    </a:cubicBezTo>
                    <a:cubicBezTo>
                      <a:pt x="643" y="3059"/>
                      <a:pt x="643" y="3298"/>
                      <a:pt x="777" y="3298"/>
                    </a:cubicBezTo>
                    <a:cubicBezTo>
                      <a:pt x="1121" y="3283"/>
                      <a:pt x="1315" y="2940"/>
                      <a:pt x="1420" y="2656"/>
                    </a:cubicBezTo>
                    <a:cubicBezTo>
                      <a:pt x="1569" y="2223"/>
                      <a:pt x="1599" y="1730"/>
                      <a:pt x="1539" y="1282"/>
                    </a:cubicBezTo>
                    <a:cubicBezTo>
                      <a:pt x="1524" y="1177"/>
                      <a:pt x="1509" y="1073"/>
                      <a:pt x="1479" y="968"/>
                    </a:cubicBezTo>
                    <a:cubicBezTo>
                      <a:pt x="1524" y="849"/>
                      <a:pt x="1569" y="729"/>
                      <a:pt x="1629" y="610"/>
                    </a:cubicBezTo>
                    <a:cubicBezTo>
                      <a:pt x="1697" y="484"/>
                      <a:pt x="1810" y="341"/>
                      <a:pt x="1946" y="341"/>
                    </a:cubicBezTo>
                    <a:cubicBezTo>
                      <a:pt x="1987" y="341"/>
                      <a:pt x="2031" y="354"/>
                      <a:pt x="2077" y="386"/>
                    </a:cubicBezTo>
                    <a:cubicBezTo>
                      <a:pt x="2256" y="520"/>
                      <a:pt x="2346" y="744"/>
                      <a:pt x="2405" y="968"/>
                    </a:cubicBezTo>
                    <a:cubicBezTo>
                      <a:pt x="2346" y="1207"/>
                      <a:pt x="2331" y="1446"/>
                      <a:pt x="2331" y="1670"/>
                    </a:cubicBezTo>
                    <a:cubicBezTo>
                      <a:pt x="2331" y="1741"/>
                      <a:pt x="2387" y="1784"/>
                      <a:pt x="2447" y="1784"/>
                    </a:cubicBezTo>
                    <a:cubicBezTo>
                      <a:pt x="2463" y="1784"/>
                      <a:pt x="2480" y="1781"/>
                      <a:pt x="2495" y="1775"/>
                    </a:cubicBezTo>
                    <a:lnTo>
                      <a:pt x="2495" y="1775"/>
                    </a:lnTo>
                    <a:cubicBezTo>
                      <a:pt x="2480" y="1984"/>
                      <a:pt x="2450" y="2193"/>
                      <a:pt x="2405" y="2402"/>
                    </a:cubicBezTo>
                    <a:cubicBezTo>
                      <a:pt x="2346" y="2611"/>
                      <a:pt x="2226" y="3044"/>
                      <a:pt x="1942" y="3044"/>
                    </a:cubicBezTo>
                    <a:cubicBezTo>
                      <a:pt x="1793" y="3044"/>
                      <a:pt x="1793" y="3283"/>
                      <a:pt x="1942" y="3283"/>
                    </a:cubicBezTo>
                    <a:cubicBezTo>
                      <a:pt x="2286" y="3268"/>
                      <a:pt x="2480" y="2925"/>
                      <a:pt x="2570" y="2641"/>
                    </a:cubicBezTo>
                    <a:cubicBezTo>
                      <a:pt x="2734" y="2208"/>
                      <a:pt x="2764" y="1715"/>
                      <a:pt x="2704" y="1267"/>
                    </a:cubicBezTo>
                    <a:cubicBezTo>
                      <a:pt x="2689" y="1162"/>
                      <a:pt x="2674" y="1073"/>
                      <a:pt x="2644" y="968"/>
                    </a:cubicBezTo>
                    <a:cubicBezTo>
                      <a:pt x="2674" y="834"/>
                      <a:pt x="2734" y="714"/>
                      <a:pt x="2794" y="595"/>
                    </a:cubicBezTo>
                    <a:cubicBezTo>
                      <a:pt x="2862" y="470"/>
                      <a:pt x="2973" y="320"/>
                      <a:pt x="3107" y="320"/>
                    </a:cubicBezTo>
                    <a:cubicBezTo>
                      <a:pt x="3150" y="320"/>
                      <a:pt x="3195" y="335"/>
                      <a:pt x="3242" y="371"/>
                    </a:cubicBezTo>
                    <a:cubicBezTo>
                      <a:pt x="3421" y="490"/>
                      <a:pt x="3511" y="714"/>
                      <a:pt x="3570" y="938"/>
                    </a:cubicBezTo>
                    <a:cubicBezTo>
                      <a:pt x="3511" y="1177"/>
                      <a:pt x="3496" y="1416"/>
                      <a:pt x="3481" y="1640"/>
                    </a:cubicBezTo>
                    <a:cubicBezTo>
                      <a:pt x="3492" y="1720"/>
                      <a:pt x="3546" y="1756"/>
                      <a:pt x="3604" y="1756"/>
                    </a:cubicBezTo>
                    <a:cubicBezTo>
                      <a:pt x="3623" y="1756"/>
                      <a:pt x="3642" y="1752"/>
                      <a:pt x="3660" y="1745"/>
                    </a:cubicBezTo>
                    <a:lnTo>
                      <a:pt x="3660" y="1745"/>
                    </a:lnTo>
                    <a:cubicBezTo>
                      <a:pt x="3645" y="1954"/>
                      <a:pt x="3615" y="2178"/>
                      <a:pt x="3570" y="2372"/>
                    </a:cubicBezTo>
                    <a:cubicBezTo>
                      <a:pt x="3511" y="2581"/>
                      <a:pt x="3391" y="3014"/>
                      <a:pt x="3107" y="3014"/>
                    </a:cubicBezTo>
                    <a:cubicBezTo>
                      <a:pt x="2958" y="3014"/>
                      <a:pt x="2958" y="3253"/>
                      <a:pt x="3107" y="3253"/>
                    </a:cubicBezTo>
                    <a:cubicBezTo>
                      <a:pt x="3451" y="3238"/>
                      <a:pt x="3645" y="2895"/>
                      <a:pt x="3735" y="2626"/>
                    </a:cubicBezTo>
                    <a:cubicBezTo>
                      <a:pt x="3899" y="2193"/>
                      <a:pt x="3929" y="1700"/>
                      <a:pt x="3869" y="1237"/>
                    </a:cubicBezTo>
                    <a:cubicBezTo>
                      <a:pt x="3854" y="1133"/>
                      <a:pt x="3839" y="1028"/>
                      <a:pt x="3809" y="923"/>
                    </a:cubicBezTo>
                    <a:cubicBezTo>
                      <a:pt x="3839" y="804"/>
                      <a:pt x="3884" y="684"/>
                      <a:pt x="3944" y="565"/>
                    </a:cubicBezTo>
                    <a:cubicBezTo>
                      <a:pt x="4024" y="439"/>
                      <a:pt x="4139" y="296"/>
                      <a:pt x="4276" y="296"/>
                    </a:cubicBezTo>
                    <a:cubicBezTo>
                      <a:pt x="4317" y="296"/>
                      <a:pt x="4361" y="309"/>
                      <a:pt x="4407" y="341"/>
                    </a:cubicBezTo>
                    <a:cubicBezTo>
                      <a:pt x="4571" y="460"/>
                      <a:pt x="4661" y="699"/>
                      <a:pt x="4721" y="908"/>
                    </a:cubicBezTo>
                    <a:cubicBezTo>
                      <a:pt x="4661" y="1147"/>
                      <a:pt x="4646" y="1401"/>
                      <a:pt x="4646" y="1625"/>
                    </a:cubicBezTo>
                    <a:cubicBezTo>
                      <a:pt x="4646" y="1696"/>
                      <a:pt x="4711" y="1739"/>
                      <a:pt x="4768" y="1739"/>
                    </a:cubicBezTo>
                    <a:cubicBezTo>
                      <a:pt x="4783" y="1739"/>
                      <a:pt x="4798" y="1736"/>
                      <a:pt x="4810" y="1730"/>
                    </a:cubicBezTo>
                    <a:lnTo>
                      <a:pt x="4810" y="1730"/>
                    </a:lnTo>
                    <a:cubicBezTo>
                      <a:pt x="4810" y="1939"/>
                      <a:pt x="4780" y="2148"/>
                      <a:pt x="4735" y="2357"/>
                    </a:cubicBezTo>
                    <a:cubicBezTo>
                      <a:pt x="4676" y="2551"/>
                      <a:pt x="4541" y="3000"/>
                      <a:pt x="4272" y="3000"/>
                    </a:cubicBezTo>
                    <a:cubicBezTo>
                      <a:pt x="4123" y="3000"/>
                      <a:pt x="4123" y="3224"/>
                      <a:pt x="4272" y="3224"/>
                    </a:cubicBezTo>
                    <a:cubicBezTo>
                      <a:pt x="4601" y="3224"/>
                      <a:pt x="4795" y="2880"/>
                      <a:pt x="4900" y="2596"/>
                    </a:cubicBezTo>
                    <a:cubicBezTo>
                      <a:pt x="5049" y="2163"/>
                      <a:pt x="5079" y="1670"/>
                      <a:pt x="5019" y="1222"/>
                    </a:cubicBezTo>
                    <a:cubicBezTo>
                      <a:pt x="5004" y="1118"/>
                      <a:pt x="4989" y="1013"/>
                      <a:pt x="4960" y="908"/>
                    </a:cubicBezTo>
                    <a:cubicBezTo>
                      <a:pt x="5004" y="774"/>
                      <a:pt x="5049" y="655"/>
                      <a:pt x="5109" y="550"/>
                    </a:cubicBezTo>
                    <a:cubicBezTo>
                      <a:pt x="5177" y="425"/>
                      <a:pt x="5288" y="275"/>
                      <a:pt x="5422" y="275"/>
                    </a:cubicBezTo>
                    <a:cubicBezTo>
                      <a:pt x="5465" y="275"/>
                      <a:pt x="5510" y="290"/>
                      <a:pt x="5557" y="326"/>
                    </a:cubicBezTo>
                    <a:cubicBezTo>
                      <a:pt x="5736" y="445"/>
                      <a:pt x="5826" y="670"/>
                      <a:pt x="5886" y="894"/>
                    </a:cubicBezTo>
                    <a:cubicBezTo>
                      <a:pt x="5826" y="1118"/>
                      <a:pt x="5811" y="1371"/>
                      <a:pt x="5796" y="1596"/>
                    </a:cubicBezTo>
                    <a:cubicBezTo>
                      <a:pt x="5808" y="1684"/>
                      <a:pt x="5874" y="1719"/>
                      <a:pt x="5939" y="1719"/>
                    </a:cubicBezTo>
                    <a:cubicBezTo>
                      <a:pt x="5951" y="1719"/>
                      <a:pt x="5963" y="1717"/>
                      <a:pt x="5975" y="1715"/>
                    </a:cubicBezTo>
                    <a:lnTo>
                      <a:pt x="5975" y="1715"/>
                    </a:lnTo>
                    <a:cubicBezTo>
                      <a:pt x="5960" y="1924"/>
                      <a:pt x="5930" y="2133"/>
                      <a:pt x="5886" y="2327"/>
                    </a:cubicBezTo>
                    <a:cubicBezTo>
                      <a:pt x="5826" y="2536"/>
                      <a:pt x="5706" y="2970"/>
                      <a:pt x="5423" y="2970"/>
                    </a:cubicBezTo>
                    <a:cubicBezTo>
                      <a:pt x="5273" y="2970"/>
                      <a:pt x="5273" y="3209"/>
                      <a:pt x="5423" y="3209"/>
                    </a:cubicBezTo>
                    <a:cubicBezTo>
                      <a:pt x="5766" y="3194"/>
                      <a:pt x="5960" y="2850"/>
                      <a:pt x="6050" y="2566"/>
                    </a:cubicBezTo>
                    <a:cubicBezTo>
                      <a:pt x="6214" y="2148"/>
                      <a:pt x="6244" y="1640"/>
                      <a:pt x="6184" y="1192"/>
                    </a:cubicBezTo>
                    <a:cubicBezTo>
                      <a:pt x="6169" y="1088"/>
                      <a:pt x="6154" y="983"/>
                      <a:pt x="6124" y="879"/>
                    </a:cubicBezTo>
                    <a:cubicBezTo>
                      <a:pt x="6154" y="759"/>
                      <a:pt x="6199" y="640"/>
                      <a:pt x="6259" y="520"/>
                    </a:cubicBezTo>
                    <a:cubicBezTo>
                      <a:pt x="6339" y="394"/>
                      <a:pt x="6454" y="251"/>
                      <a:pt x="6591" y="251"/>
                    </a:cubicBezTo>
                    <a:cubicBezTo>
                      <a:pt x="6632" y="251"/>
                      <a:pt x="6676" y="265"/>
                      <a:pt x="6722" y="296"/>
                    </a:cubicBezTo>
                    <a:cubicBezTo>
                      <a:pt x="6886" y="416"/>
                      <a:pt x="6991" y="640"/>
                      <a:pt x="7036" y="864"/>
                    </a:cubicBezTo>
                    <a:cubicBezTo>
                      <a:pt x="6976" y="1103"/>
                      <a:pt x="6961" y="1357"/>
                      <a:pt x="6961" y="1581"/>
                    </a:cubicBezTo>
                    <a:cubicBezTo>
                      <a:pt x="6961" y="1652"/>
                      <a:pt x="7026" y="1694"/>
                      <a:pt x="7083" y="1694"/>
                    </a:cubicBezTo>
                    <a:cubicBezTo>
                      <a:pt x="7098" y="1694"/>
                      <a:pt x="7113" y="1691"/>
                      <a:pt x="7125" y="1685"/>
                    </a:cubicBezTo>
                    <a:lnTo>
                      <a:pt x="7125" y="1685"/>
                    </a:lnTo>
                    <a:cubicBezTo>
                      <a:pt x="7125" y="1894"/>
                      <a:pt x="7095" y="2103"/>
                      <a:pt x="7051" y="2298"/>
                    </a:cubicBezTo>
                    <a:cubicBezTo>
                      <a:pt x="6991" y="2507"/>
                      <a:pt x="6856" y="2955"/>
                      <a:pt x="6588" y="2955"/>
                    </a:cubicBezTo>
                    <a:cubicBezTo>
                      <a:pt x="6438" y="2955"/>
                      <a:pt x="6438" y="3179"/>
                      <a:pt x="6588" y="3179"/>
                    </a:cubicBezTo>
                    <a:cubicBezTo>
                      <a:pt x="6916" y="3179"/>
                      <a:pt x="7110" y="2835"/>
                      <a:pt x="7215" y="2551"/>
                    </a:cubicBezTo>
                    <a:cubicBezTo>
                      <a:pt x="7364" y="2118"/>
                      <a:pt x="7394" y="1625"/>
                      <a:pt x="7334" y="1162"/>
                    </a:cubicBezTo>
                    <a:cubicBezTo>
                      <a:pt x="7319" y="1073"/>
                      <a:pt x="7304" y="968"/>
                      <a:pt x="7275" y="864"/>
                    </a:cubicBezTo>
                    <a:cubicBezTo>
                      <a:pt x="7319" y="729"/>
                      <a:pt x="7364" y="610"/>
                      <a:pt x="7424" y="490"/>
                    </a:cubicBezTo>
                    <a:cubicBezTo>
                      <a:pt x="7492" y="377"/>
                      <a:pt x="7602" y="230"/>
                      <a:pt x="7737" y="230"/>
                    </a:cubicBezTo>
                    <a:cubicBezTo>
                      <a:pt x="7780" y="230"/>
                      <a:pt x="7825" y="245"/>
                      <a:pt x="7872" y="281"/>
                    </a:cubicBezTo>
                    <a:cubicBezTo>
                      <a:pt x="8111" y="431"/>
                      <a:pt x="8201" y="789"/>
                      <a:pt x="8245" y="1058"/>
                    </a:cubicBezTo>
                    <a:cubicBezTo>
                      <a:pt x="8320" y="1461"/>
                      <a:pt x="8305" y="1894"/>
                      <a:pt x="8201" y="2283"/>
                    </a:cubicBezTo>
                    <a:cubicBezTo>
                      <a:pt x="8141" y="2492"/>
                      <a:pt x="8021" y="2925"/>
                      <a:pt x="7738" y="2925"/>
                    </a:cubicBezTo>
                    <a:cubicBezTo>
                      <a:pt x="7588" y="2925"/>
                      <a:pt x="7588" y="3164"/>
                      <a:pt x="7738" y="3164"/>
                    </a:cubicBezTo>
                    <a:cubicBezTo>
                      <a:pt x="8081" y="3149"/>
                      <a:pt x="8275" y="2805"/>
                      <a:pt x="8365" y="2522"/>
                    </a:cubicBezTo>
                    <a:cubicBezTo>
                      <a:pt x="8529" y="2088"/>
                      <a:pt x="8559" y="1596"/>
                      <a:pt x="8499" y="1147"/>
                    </a:cubicBezTo>
                    <a:cubicBezTo>
                      <a:pt x="8454" y="789"/>
                      <a:pt x="8335" y="356"/>
                      <a:pt x="8051" y="117"/>
                    </a:cubicBezTo>
                    <a:cubicBezTo>
                      <a:pt x="7954" y="38"/>
                      <a:pt x="7847" y="1"/>
                      <a:pt x="77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2"/>
              <p:cNvSpPr/>
              <p:nvPr/>
            </p:nvSpPr>
            <p:spPr>
              <a:xfrm>
                <a:off x="-3647875" y="2531050"/>
                <a:ext cx="163200" cy="126250"/>
              </a:xfrm>
              <a:custGeom>
                <a:rect b="b" l="l" r="r" t="t"/>
                <a:pathLst>
                  <a:path extrusionOk="0" h="5050" w="6528">
                    <a:moveTo>
                      <a:pt x="5930" y="1"/>
                    </a:moveTo>
                    <a:cubicBezTo>
                      <a:pt x="3958" y="120"/>
                      <a:pt x="1987" y="240"/>
                      <a:pt x="15" y="359"/>
                    </a:cubicBezTo>
                    <a:cubicBezTo>
                      <a:pt x="0" y="1928"/>
                      <a:pt x="150" y="3511"/>
                      <a:pt x="478" y="5049"/>
                    </a:cubicBezTo>
                    <a:cubicBezTo>
                      <a:pt x="2495" y="4840"/>
                      <a:pt x="4511" y="4631"/>
                      <a:pt x="6527" y="4437"/>
                    </a:cubicBezTo>
                    <a:cubicBezTo>
                      <a:pt x="6169" y="2973"/>
                      <a:pt x="5975" y="1494"/>
                      <a:pt x="59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12"/>
              <p:cNvSpPr/>
              <p:nvPr/>
            </p:nvSpPr>
            <p:spPr>
              <a:xfrm>
                <a:off x="-3635550" y="2552675"/>
                <a:ext cx="131450" cy="78150"/>
              </a:xfrm>
              <a:custGeom>
                <a:rect b="b" l="l" r="r" t="t"/>
                <a:pathLst>
                  <a:path extrusionOk="0" h="3126" w="5258">
                    <a:moveTo>
                      <a:pt x="5121" y="1"/>
                    </a:moveTo>
                    <a:cubicBezTo>
                      <a:pt x="5117" y="1"/>
                      <a:pt x="5113" y="1"/>
                      <a:pt x="5108" y="2"/>
                    </a:cubicBezTo>
                    <a:cubicBezTo>
                      <a:pt x="3794" y="122"/>
                      <a:pt x="2509" y="241"/>
                      <a:pt x="1195" y="361"/>
                    </a:cubicBezTo>
                    <a:cubicBezTo>
                      <a:pt x="822" y="391"/>
                      <a:pt x="463" y="435"/>
                      <a:pt x="90" y="465"/>
                    </a:cubicBezTo>
                    <a:cubicBezTo>
                      <a:pt x="0" y="465"/>
                      <a:pt x="0" y="585"/>
                      <a:pt x="90" y="585"/>
                    </a:cubicBezTo>
                    <a:cubicBezTo>
                      <a:pt x="1389" y="465"/>
                      <a:pt x="2689" y="346"/>
                      <a:pt x="3988" y="226"/>
                    </a:cubicBezTo>
                    <a:cubicBezTo>
                      <a:pt x="4361" y="196"/>
                      <a:pt x="4735" y="152"/>
                      <a:pt x="5108" y="122"/>
                    </a:cubicBezTo>
                    <a:cubicBezTo>
                      <a:pt x="5178" y="108"/>
                      <a:pt x="5183" y="1"/>
                      <a:pt x="5121" y="1"/>
                    </a:cubicBezTo>
                    <a:close/>
                    <a:moveTo>
                      <a:pt x="5136" y="613"/>
                    </a:moveTo>
                    <a:cubicBezTo>
                      <a:pt x="5132" y="613"/>
                      <a:pt x="5128" y="614"/>
                      <a:pt x="5123" y="615"/>
                    </a:cubicBezTo>
                    <a:cubicBezTo>
                      <a:pt x="3839" y="764"/>
                      <a:pt x="2539" y="883"/>
                      <a:pt x="1255" y="973"/>
                    </a:cubicBezTo>
                    <a:cubicBezTo>
                      <a:pt x="881" y="988"/>
                      <a:pt x="523" y="1018"/>
                      <a:pt x="150" y="1033"/>
                    </a:cubicBezTo>
                    <a:cubicBezTo>
                      <a:pt x="60" y="1033"/>
                      <a:pt x="60" y="1167"/>
                      <a:pt x="135" y="1167"/>
                    </a:cubicBezTo>
                    <a:cubicBezTo>
                      <a:pt x="1434" y="1093"/>
                      <a:pt x="2733" y="988"/>
                      <a:pt x="4018" y="854"/>
                    </a:cubicBezTo>
                    <a:cubicBezTo>
                      <a:pt x="4391" y="809"/>
                      <a:pt x="4750" y="779"/>
                      <a:pt x="5123" y="734"/>
                    </a:cubicBezTo>
                    <a:cubicBezTo>
                      <a:pt x="5194" y="734"/>
                      <a:pt x="5211" y="613"/>
                      <a:pt x="5136" y="613"/>
                    </a:cubicBezTo>
                    <a:close/>
                    <a:moveTo>
                      <a:pt x="4915" y="2528"/>
                    </a:moveTo>
                    <a:cubicBezTo>
                      <a:pt x="4944" y="2528"/>
                      <a:pt x="4974" y="2536"/>
                      <a:pt x="5004" y="2556"/>
                    </a:cubicBezTo>
                    <a:cubicBezTo>
                      <a:pt x="5078" y="2601"/>
                      <a:pt x="5108" y="2735"/>
                      <a:pt x="5093" y="2825"/>
                    </a:cubicBezTo>
                    <a:cubicBezTo>
                      <a:pt x="5078" y="2900"/>
                      <a:pt x="5004" y="2989"/>
                      <a:pt x="4914" y="3004"/>
                    </a:cubicBezTo>
                    <a:cubicBezTo>
                      <a:pt x="4905" y="3006"/>
                      <a:pt x="4895" y="3007"/>
                      <a:pt x="4886" y="3007"/>
                    </a:cubicBezTo>
                    <a:cubicBezTo>
                      <a:pt x="4803" y="3007"/>
                      <a:pt x="4715" y="2950"/>
                      <a:pt x="4675" y="2870"/>
                    </a:cubicBezTo>
                    <a:cubicBezTo>
                      <a:pt x="4648" y="2789"/>
                      <a:pt x="4670" y="2683"/>
                      <a:pt x="4729" y="2620"/>
                    </a:cubicBezTo>
                    <a:lnTo>
                      <a:pt x="4729" y="2620"/>
                    </a:lnTo>
                    <a:cubicBezTo>
                      <a:pt x="4738" y="2616"/>
                      <a:pt x="4745" y="2610"/>
                      <a:pt x="4750" y="2601"/>
                    </a:cubicBezTo>
                    <a:lnTo>
                      <a:pt x="4750" y="2601"/>
                    </a:lnTo>
                    <a:cubicBezTo>
                      <a:pt x="4750" y="2601"/>
                      <a:pt x="4750" y="2601"/>
                      <a:pt x="4750" y="2601"/>
                    </a:cubicBezTo>
                    <a:cubicBezTo>
                      <a:pt x="4762" y="2595"/>
                      <a:pt x="4771" y="2588"/>
                      <a:pt x="4777" y="2580"/>
                    </a:cubicBezTo>
                    <a:lnTo>
                      <a:pt x="4777" y="2580"/>
                    </a:lnTo>
                    <a:cubicBezTo>
                      <a:pt x="4820" y="2550"/>
                      <a:pt x="4867" y="2528"/>
                      <a:pt x="4915" y="2528"/>
                    </a:cubicBezTo>
                    <a:close/>
                    <a:moveTo>
                      <a:pt x="4918" y="2403"/>
                    </a:moveTo>
                    <a:cubicBezTo>
                      <a:pt x="4824" y="2403"/>
                      <a:pt x="4730" y="2442"/>
                      <a:pt x="4660" y="2511"/>
                    </a:cubicBezTo>
                    <a:cubicBezTo>
                      <a:pt x="4657" y="2517"/>
                      <a:pt x="4655" y="2522"/>
                      <a:pt x="4654" y="2527"/>
                    </a:cubicBezTo>
                    <a:lnTo>
                      <a:pt x="4654" y="2527"/>
                    </a:lnTo>
                    <a:cubicBezTo>
                      <a:pt x="4559" y="2618"/>
                      <a:pt x="4516" y="2750"/>
                      <a:pt x="4556" y="2870"/>
                    </a:cubicBezTo>
                    <a:cubicBezTo>
                      <a:pt x="4585" y="3019"/>
                      <a:pt x="4720" y="3124"/>
                      <a:pt x="4869" y="3124"/>
                    </a:cubicBezTo>
                    <a:cubicBezTo>
                      <a:pt x="4879" y="3125"/>
                      <a:pt x="4888" y="3125"/>
                      <a:pt x="4898" y="3125"/>
                    </a:cubicBezTo>
                    <a:cubicBezTo>
                      <a:pt x="5035" y="3125"/>
                      <a:pt x="5156" y="3026"/>
                      <a:pt x="5198" y="2900"/>
                    </a:cubicBezTo>
                    <a:cubicBezTo>
                      <a:pt x="5258" y="2765"/>
                      <a:pt x="5213" y="2571"/>
                      <a:pt x="5108" y="2467"/>
                    </a:cubicBezTo>
                    <a:cubicBezTo>
                      <a:pt x="5052" y="2423"/>
                      <a:pt x="4985" y="2403"/>
                      <a:pt x="4918" y="2403"/>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12"/>
              <p:cNvSpPr/>
              <p:nvPr/>
            </p:nvSpPr>
            <p:spPr>
              <a:xfrm>
                <a:off x="-3687450" y="2509600"/>
                <a:ext cx="261775" cy="337375"/>
              </a:xfrm>
              <a:custGeom>
                <a:rect b="b" l="l" r="r" t="t"/>
                <a:pathLst>
                  <a:path extrusionOk="0" h="13495" w="10471">
                    <a:moveTo>
                      <a:pt x="60" y="2375"/>
                    </a:moveTo>
                    <a:cubicBezTo>
                      <a:pt x="30" y="2375"/>
                      <a:pt x="0" y="2397"/>
                      <a:pt x="0" y="2442"/>
                    </a:cubicBezTo>
                    <a:cubicBezTo>
                      <a:pt x="30" y="3069"/>
                      <a:pt x="30" y="3712"/>
                      <a:pt x="15" y="4339"/>
                    </a:cubicBezTo>
                    <a:cubicBezTo>
                      <a:pt x="22" y="4376"/>
                      <a:pt x="56" y="4395"/>
                      <a:pt x="88" y="4395"/>
                    </a:cubicBezTo>
                    <a:cubicBezTo>
                      <a:pt x="120" y="4395"/>
                      <a:pt x="149" y="4376"/>
                      <a:pt x="149" y="4339"/>
                    </a:cubicBezTo>
                    <a:cubicBezTo>
                      <a:pt x="164" y="3712"/>
                      <a:pt x="149" y="3069"/>
                      <a:pt x="120" y="2442"/>
                    </a:cubicBezTo>
                    <a:cubicBezTo>
                      <a:pt x="120" y="2397"/>
                      <a:pt x="90" y="2375"/>
                      <a:pt x="60" y="2375"/>
                    </a:cubicBezTo>
                    <a:close/>
                    <a:moveTo>
                      <a:pt x="67" y="4824"/>
                    </a:moveTo>
                    <a:cubicBezTo>
                      <a:pt x="34" y="4824"/>
                      <a:pt x="0" y="4847"/>
                      <a:pt x="0" y="4892"/>
                    </a:cubicBezTo>
                    <a:cubicBezTo>
                      <a:pt x="60" y="7132"/>
                      <a:pt x="120" y="9372"/>
                      <a:pt x="373" y="11598"/>
                    </a:cubicBezTo>
                    <a:cubicBezTo>
                      <a:pt x="448" y="12210"/>
                      <a:pt x="523" y="12837"/>
                      <a:pt x="627" y="13450"/>
                    </a:cubicBezTo>
                    <a:cubicBezTo>
                      <a:pt x="633" y="13479"/>
                      <a:pt x="655" y="13492"/>
                      <a:pt x="678" y="13492"/>
                    </a:cubicBezTo>
                    <a:cubicBezTo>
                      <a:pt x="715" y="13492"/>
                      <a:pt x="756" y="13460"/>
                      <a:pt x="747" y="13405"/>
                    </a:cubicBezTo>
                    <a:cubicBezTo>
                      <a:pt x="388" y="11224"/>
                      <a:pt x="269" y="8984"/>
                      <a:pt x="194" y="6774"/>
                    </a:cubicBezTo>
                    <a:cubicBezTo>
                      <a:pt x="164" y="6146"/>
                      <a:pt x="149" y="5519"/>
                      <a:pt x="134" y="4892"/>
                    </a:cubicBezTo>
                    <a:cubicBezTo>
                      <a:pt x="134" y="4847"/>
                      <a:pt x="101" y="4824"/>
                      <a:pt x="67" y="4824"/>
                    </a:cubicBezTo>
                    <a:close/>
                    <a:moveTo>
                      <a:pt x="299" y="0"/>
                    </a:moveTo>
                    <a:cubicBezTo>
                      <a:pt x="269" y="0"/>
                      <a:pt x="239" y="22"/>
                      <a:pt x="239" y="67"/>
                    </a:cubicBezTo>
                    <a:cubicBezTo>
                      <a:pt x="209" y="1800"/>
                      <a:pt x="269" y="3562"/>
                      <a:pt x="388" y="5295"/>
                    </a:cubicBezTo>
                    <a:cubicBezTo>
                      <a:pt x="508" y="7042"/>
                      <a:pt x="717" y="8760"/>
                      <a:pt x="986" y="10493"/>
                    </a:cubicBezTo>
                    <a:cubicBezTo>
                      <a:pt x="1150" y="11448"/>
                      <a:pt x="1329" y="12419"/>
                      <a:pt x="1524" y="13375"/>
                    </a:cubicBezTo>
                    <a:cubicBezTo>
                      <a:pt x="1524" y="13405"/>
                      <a:pt x="1538" y="13405"/>
                      <a:pt x="1553" y="13420"/>
                    </a:cubicBezTo>
                    <a:cubicBezTo>
                      <a:pt x="1538" y="13450"/>
                      <a:pt x="1553" y="13495"/>
                      <a:pt x="1613" y="13495"/>
                    </a:cubicBezTo>
                    <a:cubicBezTo>
                      <a:pt x="2121" y="13450"/>
                      <a:pt x="2644" y="13390"/>
                      <a:pt x="3166" y="13330"/>
                    </a:cubicBezTo>
                    <a:cubicBezTo>
                      <a:pt x="3166" y="13345"/>
                      <a:pt x="3196" y="13360"/>
                      <a:pt x="3211" y="13360"/>
                    </a:cubicBezTo>
                    <a:cubicBezTo>
                      <a:pt x="4869" y="13256"/>
                      <a:pt x="6527" y="13121"/>
                      <a:pt x="8185" y="12972"/>
                    </a:cubicBezTo>
                    <a:cubicBezTo>
                      <a:pt x="8663" y="12927"/>
                      <a:pt x="9126" y="12882"/>
                      <a:pt x="9604" y="12837"/>
                    </a:cubicBezTo>
                    <a:cubicBezTo>
                      <a:pt x="9675" y="12837"/>
                      <a:pt x="9692" y="12717"/>
                      <a:pt x="9617" y="12717"/>
                    </a:cubicBezTo>
                    <a:cubicBezTo>
                      <a:pt x="9613" y="12717"/>
                      <a:pt x="9609" y="12717"/>
                      <a:pt x="9604" y="12718"/>
                    </a:cubicBezTo>
                    <a:cubicBezTo>
                      <a:pt x="8021" y="12867"/>
                      <a:pt x="6452" y="13002"/>
                      <a:pt x="4869" y="13121"/>
                    </a:cubicBezTo>
                    <a:cubicBezTo>
                      <a:pt x="6079" y="12972"/>
                      <a:pt x="7289" y="12793"/>
                      <a:pt x="8499" y="12613"/>
                    </a:cubicBezTo>
                    <a:cubicBezTo>
                      <a:pt x="9126" y="12524"/>
                      <a:pt x="9768" y="12434"/>
                      <a:pt x="10395" y="12345"/>
                    </a:cubicBezTo>
                    <a:cubicBezTo>
                      <a:pt x="10470" y="12330"/>
                      <a:pt x="10440" y="12210"/>
                      <a:pt x="10366" y="12210"/>
                    </a:cubicBezTo>
                    <a:cubicBezTo>
                      <a:pt x="8095" y="12539"/>
                      <a:pt x="5810" y="12897"/>
                      <a:pt x="3525" y="13151"/>
                    </a:cubicBezTo>
                    <a:cubicBezTo>
                      <a:pt x="2898" y="13241"/>
                      <a:pt x="2270" y="13300"/>
                      <a:pt x="1643" y="13360"/>
                    </a:cubicBezTo>
                    <a:cubicBezTo>
                      <a:pt x="1643" y="13345"/>
                      <a:pt x="1643" y="13345"/>
                      <a:pt x="1643" y="13345"/>
                    </a:cubicBezTo>
                    <a:cubicBezTo>
                      <a:pt x="1285" y="11643"/>
                      <a:pt x="1001" y="9910"/>
                      <a:pt x="792" y="8192"/>
                    </a:cubicBezTo>
                    <a:cubicBezTo>
                      <a:pt x="583" y="6460"/>
                      <a:pt x="448" y="4742"/>
                      <a:pt x="388" y="2995"/>
                    </a:cubicBezTo>
                    <a:cubicBezTo>
                      <a:pt x="344" y="2024"/>
                      <a:pt x="344" y="1038"/>
                      <a:pt x="359" y="67"/>
                    </a:cubicBezTo>
                    <a:cubicBezTo>
                      <a:pt x="359" y="22"/>
                      <a:pt x="329" y="0"/>
                      <a:pt x="299"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12"/>
              <p:cNvSpPr/>
              <p:nvPr/>
            </p:nvSpPr>
            <p:spPr>
              <a:xfrm>
                <a:off x="-3629200" y="2598925"/>
                <a:ext cx="58025" cy="23500"/>
              </a:xfrm>
              <a:custGeom>
                <a:rect b="b" l="l" r="r" t="t"/>
                <a:pathLst>
                  <a:path extrusionOk="0" h="940" w="2321">
                    <a:moveTo>
                      <a:pt x="941" y="497"/>
                    </a:moveTo>
                    <a:cubicBezTo>
                      <a:pt x="941" y="502"/>
                      <a:pt x="941" y="507"/>
                      <a:pt x="941" y="512"/>
                    </a:cubicBezTo>
                    <a:cubicBezTo>
                      <a:pt x="926" y="527"/>
                      <a:pt x="926" y="542"/>
                      <a:pt x="926" y="572"/>
                    </a:cubicBezTo>
                    <a:cubicBezTo>
                      <a:pt x="896" y="632"/>
                      <a:pt x="851" y="706"/>
                      <a:pt x="792" y="751"/>
                    </a:cubicBezTo>
                    <a:cubicBezTo>
                      <a:pt x="762" y="766"/>
                      <a:pt x="717" y="796"/>
                      <a:pt x="687" y="796"/>
                    </a:cubicBezTo>
                    <a:cubicBezTo>
                      <a:pt x="687" y="796"/>
                      <a:pt x="672" y="811"/>
                      <a:pt x="672" y="811"/>
                    </a:cubicBezTo>
                    <a:lnTo>
                      <a:pt x="627" y="811"/>
                    </a:lnTo>
                    <a:cubicBezTo>
                      <a:pt x="627" y="811"/>
                      <a:pt x="612" y="811"/>
                      <a:pt x="612" y="796"/>
                    </a:cubicBezTo>
                    <a:lnTo>
                      <a:pt x="583" y="796"/>
                    </a:lnTo>
                    <a:cubicBezTo>
                      <a:pt x="593" y="796"/>
                      <a:pt x="589" y="789"/>
                      <a:pt x="586" y="789"/>
                    </a:cubicBezTo>
                    <a:cubicBezTo>
                      <a:pt x="584" y="789"/>
                      <a:pt x="583" y="791"/>
                      <a:pt x="583" y="796"/>
                    </a:cubicBezTo>
                    <a:cubicBezTo>
                      <a:pt x="583" y="796"/>
                      <a:pt x="583" y="781"/>
                      <a:pt x="583" y="781"/>
                    </a:cubicBezTo>
                    <a:lnTo>
                      <a:pt x="583" y="766"/>
                    </a:lnTo>
                    <a:cubicBezTo>
                      <a:pt x="597" y="721"/>
                      <a:pt x="642" y="691"/>
                      <a:pt x="672" y="661"/>
                    </a:cubicBezTo>
                    <a:cubicBezTo>
                      <a:pt x="747" y="572"/>
                      <a:pt x="836" y="527"/>
                      <a:pt x="941" y="497"/>
                    </a:cubicBezTo>
                    <a:close/>
                    <a:moveTo>
                      <a:pt x="630" y="0"/>
                    </a:moveTo>
                    <a:cubicBezTo>
                      <a:pt x="406" y="0"/>
                      <a:pt x="206" y="123"/>
                      <a:pt x="30" y="258"/>
                    </a:cubicBezTo>
                    <a:cubicBezTo>
                      <a:pt x="0" y="288"/>
                      <a:pt x="0" y="318"/>
                      <a:pt x="15" y="348"/>
                    </a:cubicBezTo>
                    <a:cubicBezTo>
                      <a:pt x="36" y="369"/>
                      <a:pt x="65" y="390"/>
                      <a:pt x="85" y="390"/>
                    </a:cubicBezTo>
                    <a:cubicBezTo>
                      <a:pt x="93" y="390"/>
                      <a:pt x="100" y="386"/>
                      <a:pt x="105" y="378"/>
                    </a:cubicBezTo>
                    <a:cubicBezTo>
                      <a:pt x="254" y="258"/>
                      <a:pt x="433" y="139"/>
                      <a:pt x="627" y="124"/>
                    </a:cubicBezTo>
                    <a:cubicBezTo>
                      <a:pt x="702" y="124"/>
                      <a:pt x="792" y="139"/>
                      <a:pt x="881" y="183"/>
                    </a:cubicBezTo>
                    <a:cubicBezTo>
                      <a:pt x="911" y="198"/>
                      <a:pt x="941" y="228"/>
                      <a:pt x="956" y="273"/>
                    </a:cubicBezTo>
                    <a:cubicBezTo>
                      <a:pt x="941" y="288"/>
                      <a:pt x="926" y="303"/>
                      <a:pt x="941" y="333"/>
                    </a:cubicBezTo>
                    <a:lnTo>
                      <a:pt x="941" y="363"/>
                    </a:lnTo>
                    <a:lnTo>
                      <a:pt x="911" y="363"/>
                    </a:lnTo>
                    <a:cubicBezTo>
                      <a:pt x="792" y="407"/>
                      <a:pt x="687" y="482"/>
                      <a:pt x="583" y="557"/>
                    </a:cubicBezTo>
                    <a:cubicBezTo>
                      <a:pt x="538" y="602"/>
                      <a:pt x="493" y="661"/>
                      <a:pt x="478" y="721"/>
                    </a:cubicBezTo>
                    <a:cubicBezTo>
                      <a:pt x="463" y="781"/>
                      <a:pt x="478" y="856"/>
                      <a:pt x="523" y="900"/>
                    </a:cubicBezTo>
                    <a:cubicBezTo>
                      <a:pt x="564" y="928"/>
                      <a:pt x="613" y="940"/>
                      <a:pt x="661" y="940"/>
                    </a:cubicBezTo>
                    <a:cubicBezTo>
                      <a:pt x="717" y="940"/>
                      <a:pt x="774" y="924"/>
                      <a:pt x="822" y="900"/>
                    </a:cubicBezTo>
                    <a:cubicBezTo>
                      <a:pt x="911" y="841"/>
                      <a:pt x="1001" y="766"/>
                      <a:pt x="1046" y="676"/>
                    </a:cubicBezTo>
                    <a:cubicBezTo>
                      <a:pt x="1075" y="602"/>
                      <a:pt x="1105" y="512"/>
                      <a:pt x="1105" y="422"/>
                    </a:cubicBezTo>
                    <a:cubicBezTo>
                      <a:pt x="1165" y="422"/>
                      <a:pt x="1240" y="452"/>
                      <a:pt x="1299" y="482"/>
                    </a:cubicBezTo>
                    <a:cubicBezTo>
                      <a:pt x="1404" y="527"/>
                      <a:pt x="1494" y="572"/>
                      <a:pt x="1598" y="587"/>
                    </a:cubicBezTo>
                    <a:cubicBezTo>
                      <a:pt x="1718" y="587"/>
                      <a:pt x="1837" y="542"/>
                      <a:pt x="1927" y="512"/>
                    </a:cubicBezTo>
                    <a:cubicBezTo>
                      <a:pt x="2046" y="467"/>
                      <a:pt x="2151" y="422"/>
                      <a:pt x="2270" y="348"/>
                    </a:cubicBezTo>
                    <a:cubicBezTo>
                      <a:pt x="2321" y="323"/>
                      <a:pt x="2286" y="233"/>
                      <a:pt x="2238" y="233"/>
                    </a:cubicBezTo>
                    <a:cubicBezTo>
                      <a:pt x="2229" y="233"/>
                      <a:pt x="2220" y="236"/>
                      <a:pt x="2211" y="243"/>
                    </a:cubicBezTo>
                    <a:cubicBezTo>
                      <a:pt x="2091" y="303"/>
                      <a:pt x="1987" y="363"/>
                      <a:pt x="1867" y="407"/>
                    </a:cubicBezTo>
                    <a:cubicBezTo>
                      <a:pt x="1792" y="440"/>
                      <a:pt x="1701" y="464"/>
                      <a:pt x="1617" y="464"/>
                    </a:cubicBezTo>
                    <a:cubicBezTo>
                      <a:pt x="1584" y="464"/>
                      <a:pt x="1553" y="461"/>
                      <a:pt x="1524" y="452"/>
                    </a:cubicBezTo>
                    <a:cubicBezTo>
                      <a:pt x="1374" y="407"/>
                      <a:pt x="1240" y="303"/>
                      <a:pt x="1090" y="303"/>
                    </a:cubicBezTo>
                    <a:cubicBezTo>
                      <a:pt x="1090" y="243"/>
                      <a:pt x="1060" y="183"/>
                      <a:pt x="1016" y="139"/>
                    </a:cubicBezTo>
                    <a:cubicBezTo>
                      <a:pt x="941" y="49"/>
                      <a:pt x="822" y="19"/>
                      <a:pt x="702" y="4"/>
                    </a:cubicBezTo>
                    <a:cubicBezTo>
                      <a:pt x="678" y="1"/>
                      <a:pt x="654" y="0"/>
                      <a:pt x="6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8" name="Google Shape;1338;p12"/>
            <p:cNvGrpSpPr/>
            <p:nvPr/>
          </p:nvGrpSpPr>
          <p:grpSpPr>
            <a:xfrm rot="-7516062">
              <a:off x="6222617" y="3738002"/>
              <a:ext cx="1612396" cy="263413"/>
              <a:chOff x="-2497825" y="2229500"/>
              <a:chExt cx="368200" cy="60150"/>
            </a:xfrm>
          </p:grpSpPr>
          <p:sp>
            <p:nvSpPr>
              <p:cNvPr id="1339" name="Google Shape;1339;p12"/>
              <p:cNvSpPr/>
              <p:nvPr/>
            </p:nvSpPr>
            <p:spPr>
              <a:xfrm>
                <a:off x="-2465725" y="2232350"/>
                <a:ext cx="270750" cy="55275"/>
              </a:xfrm>
              <a:custGeom>
                <a:rect b="b" l="l" r="r" t="t"/>
                <a:pathLst>
                  <a:path extrusionOk="0" h="2211" w="10830">
                    <a:moveTo>
                      <a:pt x="509" y="0"/>
                    </a:moveTo>
                    <a:cubicBezTo>
                      <a:pt x="345" y="314"/>
                      <a:pt x="165" y="613"/>
                      <a:pt x="1" y="926"/>
                    </a:cubicBezTo>
                    <a:lnTo>
                      <a:pt x="1" y="941"/>
                    </a:lnTo>
                    <a:cubicBezTo>
                      <a:pt x="1" y="1120"/>
                      <a:pt x="1" y="1300"/>
                      <a:pt x="16" y="1479"/>
                    </a:cubicBezTo>
                    <a:cubicBezTo>
                      <a:pt x="106" y="1718"/>
                      <a:pt x="195" y="1957"/>
                      <a:pt x="285" y="2211"/>
                    </a:cubicBezTo>
                    <a:cubicBezTo>
                      <a:pt x="628" y="2196"/>
                      <a:pt x="972" y="2196"/>
                      <a:pt x="1136" y="2196"/>
                    </a:cubicBezTo>
                    <a:cubicBezTo>
                      <a:pt x="3085" y="2171"/>
                      <a:pt x="4567" y="2160"/>
                      <a:pt x="6109" y="2160"/>
                    </a:cubicBezTo>
                    <a:cubicBezTo>
                      <a:pt x="7368" y="2160"/>
                      <a:pt x="8667" y="2167"/>
                      <a:pt x="10292" y="2181"/>
                    </a:cubicBezTo>
                    <a:cubicBezTo>
                      <a:pt x="10332" y="2176"/>
                      <a:pt x="10381" y="2174"/>
                      <a:pt x="10438" y="2174"/>
                    </a:cubicBezTo>
                    <a:cubicBezTo>
                      <a:pt x="10551" y="2174"/>
                      <a:pt x="10690" y="2181"/>
                      <a:pt x="10829" y="2181"/>
                    </a:cubicBezTo>
                    <a:cubicBezTo>
                      <a:pt x="10740" y="2002"/>
                      <a:pt x="10695" y="1793"/>
                      <a:pt x="10665" y="1583"/>
                    </a:cubicBezTo>
                    <a:lnTo>
                      <a:pt x="10665" y="1539"/>
                    </a:lnTo>
                    <a:cubicBezTo>
                      <a:pt x="10635" y="1300"/>
                      <a:pt x="10650" y="1061"/>
                      <a:pt x="10665" y="822"/>
                    </a:cubicBezTo>
                    <a:lnTo>
                      <a:pt x="10665" y="807"/>
                    </a:lnTo>
                    <a:lnTo>
                      <a:pt x="10680" y="762"/>
                    </a:lnTo>
                    <a:cubicBezTo>
                      <a:pt x="10695" y="628"/>
                      <a:pt x="10710" y="493"/>
                      <a:pt x="10740" y="359"/>
                    </a:cubicBezTo>
                    <a:cubicBezTo>
                      <a:pt x="10770" y="284"/>
                      <a:pt x="10785" y="224"/>
                      <a:pt x="10829" y="165"/>
                    </a:cubicBezTo>
                    <a:cubicBezTo>
                      <a:pt x="10605" y="150"/>
                      <a:pt x="10411" y="150"/>
                      <a:pt x="10292" y="150"/>
                    </a:cubicBezTo>
                    <a:cubicBezTo>
                      <a:pt x="6662" y="90"/>
                      <a:pt x="4736" y="45"/>
                      <a:pt x="1136" y="15"/>
                    </a:cubicBezTo>
                    <a:cubicBezTo>
                      <a:pt x="1017" y="15"/>
                      <a:pt x="763" y="0"/>
                      <a:pt x="509"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12"/>
              <p:cNvSpPr/>
              <p:nvPr/>
            </p:nvSpPr>
            <p:spPr>
              <a:xfrm>
                <a:off x="-2209200" y="2236075"/>
                <a:ext cx="65000" cy="50800"/>
              </a:xfrm>
              <a:custGeom>
                <a:rect b="b" l="l" r="r" t="t"/>
                <a:pathLst>
                  <a:path extrusionOk="0" h="2032" w="2600">
                    <a:moveTo>
                      <a:pt x="568" y="1"/>
                    </a:moveTo>
                    <a:lnTo>
                      <a:pt x="165" y="45"/>
                    </a:lnTo>
                    <a:lnTo>
                      <a:pt x="76" y="807"/>
                    </a:lnTo>
                    <a:cubicBezTo>
                      <a:pt x="46" y="1195"/>
                      <a:pt x="31" y="1584"/>
                      <a:pt x="1" y="1957"/>
                    </a:cubicBezTo>
                    <a:lnTo>
                      <a:pt x="31" y="1972"/>
                    </a:lnTo>
                    <a:lnTo>
                      <a:pt x="568" y="2032"/>
                    </a:lnTo>
                    <a:cubicBezTo>
                      <a:pt x="1420" y="1793"/>
                      <a:pt x="1763" y="1599"/>
                      <a:pt x="2600" y="1240"/>
                    </a:cubicBezTo>
                    <a:cubicBezTo>
                      <a:pt x="2600" y="1091"/>
                      <a:pt x="2585" y="942"/>
                      <a:pt x="2585" y="807"/>
                    </a:cubicBezTo>
                    <a:cubicBezTo>
                      <a:pt x="1898" y="523"/>
                      <a:pt x="1270" y="240"/>
                      <a:pt x="56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12"/>
              <p:cNvSpPr/>
              <p:nvPr/>
            </p:nvSpPr>
            <p:spPr>
              <a:xfrm>
                <a:off x="-2152050" y="2252875"/>
                <a:ext cx="22425" cy="17200"/>
              </a:xfrm>
              <a:custGeom>
                <a:rect b="b" l="l" r="r" t="t"/>
                <a:pathLst>
                  <a:path extrusionOk="0" h="688" w="897">
                    <a:moveTo>
                      <a:pt x="0" y="1"/>
                    </a:moveTo>
                    <a:lnTo>
                      <a:pt x="15" y="688"/>
                    </a:lnTo>
                    <a:cubicBezTo>
                      <a:pt x="15" y="688"/>
                      <a:pt x="896" y="523"/>
                      <a:pt x="896" y="374"/>
                    </a:cubicBezTo>
                    <a:cubicBezTo>
                      <a:pt x="896" y="21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12"/>
              <p:cNvSpPr/>
              <p:nvPr/>
            </p:nvSpPr>
            <p:spPr>
              <a:xfrm>
                <a:off x="-2465350" y="2268925"/>
                <a:ext cx="270375" cy="18325"/>
              </a:xfrm>
              <a:custGeom>
                <a:rect b="b" l="l" r="r" t="t"/>
                <a:pathLst>
                  <a:path extrusionOk="0" h="733" w="10815">
                    <a:moveTo>
                      <a:pt x="1" y="1"/>
                    </a:moveTo>
                    <a:lnTo>
                      <a:pt x="1" y="16"/>
                    </a:lnTo>
                    <a:cubicBezTo>
                      <a:pt x="91" y="255"/>
                      <a:pt x="180" y="494"/>
                      <a:pt x="270" y="733"/>
                    </a:cubicBezTo>
                    <a:cubicBezTo>
                      <a:pt x="613" y="733"/>
                      <a:pt x="957" y="733"/>
                      <a:pt x="1121" y="718"/>
                    </a:cubicBezTo>
                    <a:cubicBezTo>
                      <a:pt x="3309" y="699"/>
                      <a:pt x="4909" y="687"/>
                      <a:pt x="6665" y="687"/>
                    </a:cubicBezTo>
                    <a:cubicBezTo>
                      <a:pt x="7751" y="687"/>
                      <a:pt x="8896" y="692"/>
                      <a:pt x="10277" y="703"/>
                    </a:cubicBezTo>
                    <a:cubicBezTo>
                      <a:pt x="10396" y="703"/>
                      <a:pt x="10605" y="718"/>
                      <a:pt x="10814" y="718"/>
                    </a:cubicBezTo>
                    <a:cubicBezTo>
                      <a:pt x="10710" y="688"/>
                      <a:pt x="10620" y="643"/>
                      <a:pt x="10516" y="598"/>
                    </a:cubicBezTo>
                    <a:cubicBezTo>
                      <a:pt x="10456" y="568"/>
                      <a:pt x="10396" y="509"/>
                      <a:pt x="10381" y="434"/>
                    </a:cubicBezTo>
                    <a:cubicBezTo>
                      <a:pt x="10351" y="359"/>
                      <a:pt x="10411" y="270"/>
                      <a:pt x="10456" y="225"/>
                    </a:cubicBezTo>
                    <a:cubicBezTo>
                      <a:pt x="10501" y="165"/>
                      <a:pt x="10561" y="105"/>
                      <a:pt x="10635" y="76"/>
                    </a:cubicBezTo>
                    <a:lnTo>
                      <a:pt x="10277" y="76"/>
                    </a:lnTo>
                    <a:cubicBezTo>
                      <a:pt x="6632" y="46"/>
                      <a:pt x="4616" y="31"/>
                      <a:pt x="1121" y="16"/>
                    </a:cubicBezTo>
                    <a:cubicBezTo>
                      <a:pt x="882" y="16"/>
                      <a:pt x="464"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2"/>
              <p:cNvSpPr/>
              <p:nvPr/>
            </p:nvSpPr>
            <p:spPr>
              <a:xfrm>
                <a:off x="-2465725" y="2251375"/>
                <a:ext cx="266275" cy="19075"/>
              </a:xfrm>
              <a:custGeom>
                <a:rect b="b" l="l" r="r" t="t"/>
                <a:pathLst>
                  <a:path extrusionOk="0" h="763" w="10651">
                    <a:moveTo>
                      <a:pt x="6449" y="0"/>
                    </a:moveTo>
                    <a:cubicBezTo>
                      <a:pt x="4749" y="0"/>
                      <a:pt x="3195" y="34"/>
                      <a:pt x="1136" y="106"/>
                    </a:cubicBezTo>
                    <a:cubicBezTo>
                      <a:pt x="837" y="120"/>
                      <a:pt x="434" y="135"/>
                      <a:pt x="1" y="165"/>
                    </a:cubicBezTo>
                    <a:cubicBezTo>
                      <a:pt x="1" y="344"/>
                      <a:pt x="1" y="524"/>
                      <a:pt x="16" y="703"/>
                    </a:cubicBezTo>
                    <a:lnTo>
                      <a:pt x="1136" y="703"/>
                    </a:lnTo>
                    <a:cubicBezTo>
                      <a:pt x="4631" y="733"/>
                      <a:pt x="6647" y="748"/>
                      <a:pt x="10292" y="763"/>
                    </a:cubicBezTo>
                    <a:lnTo>
                      <a:pt x="10650" y="763"/>
                    </a:lnTo>
                    <a:cubicBezTo>
                      <a:pt x="10605" y="763"/>
                      <a:pt x="10576" y="733"/>
                      <a:pt x="10531" y="718"/>
                    </a:cubicBezTo>
                    <a:cubicBezTo>
                      <a:pt x="10441" y="643"/>
                      <a:pt x="10352" y="524"/>
                      <a:pt x="10352" y="389"/>
                    </a:cubicBezTo>
                    <a:cubicBezTo>
                      <a:pt x="10366" y="255"/>
                      <a:pt x="10456" y="135"/>
                      <a:pt x="10546" y="76"/>
                    </a:cubicBezTo>
                    <a:cubicBezTo>
                      <a:pt x="10576" y="61"/>
                      <a:pt x="10590" y="61"/>
                      <a:pt x="10635" y="46"/>
                    </a:cubicBezTo>
                    <a:lnTo>
                      <a:pt x="10292" y="46"/>
                    </a:lnTo>
                    <a:cubicBezTo>
                      <a:pt x="8811" y="16"/>
                      <a:pt x="7596" y="0"/>
                      <a:pt x="64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12"/>
              <p:cNvSpPr/>
              <p:nvPr/>
            </p:nvSpPr>
            <p:spPr>
              <a:xfrm>
                <a:off x="-2465725" y="2232350"/>
                <a:ext cx="270375" cy="23175"/>
              </a:xfrm>
              <a:custGeom>
                <a:rect b="b" l="l" r="r" t="t"/>
                <a:pathLst>
                  <a:path extrusionOk="0" h="927" w="10815">
                    <a:moveTo>
                      <a:pt x="494" y="0"/>
                    </a:moveTo>
                    <a:cubicBezTo>
                      <a:pt x="330" y="299"/>
                      <a:pt x="165" y="598"/>
                      <a:pt x="1" y="911"/>
                    </a:cubicBezTo>
                    <a:lnTo>
                      <a:pt x="1" y="926"/>
                    </a:lnTo>
                    <a:cubicBezTo>
                      <a:pt x="419" y="911"/>
                      <a:pt x="822" y="896"/>
                      <a:pt x="1136" y="881"/>
                    </a:cubicBezTo>
                    <a:cubicBezTo>
                      <a:pt x="3237" y="800"/>
                      <a:pt x="4806" y="762"/>
                      <a:pt x="6544" y="762"/>
                    </a:cubicBezTo>
                    <a:cubicBezTo>
                      <a:pt x="7662" y="762"/>
                      <a:pt x="8849" y="778"/>
                      <a:pt x="10292" y="807"/>
                    </a:cubicBezTo>
                    <a:lnTo>
                      <a:pt x="10650" y="807"/>
                    </a:lnTo>
                    <a:cubicBezTo>
                      <a:pt x="10590" y="777"/>
                      <a:pt x="10546" y="732"/>
                      <a:pt x="10516" y="687"/>
                    </a:cubicBezTo>
                    <a:cubicBezTo>
                      <a:pt x="10456" y="598"/>
                      <a:pt x="10441" y="493"/>
                      <a:pt x="10471" y="418"/>
                    </a:cubicBezTo>
                    <a:cubicBezTo>
                      <a:pt x="10501" y="314"/>
                      <a:pt x="10576" y="269"/>
                      <a:pt x="10650" y="224"/>
                    </a:cubicBezTo>
                    <a:cubicBezTo>
                      <a:pt x="10710" y="194"/>
                      <a:pt x="10755" y="179"/>
                      <a:pt x="10815" y="150"/>
                    </a:cubicBezTo>
                    <a:lnTo>
                      <a:pt x="10292" y="150"/>
                    </a:lnTo>
                    <a:cubicBezTo>
                      <a:pt x="6662" y="90"/>
                      <a:pt x="4736" y="45"/>
                      <a:pt x="11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2"/>
              <p:cNvSpPr/>
              <p:nvPr/>
            </p:nvSpPr>
            <p:spPr>
              <a:xfrm>
                <a:off x="-2195000" y="228685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2"/>
              <p:cNvSpPr/>
              <p:nvPr/>
            </p:nvSpPr>
            <p:spPr>
              <a:xfrm>
                <a:off x="-2199100" y="2270425"/>
                <a:ext cx="25" cy="400"/>
              </a:xfrm>
              <a:custGeom>
                <a:rect b="b" l="l" r="r" t="t"/>
                <a:pathLst>
                  <a:path extrusionOk="0" h="16" w="1">
                    <a:moveTo>
                      <a:pt x="0" y="1"/>
                    </a:moveTo>
                    <a:lnTo>
                      <a:pt x="0" y="1"/>
                    </a:lnTo>
                    <a:lnTo>
                      <a:pt x="0" y="16"/>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12"/>
              <p:cNvSpPr/>
              <p:nvPr/>
            </p:nvSpPr>
            <p:spPr>
              <a:xfrm>
                <a:off x="-2206575" y="2270800"/>
                <a:ext cx="11600" cy="16075"/>
              </a:xfrm>
              <a:custGeom>
                <a:rect b="b" l="l" r="r" t="t"/>
                <a:pathLst>
                  <a:path extrusionOk="0" h="643" w="464">
                    <a:moveTo>
                      <a:pt x="284" y="1"/>
                    </a:moveTo>
                    <a:cubicBezTo>
                      <a:pt x="224" y="30"/>
                      <a:pt x="165" y="90"/>
                      <a:pt x="105" y="150"/>
                    </a:cubicBezTo>
                    <a:cubicBezTo>
                      <a:pt x="60" y="195"/>
                      <a:pt x="0" y="284"/>
                      <a:pt x="30" y="359"/>
                    </a:cubicBezTo>
                    <a:cubicBezTo>
                      <a:pt x="45" y="434"/>
                      <a:pt x="105" y="493"/>
                      <a:pt x="165" y="523"/>
                    </a:cubicBezTo>
                    <a:cubicBezTo>
                      <a:pt x="269" y="568"/>
                      <a:pt x="359" y="613"/>
                      <a:pt x="463" y="643"/>
                    </a:cubicBezTo>
                    <a:cubicBezTo>
                      <a:pt x="374" y="464"/>
                      <a:pt x="314" y="255"/>
                      <a:pt x="299" y="45"/>
                    </a:cubicBezTo>
                    <a:lnTo>
                      <a:pt x="284"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2"/>
              <p:cNvSpPr/>
              <p:nvPr/>
            </p:nvSpPr>
            <p:spPr>
              <a:xfrm>
                <a:off x="-2199100" y="22708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12"/>
              <p:cNvSpPr/>
              <p:nvPr/>
            </p:nvSpPr>
            <p:spPr>
              <a:xfrm>
                <a:off x="-2195000" y="2236075"/>
                <a:ext cx="25" cy="25"/>
              </a:xfrm>
              <a:custGeom>
                <a:rect b="b" l="l" r="r" t="t"/>
                <a:pathLst>
                  <a:path extrusionOk="0" h="1" w="1">
                    <a:moveTo>
                      <a:pt x="0" y="1"/>
                    </a:moveTo>
                    <a:lnTo>
                      <a:pt x="0" y="1"/>
                    </a:lnTo>
                    <a:lnTo>
                      <a:pt x="0"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12"/>
              <p:cNvSpPr/>
              <p:nvPr/>
            </p:nvSpPr>
            <p:spPr>
              <a:xfrm>
                <a:off x="-2199100" y="2252500"/>
                <a:ext cx="25" cy="25"/>
              </a:xfrm>
              <a:custGeom>
                <a:rect b="b" l="l" r="r" t="t"/>
                <a:pathLst>
                  <a:path extrusionOk="0" h="1" w="1">
                    <a:moveTo>
                      <a:pt x="0" y="1"/>
                    </a:move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2"/>
              <p:cNvSpPr/>
              <p:nvPr/>
            </p:nvSpPr>
            <p:spPr>
              <a:xfrm>
                <a:off x="-2199475" y="2270425"/>
                <a:ext cx="400" cy="400"/>
              </a:xfrm>
              <a:custGeom>
                <a:rect b="b" l="l" r="r" t="t"/>
                <a:pathLst>
                  <a:path extrusionOk="0" h="16" w="16">
                    <a:moveTo>
                      <a:pt x="0" y="1"/>
                    </a:move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2"/>
              <p:cNvSpPr/>
              <p:nvPr/>
            </p:nvSpPr>
            <p:spPr>
              <a:xfrm>
                <a:off x="-2206950" y="2252500"/>
                <a:ext cx="7875" cy="17950"/>
              </a:xfrm>
              <a:custGeom>
                <a:rect b="b" l="l" r="r" t="t"/>
                <a:pathLst>
                  <a:path extrusionOk="0" h="718" w="315">
                    <a:moveTo>
                      <a:pt x="284" y="1"/>
                    </a:moveTo>
                    <a:cubicBezTo>
                      <a:pt x="254" y="16"/>
                      <a:pt x="225" y="16"/>
                      <a:pt x="195" y="31"/>
                    </a:cubicBezTo>
                    <a:cubicBezTo>
                      <a:pt x="105" y="90"/>
                      <a:pt x="15" y="210"/>
                      <a:pt x="1" y="344"/>
                    </a:cubicBezTo>
                    <a:cubicBezTo>
                      <a:pt x="1" y="479"/>
                      <a:pt x="90" y="598"/>
                      <a:pt x="180" y="673"/>
                    </a:cubicBezTo>
                    <a:cubicBezTo>
                      <a:pt x="225" y="688"/>
                      <a:pt x="254" y="703"/>
                      <a:pt x="299" y="718"/>
                    </a:cubicBezTo>
                    <a:lnTo>
                      <a:pt x="314" y="718"/>
                    </a:lnTo>
                    <a:cubicBezTo>
                      <a:pt x="284" y="479"/>
                      <a:pt x="299" y="240"/>
                      <a:pt x="314"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2"/>
              <p:cNvSpPr/>
              <p:nvPr/>
            </p:nvSpPr>
            <p:spPr>
              <a:xfrm>
                <a:off x="-2199850" y="2252500"/>
                <a:ext cx="775" cy="25"/>
              </a:xfrm>
              <a:custGeom>
                <a:rect b="b" l="l" r="r" t="t"/>
                <a:pathLst>
                  <a:path extrusionOk="0" h="1" w="31">
                    <a:moveTo>
                      <a:pt x="0" y="1"/>
                    </a:moveTo>
                    <a:lnTo>
                      <a:pt x="30" y="1"/>
                    </a:lnTo>
                    <a:lnTo>
                      <a:pt x="30" y="1"/>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12"/>
              <p:cNvSpPr/>
              <p:nvPr/>
            </p:nvSpPr>
            <p:spPr>
              <a:xfrm>
                <a:off x="-2199475" y="2252125"/>
                <a:ext cx="400" cy="400"/>
              </a:xfrm>
              <a:custGeom>
                <a:rect b="b" l="l" r="r" t="t"/>
                <a:pathLst>
                  <a:path extrusionOk="0" h="16" w="16">
                    <a:moveTo>
                      <a:pt x="15" y="1"/>
                    </a:moveTo>
                    <a:lnTo>
                      <a:pt x="0" y="16"/>
                    </a:lnTo>
                    <a:lnTo>
                      <a:pt x="15" y="16"/>
                    </a:lnTo>
                    <a:lnTo>
                      <a:pt x="15" y="1"/>
                    </a:ln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2"/>
              <p:cNvSpPr/>
              <p:nvPr/>
            </p:nvSpPr>
            <p:spPr>
              <a:xfrm>
                <a:off x="-2204700" y="2236075"/>
                <a:ext cx="9725" cy="16450"/>
              </a:xfrm>
              <a:custGeom>
                <a:rect b="b" l="l" r="r" t="t"/>
                <a:pathLst>
                  <a:path extrusionOk="0" h="658" w="389">
                    <a:moveTo>
                      <a:pt x="388" y="1"/>
                    </a:moveTo>
                    <a:lnTo>
                      <a:pt x="388" y="1"/>
                    </a:lnTo>
                    <a:cubicBezTo>
                      <a:pt x="329" y="16"/>
                      <a:pt x="269" y="45"/>
                      <a:pt x="209" y="75"/>
                    </a:cubicBezTo>
                    <a:cubicBezTo>
                      <a:pt x="135" y="120"/>
                      <a:pt x="60" y="165"/>
                      <a:pt x="30" y="269"/>
                    </a:cubicBezTo>
                    <a:cubicBezTo>
                      <a:pt x="0" y="359"/>
                      <a:pt x="15" y="464"/>
                      <a:pt x="75" y="538"/>
                    </a:cubicBezTo>
                    <a:cubicBezTo>
                      <a:pt x="105" y="583"/>
                      <a:pt x="149" y="628"/>
                      <a:pt x="209" y="658"/>
                    </a:cubicBezTo>
                    <a:lnTo>
                      <a:pt x="224" y="643"/>
                    </a:lnTo>
                    <a:lnTo>
                      <a:pt x="239" y="598"/>
                    </a:lnTo>
                    <a:cubicBezTo>
                      <a:pt x="254" y="464"/>
                      <a:pt x="269" y="329"/>
                      <a:pt x="299" y="195"/>
                    </a:cubicBezTo>
                    <a:cubicBezTo>
                      <a:pt x="329" y="120"/>
                      <a:pt x="344" y="60"/>
                      <a:pt x="388" y="1"/>
                    </a:cubicBezTo>
                    <a:close/>
                  </a:path>
                </a:pathLst>
              </a:custGeom>
              <a:solidFill>
                <a:srgbClr val="FFB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2"/>
              <p:cNvSpPr/>
              <p:nvPr/>
            </p:nvSpPr>
            <p:spPr>
              <a:xfrm>
                <a:off x="-2497825" y="2231600"/>
                <a:ext cx="42225" cy="56925"/>
              </a:xfrm>
              <a:custGeom>
                <a:rect b="b" l="l" r="r" t="t"/>
                <a:pathLst>
                  <a:path extrusionOk="0" h="2277" w="1689">
                    <a:moveTo>
                      <a:pt x="777" y="0"/>
                    </a:moveTo>
                    <a:cubicBezTo>
                      <a:pt x="628" y="0"/>
                      <a:pt x="464" y="0"/>
                      <a:pt x="314" y="45"/>
                    </a:cubicBezTo>
                    <a:cubicBezTo>
                      <a:pt x="299" y="60"/>
                      <a:pt x="269" y="60"/>
                      <a:pt x="239" y="90"/>
                    </a:cubicBezTo>
                    <a:cubicBezTo>
                      <a:pt x="225" y="105"/>
                      <a:pt x="210" y="135"/>
                      <a:pt x="195" y="165"/>
                    </a:cubicBezTo>
                    <a:cubicBezTo>
                      <a:pt x="1" y="613"/>
                      <a:pt x="1" y="1106"/>
                      <a:pt x="45" y="1598"/>
                    </a:cubicBezTo>
                    <a:cubicBezTo>
                      <a:pt x="45" y="1673"/>
                      <a:pt x="60" y="1748"/>
                      <a:pt x="75" y="1823"/>
                    </a:cubicBezTo>
                    <a:cubicBezTo>
                      <a:pt x="90" y="1897"/>
                      <a:pt x="120" y="1972"/>
                      <a:pt x="165" y="2047"/>
                    </a:cubicBezTo>
                    <a:cubicBezTo>
                      <a:pt x="195" y="2106"/>
                      <a:pt x="225" y="2151"/>
                      <a:pt x="284" y="2181"/>
                    </a:cubicBezTo>
                    <a:cubicBezTo>
                      <a:pt x="329" y="2226"/>
                      <a:pt x="404" y="2226"/>
                      <a:pt x="464" y="2241"/>
                    </a:cubicBezTo>
                    <a:cubicBezTo>
                      <a:pt x="661" y="2265"/>
                      <a:pt x="863" y="2276"/>
                      <a:pt x="1067" y="2276"/>
                    </a:cubicBezTo>
                    <a:cubicBezTo>
                      <a:pt x="1233" y="2276"/>
                      <a:pt x="1401" y="2269"/>
                      <a:pt x="1569" y="2256"/>
                    </a:cubicBezTo>
                    <a:cubicBezTo>
                      <a:pt x="1584" y="2256"/>
                      <a:pt x="1614" y="2241"/>
                      <a:pt x="1643" y="2226"/>
                    </a:cubicBezTo>
                    <a:cubicBezTo>
                      <a:pt x="1688" y="2196"/>
                      <a:pt x="1688" y="2136"/>
                      <a:pt x="1673" y="2076"/>
                    </a:cubicBezTo>
                    <a:cubicBezTo>
                      <a:pt x="1614" y="1464"/>
                      <a:pt x="1599" y="837"/>
                      <a:pt x="1614" y="224"/>
                    </a:cubicBezTo>
                    <a:lnTo>
                      <a:pt x="1584" y="15"/>
                    </a:lnTo>
                    <a:cubicBezTo>
                      <a:pt x="1315" y="0"/>
                      <a:pt x="1046" y="0"/>
                      <a:pt x="7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2"/>
              <p:cNvSpPr/>
              <p:nvPr/>
            </p:nvSpPr>
            <p:spPr>
              <a:xfrm>
                <a:off x="-2467950" y="2230500"/>
                <a:ext cx="23550" cy="59100"/>
              </a:xfrm>
              <a:custGeom>
                <a:rect b="b" l="l" r="r" t="t"/>
                <a:pathLst>
                  <a:path extrusionOk="0" h="2364" w="942">
                    <a:moveTo>
                      <a:pt x="911" y="2314"/>
                    </a:moveTo>
                    <a:cubicBezTo>
                      <a:pt x="911" y="2314"/>
                      <a:pt x="911" y="2315"/>
                      <a:pt x="911" y="2315"/>
                    </a:cubicBezTo>
                    <a:cubicBezTo>
                      <a:pt x="911" y="2315"/>
                      <a:pt x="911" y="2314"/>
                      <a:pt x="911" y="2314"/>
                    </a:cubicBezTo>
                    <a:close/>
                    <a:moveTo>
                      <a:pt x="428" y="1"/>
                    </a:moveTo>
                    <a:cubicBezTo>
                      <a:pt x="335" y="1"/>
                      <a:pt x="264" y="11"/>
                      <a:pt x="254" y="44"/>
                    </a:cubicBezTo>
                    <a:cubicBezTo>
                      <a:pt x="15" y="791"/>
                      <a:pt x="0" y="1568"/>
                      <a:pt x="224" y="2330"/>
                    </a:cubicBezTo>
                    <a:cubicBezTo>
                      <a:pt x="233" y="2354"/>
                      <a:pt x="289" y="2363"/>
                      <a:pt x="367" y="2363"/>
                    </a:cubicBezTo>
                    <a:cubicBezTo>
                      <a:pt x="552" y="2363"/>
                      <a:pt x="855" y="2313"/>
                      <a:pt x="905" y="2313"/>
                    </a:cubicBezTo>
                    <a:cubicBezTo>
                      <a:pt x="909" y="2313"/>
                      <a:pt x="911" y="2314"/>
                      <a:pt x="911" y="2314"/>
                    </a:cubicBezTo>
                    <a:lnTo>
                      <a:pt x="911" y="2314"/>
                    </a:lnTo>
                    <a:cubicBezTo>
                      <a:pt x="687" y="1553"/>
                      <a:pt x="702" y="791"/>
                      <a:pt x="941" y="29"/>
                    </a:cubicBezTo>
                    <a:lnTo>
                      <a:pt x="941" y="29"/>
                    </a:lnTo>
                    <a:cubicBezTo>
                      <a:pt x="940" y="33"/>
                      <a:pt x="929" y="34"/>
                      <a:pt x="912" y="34"/>
                    </a:cubicBezTo>
                    <a:cubicBezTo>
                      <a:pt x="830" y="34"/>
                      <a:pt x="594" y="1"/>
                      <a:pt x="4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2"/>
              <p:cNvSpPr/>
              <p:nvPr/>
            </p:nvSpPr>
            <p:spPr>
              <a:xfrm>
                <a:off x="-2490350" y="2229500"/>
                <a:ext cx="330850" cy="60150"/>
              </a:xfrm>
              <a:custGeom>
                <a:rect b="b" l="l" r="r" t="t"/>
                <a:pathLst>
                  <a:path extrusionOk="0" h="2406" w="13234">
                    <a:moveTo>
                      <a:pt x="247" y="327"/>
                    </a:moveTo>
                    <a:cubicBezTo>
                      <a:pt x="213" y="327"/>
                      <a:pt x="179" y="346"/>
                      <a:pt x="179" y="383"/>
                    </a:cubicBezTo>
                    <a:cubicBezTo>
                      <a:pt x="179" y="430"/>
                      <a:pt x="216" y="452"/>
                      <a:pt x="251" y="452"/>
                    </a:cubicBezTo>
                    <a:cubicBezTo>
                      <a:pt x="283" y="452"/>
                      <a:pt x="314" y="434"/>
                      <a:pt x="314" y="398"/>
                    </a:cubicBezTo>
                    <a:lnTo>
                      <a:pt x="314" y="383"/>
                    </a:lnTo>
                    <a:cubicBezTo>
                      <a:pt x="314" y="346"/>
                      <a:pt x="280" y="327"/>
                      <a:pt x="247" y="327"/>
                    </a:cubicBezTo>
                    <a:close/>
                    <a:moveTo>
                      <a:pt x="9918" y="398"/>
                    </a:moveTo>
                    <a:cubicBezTo>
                      <a:pt x="9828" y="398"/>
                      <a:pt x="9828" y="517"/>
                      <a:pt x="9918" y="517"/>
                    </a:cubicBezTo>
                    <a:cubicBezTo>
                      <a:pt x="10425" y="532"/>
                      <a:pt x="10933" y="547"/>
                      <a:pt x="11441" y="547"/>
                    </a:cubicBezTo>
                    <a:cubicBezTo>
                      <a:pt x="11531" y="547"/>
                      <a:pt x="11531" y="428"/>
                      <a:pt x="11441" y="428"/>
                    </a:cubicBezTo>
                    <a:cubicBezTo>
                      <a:pt x="10933" y="413"/>
                      <a:pt x="10425" y="398"/>
                      <a:pt x="9918" y="398"/>
                    </a:cubicBezTo>
                    <a:close/>
                    <a:moveTo>
                      <a:pt x="67" y="536"/>
                    </a:moveTo>
                    <a:cubicBezTo>
                      <a:pt x="34" y="536"/>
                      <a:pt x="0" y="555"/>
                      <a:pt x="0" y="592"/>
                    </a:cubicBezTo>
                    <a:cubicBezTo>
                      <a:pt x="0" y="639"/>
                      <a:pt x="37" y="661"/>
                      <a:pt x="72" y="661"/>
                    </a:cubicBezTo>
                    <a:cubicBezTo>
                      <a:pt x="104" y="661"/>
                      <a:pt x="135" y="643"/>
                      <a:pt x="135" y="607"/>
                    </a:cubicBezTo>
                    <a:lnTo>
                      <a:pt x="135" y="592"/>
                    </a:lnTo>
                    <a:cubicBezTo>
                      <a:pt x="135" y="555"/>
                      <a:pt x="101" y="536"/>
                      <a:pt x="67" y="536"/>
                    </a:cubicBezTo>
                    <a:close/>
                    <a:moveTo>
                      <a:pt x="314" y="607"/>
                    </a:moveTo>
                    <a:cubicBezTo>
                      <a:pt x="239" y="607"/>
                      <a:pt x="239" y="742"/>
                      <a:pt x="314" y="742"/>
                    </a:cubicBezTo>
                    <a:cubicBezTo>
                      <a:pt x="403" y="742"/>
                      <a:pt x="403" y="607"/>
                      <a:pt x="314" y="607"/>
                    </a:cubicBezTo>
                    <a:close/>
                    <a:moveTo>
                      <a:pt x="12845" y="1264"/>
                    </a:moveTo>
                    <a:cubicBezTo>
                      <a:pt x="12770" y="1279"/>
                      <a:pt x="12770" y="1399"/>
                      <a:pt x="12845" y="1399"/>
                    </a:cubicBezTo>
                    <a:cubicBezTo>
                      <a:pt x="12935" y="1399"/>
                      <a:pt x="12935" y="1264"/>
                      <a:pt x="12845" y="1264"/>
                    </a:cubicBezTo>
                    <a:close/>
                    <a:moveTo>
                      <a:pt x="1154" y="0"/>
                    </a:moveTo>
                    <a:cubicBezTo>
                      <a:pt x="1136" y="0"/>
                      <a:pt x="1118" y="8"/>
                      <a:pt x="1105" y="25"/>
                    </a:cubicBezTo>
                    <a:cubicBezTo>
                      <a:pt x="911" y="473"/>
                      <a:pt x="822" y="951"/>
                      <a:pt x="837" y="1444"/>
                    </a:cubicBezTo>
                    <a:cubicBezTo>
                      <a:pt x="844" y="1488"/>
                      <a:pt x="878" y="1511"/>
                      <a:pt x="909" y="1511"/>
                    </a:cubicBezTo>
                    <a:cubicBezTo>
                      <a:pt x="941" y="1511"/>
                      <a:pt x="971" y="1488"/>
                      <a:pt x="971" y="1444"/>
                    </a:cubicBezTo>
                    <a:cubicBezTo>
                      <a:pt x="941" y="981"/>
                      <a:pt x="1031" y="517"/>
                      <a:pt x="1210" y="99"/>
                    </a:cubicBezTo>
                    <a:cubicBezTo>
                      <a:pt x="1242" y="46"/>
                      <a:pt x="1198" y="0"/>
                      <a:pt x="1154" y="0"/>
                    </a:cubicBezTo>
                    <a:close/>
                    <a:moveTo>
                      <a:pt x="13144" y="1384"/>
                    </a:moveTo>
                    <a:cubicBezTo>
                      <a:pt x="13054" y="1384"/>
                      <a:pt x="13054" y="1518"/>
                      <a:pt x="13144" y="1518"/>
                    </a:cubicBezTo>
                    <a:cubicBezTo>
                      <a:pt x="13233" y="1518"/>
                      <a:pt x="13233" y="1384"/>
                      <a:pt x="13144" y="1384"/>
                    </a:cubicBezTo>
                    <a:close/>
                    <a:moveTo>
                      <a:pt x="12875" y="1563"/>
                    </a:moveTo>
                    <a:cubicBezTo>
                      <a:pt x="12860" y="1563"/>
                      <a:pt x="12845" y="1578"/>
                      <a:pt x="12845" y="1578"/>
                    </a:cubicBezTo>
                    <a:lnTo>
                      <a:pt x="12830" y="1593"/>
                    </a:lnTo>
                    <a:cubicBezTo>
                      <a:pt x="12815" y="1608"/>
                      <a:pt x="12815" y="1608"/>
                      <a:pt x="12815" y="1623"/>
                    </a:cubicBezTo>
                    <a:cubicBezTo>
                      <a:pt x="12800" y="1623"/>
                      <a:pt x="12800" y="1638"/>
                      <a:pt x="12800" y="1638"/>
                    </a:cubicBezTo>
                    <a:cubicBezTo>
                      <a:pt x="12800" y="1653"/>
                      <a:pt x="12800" y="1653"/>
                      <a:pt x="12815" y="1668"/>
                    </a:cubicBezTo>
                    <a:cubicBezTo>
                      <a:pt x="12815" y="1682"/>
                      <a:pt x="12815" y="1682"/>
                      <a:pt x="12830" y="1697"/>
                    </a:cubicBezTo>
                    <a:lnTo>
                      <a:pt x="12845" y="1697"/>
                    </a:lnTo>
                    <a:cubicBezTo>
                      <a:pt x="12845" y="1712"/>
                      <a:pt x="12860" y="1712"/>
                      <a:pt x="12875" y="1712"/>
                    </a:cubicBezTo>
                    <a:lnTo>
                      <a:pt x="12890" y="1712"/>
                    </a:lnTo>
                    <a:cubicBezTo>
                      <a:pt x="12905" y="1712"/>
                      <a:pt x="12905" y="1697"/>
                      <a:pt x="12920" y="1697"/>
                    </a:cubicBezTo>
                    <a:lnTo>
                      <a:pt x="12935" y="1682"/>
                    </a:lnTo>
                    <a:cubicBezTo>
                      <a:pt x="12935" y="1668"/>
                      <a:pt x="12935" y="1653"/>
                      <a:pt x="12950" y="1653"/>
                    </a:cubicBezTo>
                    <a:cubicBezTo>
                      <a:pt x="12950" y="1638"/>
                      <a:pt x="12950" y="1638"/>
                      <a:pt x="12950" y="1623"/>
                    </a:cubicBezTo>
                    <a:cubicBezTo>
                      <a:pt x="12950" y="1623"/>
                      <a:pt x="12950" y="1608"/>
                      <a:pt x="12950" y="1608"/>
                    </a:cubicBezTo>
                    <a:cubicBezTo>
                      <a:pt x="12950" y="1593"/>
                      <a:pt x="12935" y="1593"/>
                      <a:pt x="12935" y="1578"/>
                    </a:cubicBezTo>
                    <a:lnTo>
                      <a:pt x="12920" y="1578"/>
                    </a:lnTo>
                    <a:cubicBezTo>
                      <a:pt x="12905" y="1563"/>
                      <a:pt x="12890" y="1563"/>
                      <a:pt x="12890" y="1563"/>
                    </a:cubicBezTo>
                    <a:close/>
                    <a:moveTo>
                      <a:pt x="10963" y="1817"/>
                    </a:moveTo>
                    <a:cubicBezTo>
                      <a:pt x="10933" y="1817"/>
                      <a:pt x="10888" y="1847"/>
                      <a:pt x="10888" y="1877"/>
                    </a:cubicBezTo>
                    <a:cubicBezTo>
                      <a:pt x="10888" y="1921"/>
                      <a:pt x="10918" y="1936"/>
                      <a:pt x="10963" y="1936"/>
                    </a:cubicBezTo>
                    <a:cubicBezTo>
                      <a:pt x="11098" y="1951"/>
                      <a:pt x="11247" y="1951"/>
                      <a:pt x="11381" y="1951"/>
                    </a:cubicBezTo>
                    <a:cubicBezTo>
                      <a:pt x="11411" y="1951"/>
                      <a:pt x="11441" y="1921"/>
                      <a:pt x="11441" y="1892"/>
                    </a:cubicBezTo>
                    <a:cubicBezTo>
                      <a:pt x="11441" y="1847"/>
                      <a:pt x="11411" y="1832"/>
                      <a:pt x="11381" y="1832"/>
                    </a:cubicBezTo>
                    <a:cubicBezTo>
                      <a:pt x="11247" y="1817"/>
                      <a:pt x="11098" y="1817"/>
                      <a:pt x="10963" y="1817"/>
                    </a:cubicBezTo>
                    <a:close/>
                    <a:moveTo>
                      <a:pt x="1001" y="1996"/>
                    </a:moveTo>
                    <a:cubicBezTo>
                      <a:pt x="971" y="2011"/>
                      <a:pt x="941" y="2041"/>
                      <a:pt x="956" y="2071"/>
                    </a:cubicBezTo>
                    <a:cubicBezTo>
                      <a:pt x="971" y="2175"/>
                      <a:pt x="1016" y="2280"/>
                      <a:pt x="1061" y="2370"/>
                    </a:cubicBezTo>
                    <a:cubicBezTo>
                      <a:pt x="1072" y="2391"/>
                      <a:pt x="1099" y="2405"/>
                      <a:pt x="1118" y="2405"/>
                    </a:cubicBezTo>
                    <a:cubicBezTo>
                      <a:pt x="1125" y="2405"/>
                      <a:pt x="1131" y="2403"/>
                      <a:pt x="1135" y="2399"/>
                    </a:cubicBezTo>
                    <a:cubicBezTo>
                      <a:pt x="1165" y="2384"/>
                      <a:pt x="1180" y="2340"/>
                      <a:pt x="1165" y="2310"/>
                    </a:cubicBezTo>
                    <a:cubicBezTo>
                      <a:pt x="1150" y="2295"/>
                      <a:pt x="1150" y="2280"/>
                      <a:pt x="1150" y="2280"/>
                    </a:cubicBezTo>
                    <a:cubicBezTo>
                      <a:pt x="1150" y="2274"/>
                      <a:pt x="1150" y="2265"/>
                      <a:pt x="1150" y="2265"/>
                    </a:cubicBezTo>
                    <a:cubicBezTo>
                      <a:pt x="1150" y="2265"/>
                      <a:pt x="1150" y="2265"/>
                      <a:pt x="1135" y="2250"/>
                    </a:cubicBezTo>
                    <a:lnTo>
                      <a:pt x="1120" y="2190"/>
                    </a:lnTo>
                    <a:cubicBezTo>
                      <a:pt x="1105" y="2145"/>
                      <a:pt x="1091" y="2086"/>
                      <a:pt x="1076" y="2041"/>
                    </a:cubicBezTo>
                    <a:cubicBezTo>
                      <a:pt x="1076" y="2011"/>
                      <a:pt x="1031" y="1996"/>
                      <a:pt x="1001" y="199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9" name="Google Shape;1359;p12"/>
            <p:cNvSpPr/>
            <p:nvPr/>
          </p:nvSpPr>
          <p:spPr>
            <a:xfrm>
              <a:off x="7025703" y="339391"/>
              <a:ext cx="519658" cy="671062"/>
            </a:xfrm>
            <a:custGeom>
              <a:rect b="b" l="l" r="r" t="t"/>
              <a:pathLst>
                <a:path extrusionOk="0" h="3435" w="2660">
                  <a:moveTo>
                    <a:pt x="1901" y="0"/>
                  </a:moveTo>
                  <a:cubicBezTo>
                    <a:pt x="1745" y="0"/>
                    <a:pt x="1587" y="59"/>
                    <a:pt x="1435" y="194"/>
                  </a:cubicBezTo>
                  <a:lnTo>
                    <a:pt x="1345" y="298"/>
                  </a:lnTo>
                  <a:cubicBezTo>
                    <a:pt x="1121" y="492"/>
                    <a:pt x="165" y="2270"/>
                    <a:pt x="120" y="2583"/>
                  </a:cubicBezTo>
                  <a:cubicBezTo>
                    <a:pt x="1" y="2957"/>
                    <a:pt x="75" y="3241"/>
                    <a:pt x="374" y="3390"/>
                  </a:cubicBezTo>
                  <a:cubicBezTo>
                    <a:pt x="449" y="3405"/>
                    <a:pt x="494" y="3435"/>
                    <a:pt x="568" y="3435"/>
                  </a:cubicBezTo>
                  <a:cubicBezTo>
                    <a:pt x="688" y="3435"/>
                    <a:pt x="792" y="3390"/>
                    <a:pt x="912" y="3315"/>
                  </a:cubicBezTo>
                  <a:cubicBezTo>
                    <a:pt x="912" y="3315"/>
                    <a:pt x="1061" y="3166"/>
                    <a:pt x="1121" y="3031"/>
                  </a:cubicBezTo>
                  <a:cubicBezTo>
                    <a:pt x="1390" y="2568"/>
                    <a:pt x="1659" y="2090"/>
                    <a:pt x="1942" y="1568"/>
                  </a:cubicBezTo>
                  <a:cubicBezTo>
                    <a:pt x="1942" y="1538"/>
                    <a:pt x="2032" y="1344"/>
                    <a:pt x="1987" y="1164"/>
                  </a:cubicBezTo>
                  <a:cubicBezTo>
                    <a:pt x="1957" y="1075"/>
                    <a:pt x="1883" y="1000"/>
                    <a:pt x="1793" y="940"/>
                  </a:cubicBezTo>
                  <a:cubicBezTo>
                    <a:pt x="1730" y="906"/>
                    <a:pt x="1678" y="894"/>
                    <a:pt x="1631" y="894"/>
                  </a:cubicBezTo>
                  <a:cubicBezTo>
                    <a:pt x="1578" y="894"/>
                    <a:pt x="1534" y="909"/>
                    <a:pt x="1494" y="925"/>
                  </a:cubicBezTo>
                  <a:cubicBezTo>
                    <a:pt x="1285" y="970"/>
                    <a:pt x="1210" y="1194"/>
                    <a:pt x="1210" y="1194"/>
                  </a:cubicBezTo>
                  <a:cubicBezTo>
                    <a:pt x="1046" y="1493"/>
                    <a:pt x="867" y="1837"/>
                    <a:pt x="673" y="2210"/>
                  </a:cubicBezTo>
                  <a:cubicBezTo>
                    <a:pt x="643" y="2270"/>
                    <a:pt x="673" y="2344"/>
                    <a:pt x="718" y="2359"/>
                  </a:cubicBezTo>
                  <a:cubicBezTo>
                    <a:pt x="730" y="2368"/>
                    <a:pt x="745" y="2371"/>
                    <a:pt x="760" y="2371"/>
                  </a:cubicBezTo>
                  <a:cubicBezTo>
                    <a:pt x="801" y="2371"/>
                    <a:pt x="845" y="2347"/>
                    <a:pt x="867" y="2314"/>
                  </a:cubicBezTo>
                  <a:cubicBezTo>
                    <a:pt x="1061" y="1941"/>
                    <a:pt x="1240" y="1613"/>
                    <a:pt x="1420" y="1299"/>
                  </a:cubicBezTo>
                  <a:cubicBezTo>
                    <a:pt x="1435" y="1239"/>
                    <a:pt x="1494" y="1149"/>
                    <a:pt x="1569" y="1120"/>
                  </a:cubicBezTo>
                  <a:cubicBezTo>
                    <a:pt x="1584" y="1120"/>
                    <a:pt x="1644" y="1120"/>
                    <a:pt x="1688" y="1149"/>
                  </a:cubicBezTo>
                  <a:cubicBezTo>
                    <a:pt x="1718" y="1164"/>
                    <a:pt x="1763" y="1194"/>
                    <a:pt x="1763" y="1239"/>
                  </a:cubicBezTo>
                  <a:cubicBezTo>
                    <a:pt x="1793" y="1314"/>
                    <a:pt x="1733" y="1448"/>
                    <a:pt x="1718" y="1463"/>
                  </a:cubicBezTo>
                  <a:cubicBezTo>
                    <a:pt x="1435" y="1986"/>
                    <a:pt x="1166" y="2464"/>
                    <a:pt x="897" y="2912"/>
                  </a:cubicBezTo>
                  <a:lnTo>
                    <a:pt x="897" y="2942"/>
                  </a:lnTo>
                  <a:cubicBezTo>
                    <a:pt x="867" y="2987"/>
                    <a:pt x="747" y="3136"/>
                    <a:pt x="613" y="3181"/>
                  </a:cubicBezTo>
                  <a:cubicBezTo>
                    <a:pt x="568" y="3181"/>
                    <a:pt x="523" y="3181"/>
                    <a:pt x="464" y="3166"/>
                  </a:cubicBezTo>
                  <a:cubicBezTo>
                    <a:pt x="270" y="3061"/>
                    <a:pt x="225" y="2912"/>
                    <a:pt x="314" y="2643"/>
                  </a:cubicBezTo>
                  <a:lnTo>
                    <a:pt x="314" y="2613"/>
                  </a:lnTo>
                  <a:cubicBezTo>
                    <a:pt x="314" y="2389"/>
                    <a:pt x="1270" y="672"/>
                    <a:pt x="1435" y="477"/>
                  </a:cubicBezTo>
                  <a:cubicBezTo>
                    <a:pt x="1435" y="448"/>
                    <a:pt x="1464" y="448"/>
                    <a:pt x="1464" y="448"/>
                  </a:cubicBezTo>
                  <a:cubicBezTo>
                    <a:pt x="1494" y="448"/>
                    <a:pt x="1494" y="418"/>
                    <a:pt x="1494" y="418"/>
                  </a:cubicBezTo>
                  <a:cubicBezTo>
                    <a:pt x="1506" y="406"/>
                    <a:pt x="1668" y="225"/>
                    <a:pt x="1884" y="225"/>
                  </a:cubicBezTo>
                  <a:cubicBezTo>
                    <a:pt x="1940" y="225"/>
                    <a:pt x="2000" y="237"/>
                    <a:pt x="2062" y="268"/>
                  </a:cubicBezTo>
                  <a:cubicBezTo>
                    <a:pt x="2405" y="448"/>
                    <a:pt x="2331" y="746"/>
                    <a:pt x="2286" y="866"/>
                  </a:cubicBezTo>
                  <a:lnTo>
                    <a:pt x="2286" y="896"/>
                  </a:lnTo>
                  <a:cubicBezTo>
                    <a:pt x="2256" y="1045"/>
                    <a:pt x="1614" y="2359"/>
                    <a:pt x="1494" y="2509"/>
                  </a:cubicBezTo>
                  <a:cubicBezTo>
                    <a:pt x="1494" y="2539"/>
                    <a:pt x="1464" y="2539"/>
                    <a:pt x="1464" y="2568"/>
                  </a:cubicBezTo>
                  <a:cubicBezTo>
                    <a:pt x="1435" y="2613"/>
                    <a:pt x="1494" y="2688"/>
                    <a:pt x="1539" y="2718"/>
                  </a:cubicBezTo>
                  <a:cubicBezTo>
                    <a:pt x="1554" y="2725"/>
                    <a:pt x="1573" y="2729"/>
                    <a:pt x="1591" y="2729"/>
                  </a:cubicBezTo>
                  <a:cubicBezTo>
                    <a:pt x="1610" y="2729"/>
                    <a:pt x="1629" y="2725"/>
                    <a:pt x="1644" y="2718"/>
                  </a:cubicBezTo>
                  <a:cubicBezTo>
                    <a:pt x="1763" y="2643"/>
                    <a:pt x="2465" y="1224"/>
                    <a:pt x="2540" y="970"/>
                  </a:cubicBezTo>
                  <a:cubicBezTo>
                    <a:pt x="2659" y="672"/>
                    <a:pt x="2614" y="298"/>
                    <a:pt x="2211" y="74"/>
                  </a:cubicBezTo>
                  <a:cubicBezTo>
                    <a:pt x="2110" y="26"/>
                    <a:pt x="2006" y="0"/>
                    <a:pt x="19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3"/>
          <p:cNvSpPr txBox="1"/>
          <p:nvPr>
            <p:ph type="title"/>
          </p:nvPr>
        </p:nvSpPr>
        <p:spPr>
          <a:xfrm>
            <a:off x="1237975" y="265125"/>
            <a:ext cx="4736400" cy="49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b="0" lang="en" sz="2600">
                <a:latin typeface="Roboto"/>
                <a:ea typeface="Roboto"/>
                <a:cs typeface="Roboto"/>
                <a:sym typeface="Roboto"/>
              </a:rPr>
              <a:t>Thiết kế kiến trúc</a:t>
            </a:r>
            <a:endParaRPr b="0" sz="2600">
              <a:latin typeface="Roboto"/>
              <a:ea typeface="Roboto"/>
              <a:cs typeface="Roboto"/>
              <a:sym typeface="Roboto"/>
            </a:endParaRPr>
          </a:p>
          <a:p>
            <a:pPr indent="0" lvl="0" marL="0" rtl="0" algn="l">
              <a:lnSpc>
                <a:spcPct val="100000"/>
              </a:lnSpc>
              <a:spcBef>
                <a:spcPts val="0"/>
              </a:spcBef>
              <a:spcAft>
                <a:spcPts val="0"/>
              </a:spcAft>
              <a:buSzPts val="3000"/>
              <a:buNone/>
            </a:pPr>
            <a:r>
              <a:t/>
            </a:r>
            <a:endParaRPr b="0" sz="2600">
              <a:latin typeface="Roboto"/>
              <a:ea typeface="Roboto"/>
              <a:cs typeface="Roboto"/>
              <a:sym typeface="Roboto"/>
            </a:endParaRPr>
          </a:p>
        </p:txBody>
      </p:sp>
      <p:sp>
        <p:nvSpPr>
          <p:cNvPr id="1365" name="Google Shape;1365;p13"/>
          <p:cNvSpPr txBox="1"/>
          <p:nvPr>
            <p:ph idx="4294967295" type="title"/>
          </p:nvPr>
        </p:nvSpPr>
        <p:spPr>
          <a:xfrm>
            <a:off x="216075" y="132900"/>
            <a:ext cx="1652100" cy="91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4000">
                <a:solidFill>
                  <a:schemeClr val="dk2"/>
                </a:solidFill>
              </a:rPr>
              <a:t>03.1</a:t>
            </a:r>
            <a:endParaRPr sz="4000">
              <a:solidFill>
                <a:schemeClr val="dk2"/>
              </a:solidFill>
            </a:endParaRPr>
          </a:p>
        </p:txBody>
      </p:sp>
      <p:pic>
        <p:nvPicPr>
          <p:cNvPr id="1366" name="Google Shape;1366;p13" title="Picture3.png"/>
          <p:cNvPicPr preferRelativeResize="0"/>
          <p:nvPr/>
        </p:nvPicPr>
        <p:blipFill rotWithShape="1">
          <a:blip r:embed="rId3">
            <a:alphaModFix/>
          </a:blip>
          <a:srcRect b="0" l="0" r="0" t="0"/>
          <a:stretch/>
        </p:blipFill>
        <p:spPr>
          <a:xfrm>
            <a:off x="1205013" y="761325"/>
            <a:ext cx="6733981" cy="4185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4"/>
          <p:cNvSpPr txBox="1"/>
          <p:nvPr/>
        </p:nvSpPr>
        <p:spPr>
          <a:xfrm>
            <a:off x="746125" y="-237395"/>
            <a:ext cx="4021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000"/>
              </a:spcBef>
              <a:spcAft>
                <a:spcPts val="300"/>
              </a:spcAft>
              <a:buClr>
                <a:srgbClr val="000000"/>
              </a:buClr>
              <a:buSzPts val="1800"/>
              <a:buFont typeface="Arial"/>
              <a:buNone/>
            </a:pPr>
            <a:r>
              <a:rPr b="0" i="0" lang="en" sz="1800" u="none" cap="none" strike="noStrike">
                <a:solidFill>
                  <a:schemeClr val="dk1"/>
                </a:solidFill>
                <a:latin typeface="Roboto"/>
                <a:ea typeface="Roboto"/>
                <a:cs typeface="Roboto"/>
                <a:sym typeface="Roboto"/>
              </a:rPr>
              <a:t>Thiết kế chi tiết gói - Khoản thu</a:t>
            </a:r>
            <a:endParaRPr b="0" i="0" sz="1800" u="none" cap="none" strike="noStrike">
              <a:solidFill>
                <a:srgbClr val="000000"/>
              </a:solidFill>
              <a:latin typeface="Roboto"/>
              <a:ea typeface="Roboto"/>
              <a:cs typeface="Roboto"/>
              <a:sym typeface="Roboto"/>
            </a:endParaRPr>
          </a:p>
        </p:txBody>
      </p:sp>
      <p:pic>
        <p:nvPicPr>
          <p:cNvPr id="1372" name="Google Shape;1372;p14"/>
          <p:cNvPicPr preferRelativeResize="0"/>
          <p:nvPr/>
        </p:nvPicPr>
        <p:blipFill rotWithShape="1">
          <a:blip r:embed="rId3">
            <a:alphaModFix/>
          </a:blip>
          <a:srcRect b="0" l="0" r="0" t="0"/>
          <a:stretch/>
        </p:blipFill>
        <p:spPr>
          <a:xfrm>
            <a:off x="851099" y="429450"/>
            <a:ext cx="7376350" cy="4623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15"/>
          <p:cNvSpPr txBox="1"/>
          <p:nvPr/>
        </p:nvSpPr>
        <p:spPr>
          <a:xfrm>
            <a:off x="746125" y="-175845"/>
            <a:ext cx="49425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000"/>
              </a:spcBef>
              <a:spcAft>
                <a:spcPts val="300"/>
              </a:spcAft>
              <a:buClr>
                <a:srgbClr val="000000"/>
              </a:buClr>
              <a:buSzPts val="1800"/>
              <a:buFont typeface="Arial"/>
              <a:buNone/>
            </a:pPr>
            <a:r>
              <a:rPr b="0" i="0" lang="en" sz="1800" u="none" cap="none" strike="noStrike">
                <a:solidFill>
                  <a:schemeClr val="dk1"/>
                </a:solidFill>
                <a:latin typeface="Roboto"/>
                <a:ea typeface="Roboto"/>
                <a:cs typeface="Roboto"/>
                <a:sym typeface="Roboto"/>
              </a:rPr>
              <a:t>Thiết kế chi tiết gói - Hộ khẩu/Nhân khẩu</a:t>
            </a:r>
            <a:endParaRPr b="0" i="0" sz="1800" u="none" cap="none" strike="noStrike">
              <a:solidFill>
                <a:srgbClr val="000000"/>
              </a:solidFill>
              <a:latin typeface="Roboto"/>
              <a:ea typeface="Roboto"/>
              <a:cs typeface="Roboto"/>
              <a:sym typeface="Roboto"/>
            </a:endParaRPr>
          </a:p>
        </p:txBody>
      </p:sp>
      <p:pic>
        <p:nvPicPr>
          <p:cNvPr id="1378" name="Google Shape;1378;p15"/>
          <p:cNvPicPr preferRelativeResize="0"/>
          <p:nvPr/>
        </p:nvPicPr>
        <p:blipFill rotWithShape="1">
          <a:blip r:embed="rId3">
            <a:alphaModFix/>
          </a:blip>
          <a:srcRect b="0" l="0" r="0" t="0"/>
          <a:stretch/>
        </p:blipFill>
        <p:spPr>
          <a:xfrm>
            <a:off x="474175" y="461700"/>
            <a:ext cx="8074250" cy="4563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6"/>
          <p:cNvSpPr txBox="1"/>
          <p:nvPr/>
        </p:nvSpPr>
        <p:spPr>
          <a:xfrm>
            <a:off x="746125" y="-167053"/>
            <a:ext cx="49425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000"/>
              </a:spcBef>
              <a:spcAft>
                <a:spcPts val="300"/>
              </a:spcAft>
              <a:buClr>
                <a:srgbClr val="000000"/>
              </a:buClr>
              <a:buSzPts val="1800"/>
              <a:buFont typeface="Arial"/>
              <a:buNone/>
            </a:pPr>
            <a:r>
              <a:rPr b="0" i="0" lang="en" sz="1800" u="none" cap="none" strike="noStrike">
                <a:solidFill>
                  <a:schemeClr val="dk1"/>
                </a:solidFill>
                <a:latin typeface="Roboto"/>
                <a:ea typeface="Roboto"/>
                <a:cs typeface="Roboto"/>
                <a:sym typeface="Roboto"/>
              </a:rPr>
              <a:t>Thiết kế chi tiết gói - Cư dân</a:t>
            </a:r>
            <a:endParaRPr b="0" i="0" sz="1800" u="none" cap="none" strike="noStrike">
              <a:solidFill>
                <a:srgbClr val="000000"/>
              </a:solidFill>
              <a:latin typeface="Roboto"/>
              <a:ea typeface="Roboto"/>
              <a:cs typeface="Roboto"/>
              <a:sym typeface="Roboto"/>
            </a:endParaRPr>
          </a:p>
        </p:txBody>
      </p:sp>
      <p:pic>
        <p:nvPicPr>
          <p:cNvPr id="1384" name="Google Shape;1384;p16"/>
          <p:cNvPicPr preferRelativeResize="0"/>
          <p:nvPr/>
        </p:nvPicPr>
        <p:blipFill rotWithShape="1">
          <a:blip r:embed="rId3">
            <a:alphaModFix/>
          </a:blip>
          <a:srcRect b="0" l="0" r="0" t="0"/>
          <a:stretch/>
        </p:blipFill>
        <p:spPr>
          <a:xfrm>
            <a:off x="746125" y="461700"/>
            <a:ext cx="7497675" cy="4537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7"/>
          <p:cNvSpPr txBox="1"/>
          <p:nvPr>
            <p:ph type="title"/>
          </p:nvPr>
        </p:nvSpPr>
        <p:spPr>
          <a:xfrm>
            <a:off x="1237975" y="265125"/>
            <a:ext cx="5132700" cy="51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b="0" lang="en" sz="2600">
                <a:latin typeface="Roboto"/>
                <a:ea typeface="Roboto"/>
                <a:cs typeface="Roboto"/>
                <a:sym typeface="Roboto"/>
              </a:rPr>
              <a:t>Thiết kế chi tiết</a:t>
            </a:r>
            <a:endParaRPr b="0" sz="2600">
              <a:latin typeface="Roboto"/>
              <a:ea typeface="Roboto"/>
              <a:cs typeface="Roboto"/>
              <a:sym typeface="Roboto"/>
            </a:endParaRPr>
          </a:p>
          <a:p>
            <a:pPr indent="0" lvl="0" marL="0" rtl="0" algn="l">
              <a:lnSpc>
                <a:spcPct val="100000"/>
              </a:lnSpc>
              <a:spcBef>
                <a:spcPts val="0"/>
              </a:spcBef>
              <a:spcAft>
                <a:spcPts val="0"/>
              </a:spcAft>
              <a:buSzPts val="3000"/>
              <a:buNone/>
            </a:pPr>
            <a:r>
              <a:t/>
            </a:r>
            <a:endParaRPr b="0" sz="2600">
              <a:latin typeface="Roboto"/>
              <a:ea typeface="Roboto"/>
              <a:cs typeface="Roboto"/>
              <a:sym typeface="Roboto"/>
            </a:endParaRPr>
          </a:p>
        </p:txBody>
      </p:sp>
      <p:sp>
        <p:nvSpPr>
          <p:cNvPr id="1390" name="Google Shape;1390;p17"/>
          <p:cNvSpPr txBox="1"/>
          <p:nvPr>
            <p:ph idx="4294967295" type="title"/>
          </p:nvPr>
        </p:nvSpPr>
        <p:spPr>
          <a:xfrm>
            <a:off x="152400" y="85275"/>
            <a:ext cx="1652100" cy="91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4000">
                <a:solidFill>
                  <a:schemeClr val="dk2"/>
                </a:solidFill>
              </a:rPr>
              <a:t>03.2</a:t>
            </a:r>
            <a:endParaRPr sz="4000">
              <a:solidFill>
                <a:schemeClr val="dk2"/>
              </a:solidFill>
            </a:endParaRPr>
          </a:p>
        </p:txBody>
      </p:sp>
      <p:pic>
        <p:nvPicPr>
          <p:cNvPr id="1391" name="Google Shape;1391;p17"/>
          <p:cNvPicPr preferRelativeResize="0"/>
          <p:nvPr/>
        </p:nvPicPr>
        <p:blipFill rotWithShape="1">
          <a:blip r:embed="rId3">
            <a:alphaModFix/>
          </a:blip>
          <a:srcRect b="0" l="0" r="0" t="0"/>
          <a:stretch/>
        </p:blipFill>
        <p:spPr>
          <a:xfrm>
            <a:off x="909550" y="777800"/>
            <a:ext cx="7620000" cy="4220100"/>
          </a:xfrm>
          <a:prstGeom prst="rect">
            <a:avLst/>
          </a:prstGeom>
          <a:noFill/>
          <a:ln>
            <a:noFill/>
          </a:ln>
        </p:spPr>
      </p:pic>
      <p:sp>
        <p:nvSpPr>
          <p:cNvPr id="1392" name="Google Shape;1392;p17"/>
          <p:cNvSpPr txBox="1"/>
          <p:nvPr/>
        </p:nvSpPr>
        <p:spPr>
          <a:xfrm>
            <a:off x="4089250" y="312375"/>
            <a:ext cx="44403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20000"/>
              </a:lnSpc>
              <a:spcBef>
                <a:spcPts val="60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Biểu đồ trình tự của tổ trưởng</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pic>
        <p:nvPicPr>
          <p:cNvPr id="1397" name="Google Shape;1397;p18"/>
          <p:cNvPicPr preferRelativeResize="0"/>
          <p:nvPr/>
        </p:nvPicPr>
        <p:blipFill rotWithShape="1">
          <a:blip r:embed="rId3">
            <a:alphaModFix/>
          </a:blip>
          <a:srcRect b="0" l="0" r="0" t="0"/>
          <a:stretch/>
        </p:blipFill>
        <p:spPr>
          <a:xfrm>
            <a:off x="162088" y="469900"/>
            <a:ext cx="8819824" cy="4333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9"/>
          <p:cNvSpPr/>
          <p:nvPr/>
        </p:nvSpPr>
        <p:spPr>
          <a:xfrm flipH="1">
            <a:off x="87113" y="877875"/>
            <a:ext cx="426080" cy="697826"/>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03" name="Google Shape;1403;p19" title="drawSQL-image-export-2025-06-05 (2).png"/>
          <p:cNvPicPr preferRelativeResize="0"/>
          <p:nvPr/>
        </p:nvPicPr>
        <p:blipFill rotWithShape="1">
          <a:blip r:embed="rId3">
            <a:alphaModFix/>
          </a:blip>
          <a:srcRect b="0" l="0" r="0" t="0"/>
          <a:stretch/>
        </p:blipFill>
        <p:spPr>
          <a:xfrm>
            <a:off x="251736" y="105538"/>
            <a:ext cx="8640527" cy="49324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20"/>
          <p:cNvSpPr txBox="1"/>
          <p:nvPr>
            <p:ph type="title"/>
          </p:nvPr>
        </p:nvSpPr>
        <p:spPr>
          <a:xfrm>
            <a:off x="1942225" y="-113000"/>
            <a:ext cx="5394000" cy="1463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3000"/>
              <a:buNone/>
            </a:pPr>
            <a:r>
              <a:rPr b="0" lang="en" sz="2800">
                <a:latin typeface="Roboto"/>
                <a:ea typeface="Roboto"/>
                <a:cs typeface="Roboto"/>
                <a:sym typeface="Roboto"/>
              </a:rPr>
              <a:t>Thiết kế chương trình</a:t>
            </a:r>
            <a:endParaRPr b="0" sz="2800">
              <a:latin typeface="Roboto"/>
              <a:ea typeface="Roboto"/>
              <a:cs typeface="Roboto"/>
              <a:sym typeface="Roboto"/>
            </a:endParaRPr>
          </a:p>
          <a:p>
            <a:pPr indent="0" lvl="0" marL="0" rtl="0" algn="l">
              <a:lnSpc>
                <a:spcPct val="100000"/>
              </a:lnSpc>
              <a:spcBef>
                <a:spcPts val="0"/>
              </a:spcBef>
              <a:spcAft>
                <a:spcPts val="0"/>
              </a:spcAft>
              <a:buSzPts val="3000"/>
              <a:buNone/>
            </a:pPr>
            <a:r>
              <a:t/>
            </a:r>
            <a:endParaRPr b="0" sz="2800">
              <a:latin typeface="Roboto"/>
              <a:ea typeface="Roboto"/>
              <a:cs typeface="Roboto"/>
              <a:sym typeface="Roboto"/>
            </a:endParaRPr>
          </a:p>
        </p:txBody>
      </p:sp>
      <p:sp>
        <p:nvSpPr>
          <p:cNvPr id="1409" name="Google Shape;1409;p20"/>
          <p:cNvSpPr txBox="1"/>
          <p:nvPr>
            <p:ph idx="4294967295" type="title"/>
          </p:nvPr>
        </p:nvSpPr>
        <p:spPr>
          <a:xfrm>
            <a:off x="1083525" y="96700"/>
            <a:ext cx="1652100" cy="91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4600">
                <a:solidFill>
                  <a:schemeClr val="dk2"/>
                </a:solidFill>
              </a:rPr>
              <a:t>04</a:t>
            </a:r>
            <a:endParaRPr sz="4600">
              <a:solidFill>
                <a:schemeClr val="dk2"/>
              </a:solidFill>
            </a:endParaRPr>
          </a:p>
        </p:txBody>
      </p:sp>
      <p:grpSp>
        <p:nvGrpSpPr>
          <p:cNvPr id="1410" name="Google Shape;1410;p20"/>
          <p:cNvGrpSpPr/>
          <p:nvPr/>
        </p:nvGrpSpPr>
        <p:grpSpPr>
          <a:xfrm>
            <a:off x="5227725" y="436746"/>
            <a:ext cx="3829445" cy="4824401"/>
            <a:chOff x="-296275" y="86884"/>
            <a:chExt cx="3829445" cy="4824401"/>
          </a:xfrm>
        </p:grpSpPr>
        <p:grpSp>
          <p:nvGrpSpPr>
            <p:cNvPr id="1411" name="Google Shape;1411;p20"/>
            <p:cNvGrpSpPr/>
            <p:nvPr/>
          </p:nvGrpSpPr>
          <p:grpSpPr>
            <a:xfrm rot="6809938">
              <a:off x="1342619" y="3711512"/>
              <a:ext cx="668773" cy="1277039"/>
              <a:chOff x="-3231550" y="1460900"/>
              <a:chExt cx="198675" cy="379375"/>
            </a:xfrm>
          </p:grpSpPr>
          <p:sp>
            <p:nvSpPr>
              <p:cNvPr id="1412" name="Google Shape;1412;p20"/>
              <p:cNvSpPr/>
              <p:nvPr/>
            </p:nvSpPr>
            <p:spPr>
              <a:xfrm>
                <a:off x="-3174425" y="1460900"/>
                <a:ext cx="141550" cy="194200"/>
              </a:xfrm>
              <a:custGeom>
                <a:rect b="b" l="l" r="r" t="t"/>
                <a:pathLst>
                  <a:path extrusionOk="0" h="7768" w="5662">
                    <a:moveTo>
                      <a:pt x="4377" y="1"/>
                    </a:moveTo>
                    <a:cubicBezTo>
                      <a:pt x="2913" y="240"/>
                      <a:pt x="1465" y="494"/>
                      <a:pt x="1" y="762"/>
                    </a:cubicBezTo>
                    <a:cubicBezTo>
                      <a:pt x="105" y="1300"/>
                      <a:pt x="225" y="1823"/>
                      <a:pt x="344" y="2346"/>
                    </a:cubicBezTo>
                    <a:cubicBezTo>
                      <a:pt x="822" y="2839"/>
                      <a:pt x="1151" y="3496"/>
                      <a:pt x="1255" y="4183"/>
                    </a:cubicBezTo>
                    <a:cubicBezTo>
                      <a:pt x="1345" y="4810"/>
                      <a:pt x="1255" y="5467"/>
                      <a:pt x="1002" y="6035"/>
                    </a:cubicBezTo>
                    <a:cubicBezTo>
                      <a:pt x="1121" y="6617"/>
                      <a:pt x="1226" y="7185"/>
                      <a:pt x="1345" y="7767"/>
                    </a:cubicBezTo>
                    <a:cubicBezTo>
                      <a:pt x="2794" y="7469"/>
                      <a:pt x="4228" y="7215"/>
                      <a:pt x="5662" y="6976"/>
                    </a:cubicBezTo>
                    <a:cubicBezTo>
                      <a:pt x="5617" y="6498"/>
                      <a:pt x="5557" y="6020"/>
                      <a:pt x="5482" y="5542"/>
                    </a:cubicBezTo>
                    <a:cubicBezTo>
                      <a:pt x="5079" y="5034"/>
                      <a:pt x="4765" y="4437"/>
                      <a:pt x="4616" y="3809"/>
                    </a:cubicBezTo>
                    <a:cubicBezTo>
                      <a:pt x="4437" y="3033"/>
                      <a:pt x="4467" y="2211"/>
                      <a:pt x="4721" y="1450"/>
                    </a:cubicBezTo>
                    <a:cubicBezTo>
                      <a:pt x="4616" y="957"/>
                      <a:pt x="4497" y="479"/>
                      <a:pt x="437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20"/>
              <p:cNvSpPr/>
              <p:nvPr/>
            </p:nvSpPr>
            <p:spPr>
              <a:xfrm>
                <a:off x="-3121400" y="1473975"/>
                <a:ext cx="66500" cy="157600"/>
              </a:xfrm>
              <a:custGeom>
                <a:rect b="b" l="l" r="r" t="t"/>
                <a:pathLst>
                  <a:path extrusionOk="0" h="6304" w="2660">
                    <a:moveTo>
                      <a:pt x="1539" y="1"/>
                    </a:moveTo>
                    <a:cubicBezTo>
                      <a:pt x="1031" y="105"/>
                      <a:pt x="523" y="210"/>
                      <a:pt x="1" y="329"/>
                    </a:cubicBezTo>
                    <a:cubicBezTo>
                      <a:pt x="344" y="2330"/>
                      <a:pt x="733" y="4317"/>
                      <a:pt x="1166" y="6303"/>
                    </a:cubicBezTo>
                    <a:lnTo>
                      <a:pt x="2659" y="5975"/>
                    </a:lnTo>
                    <a:cubicBezTo>
                      <a:pt x="2316" y="3973"/>
                      <a:pt x="1942" y="1987"/>
                      <a:pt x="153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20"/>
              <p:cNvSpPr/>
              <p:nvPr/>
            </p:nvSpPr>
            <p:spPr>
              <a:xfrm>
                <a:off x="-3096000" y="1537375"/>
                <a:ext cx="25400" cy="23575"/>
              </a:xfrm>
              <a:custGeom>
                <a:rect b="b" l="l" r="r" t="t"/>
                <a:pathLst>
                  <a:path extrusionOk="0" h="943" w="1016">
                    <a:moveTo>
                      <a:pt x="489" y="1"/>
                    </a:moveTo>
                    <a:cubicBezTo>
                      <a:pt x="254" y="1"/>
                      <a:pt x="43" y="199"/>
                      <a:pt x="15" y="437"/>
                    </a:cubicBezTo>
                    <a:cubicBezTo>
                      <a:pt x="0" y="676"/>
                      <a:pt x="165" y="885"/>
                      <a:pt x="389" y="915"/>
                    </a:cubicBezTo>
                    <a:cubicBezTo>
                      <a:pt x="432" y="934"/>
                      <a:pt x="476" y="942"/>
                      <a:pt x="520" y="942"/>
                    </a:cubicBezTo>
                    <a:cubicBezTo>
                      <a:pt x="714" y="942"/>
                      <a:pt x="892" y="769"/>
                      <a:pt x="941" y="586"/>
                    </a:cubicBezTo>
                    <a:cubicBezTo>
                      <a:pt x="1016" y="317"/>
                      <a:pt x="807" y="33"/>
                      <a:pt x="538" y="4"/>
                    </a:cubicBezTo>
                    <a:cubicBezTo>
                      <a:pt x="522" y="2"/>
                      <a:pt x="506" y="1"/>
                      <a:pt x="4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20"/>
              <p:cNvSpPr/>
              <p:nvPr/>
            </p:nvSpPr>
            <p:spPr>
              <a:xfrm>
                <a:off x="-3132825" y="1480325"/>
                <a:ext cx="47675" cy="151250"/>
              </a:xfrm>
              <a:custGeom>
                <a:rect b="b" l="l" r="r" t="t"/>
                <a:pathLst>
                  <a:path extrusionOk="0" h="6050" w="1907">
                    <a:moveTo>
                      <a:pt x="771" y="0"/>
                    </a:moveTo>
                    <a:cubicBezTo>
                      <a:pt x="667" y="30"/>
                      <a:pt x="562" y="60"/>
                      <a:pt x="458" y="75"/>
                    </a:cubicBezTo>
                    <a:cubicBezTo>
                      <a:pt x="532" y="478"/>
                      <a:pt x="607" y="882"/>
                      <a:pt x="667" y="1285"/>
                    </a:cubicBezTo>
                    <a:cubicBezTo>
                      <a:pt x="592" y="1285"/>
                      <a:pt x="517" y="1315"/>
                      <a:pt x="443" y="1330"/>
                    </a:cubicBezTo>
                    <a:cubicBezTo>
                      <a:pt x="429" y="1343"/>
                      <a:pt x="415" y="1345"/>
                      <a:pt x="402" y="1356"/>
                    </a:cubicBezTo>
                    <a:lnTo>
                      <a:pt x="402" y="1356"/>
                    </a:lnTo>
                    <a:cubicBezTo>
                      <a:pt x="401" y="1353"/>
                      <a:pt x="400" y="1349"/>
                      <a:pt x="398" y="1345"/>
                    </a:cubicBezTo>
                    <a:cubicBezTo>
                      <a:pt x="398" y="1315"/>
                      <a:pt x="383" y="1285"/>
                      <a:pt x="368" y="1240"/>
                    </a:cubicBezTo>
                    <a:cubicBezTo>
                      <a:pt x="353" y="1165"/>
                      <a:pt x="323" y="1091"/>
                      <a:pt x="308" y="1016"/>
                    </a:cubicBezTo>
                    <a:cubicBezTo>
                      <a:pt x="249" y="702"/>
                      <a:pt x="189" y="404"/>
                      <a:pt x="129" y="105"/>
                    </a:cubicBezTo>
                    <a:cubicBezTo>
                      <a:pt x="124" y="78"/>
                      <a:pt x="105" y="67"/>
                      <a:pt x="83" y="67"/>
                    </a:cubicBezTo>
                    <a:cubicBezTo>
                      <a:pt x="45" y="67"/>
                      <a:pt x="0" y="102"/>
                      <a:pt x="10" y="150"/>
                    </a:cubicBezTo>
                    <a:cubicBezTo>
                      <a:pt x="69" y="493"/>
                      <a:pt x="129" y="822"/>
                      <a:pt x="219" y="1165"/>
                    </a:cubicBezTo>
                    <a:cubicBezTo>
                      <a:pt x="249" y="1240"/>
                      <a:pt x="264" y="1330"/>
                      <a:pt x="279" y="1404"/>
                    </a:cubicBezTo>
                    <a:cubicBezTo>
                      <a:pt x="291" y="1456"/>
                      <a:pt x="327" y="1497"/>
                      <a:pt x="375" y="1497"/>
                    </a:cubicBezTo>
                    <a:cubicBezTo>
                      <a:pt x="383" y="1497"/>
                      <a:pt x="390" y="1496"/>
                      <a:pt x="398" y="1494"/>
                    </a:cubicBezTo>
                    <a:cubicBezTo>
                      <a:pt x="473" y="1494"/>
                      <a:pt x="532" y="1449"/>
                      <a:pt x="592" y="1434"/>
                    </a:cubicBezTo>
                    <a:cubicBezTo>
                      <a:pt x="637" y="1419"/>
                      <a:pt x="667" y="1419"/>
                      <a:pt x="697" y="1404"/>
                    </a:cubicBezTo>
                    <a:cubicBezTo>
                      <a:pt x="980" y="2958"/>
                      <a:pt x="1294" y="4496"/>
                      <a:pt x="1623" y="6049"/>
                    </a:cubicBezTo>
                    <a:cubicBezTo>
                      <a:pt x="1712" y="6020"/>
                      <a:pt x="1817" y="6005"/>
                      <a:pt x="1907" y="5975"/>
                    </a:cubicBezTo>
                    <a:cubicBezTo>
                      <a:pt x="1533" y="3988"/>
                      <a:pt x="1160" y="1987"/>
                      <a:pt x="7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20"/>
              <p:cNvSpPr/>
              <p:nvPr/>
            </p:nvSpPr>
            <p:spPr>
              <a:xfrm>
                <a:off x="-3090775" y="1544600"/>
                <a:ext cx="13850" cy="9175"/>
              </a:xfrm>
              <a:custGeom>
                <a:rect b="b" l="l" r="r" t="t"/>
                <a:pathLst>
                  <a:path extrusionOk="0" h="367" w="554">
                    <a:moveTo>
                      <a:pt x="478" y="1"/>
                    </a:moveTo>
                    <a:cubicBezTo>
                      <a:pt x="467" y="1"/>
                      <a:pt x="457" y="5"/>
                      <a:pt x="449" y="13"/>
                    </a:cubicBezTo>
                    <a:cubicBezTo>
                      <a:pt x="314" y="88"/>
                      <a:pt x="180" y="178"/>
                      <a:pt x="45" y="252"/>
                    </a:cubicBezTo>
                    <a:cubicBezTo>
                      <a:pt x="15" y="267"/>
                      <a:pt x="0" y="312"/>
                      <a:pt x="15" y="342"/>
                    </a:cubicBezTo>
                    <a:cubicBezTo>
                      <a:pt x="24" y="359"/>
                      <a:pt x="43" y="367"/>
                      <a:pt x="63" y="367"/>
                    </a:cubicBezTo>
                    <a:cubicBezTo>
                      <a:pt x="78" y="367"/>
                      <a:pt x="93" y="363"/>
                      <a:pt x="105" y="357"/>
                    </a:cubicBezTo>
                    <a:cubicBezTo>
                      <a:pt x="239" y="282"/>
                      <a:pt x="389" y="193"/>
                      <a:pt x="508" y="118"/>
                    </a:cubicBezTo>
                    <a:cubicBezTo>
                      <a:pt x="538" y="103"/>
                      <a:pt x="553" y="73"/>
                      <a:pt x="538" y="43"/>
                    </a:cubicBezTo>
                    <a:cubicBezTo>
                      <a:pt x="528" y="22"/>
                      <a:pt x="502" y="1"/>
                      <a:pt x="47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20"/>
              <p:cNvSpPr/>
              <p:nvPr/>
            </p:nvSpPr>
            <p:spPr>
              <a:xfrm>
                <a:off x="-3088900" y="1542800"/>
                <a:ext cx="10100" cy="13275"/>
              </a:xfrm>
              <a:custGeom>
                <a:rect b="b" l="l" r="r" t="t"/>
                <a:pathLst>
                  <a:path extrusionOk="0" h="531" w="404">
                    <a:moveTo>
                      <a:pt x="87" y="1"/>
                    </a:moveTo>
                    <a:cubicBezTo>
                      <a:pt x="72" y="1"/>
                      <a:pt x="57" y="4"/>
                      <a:pt x="45" y="11"/>
                    </a:cubicBezTo>
                    <a:cubicBezTo>
                      <a:pt x="15" y="26"/>
                      <a:pt x="0" y="55"/>
                      <a:pt x="30" y="100"/>
                    </a:cubicBezTo>
                    <a:cubicBezTo>
                      <a:pt x="105" y="235"/>
                      <a:pt x="179" y="369"/>
                      <a:pt x="284" y="489"/>
                    </a:cubicBezTo>
                    <a:cubicBezTo>
                      <a:pt x="294" y="510"/>
                      <a:pt x="313" y="531"/>
                      <a:pt x="333" y="531"/>
                    </a:cubicBezTo>
                    <a:cubicBezTo>
                      <a:pt x="341" y="531"/>
                      <a:pt x="350" y="527"/>
                      <a:pt x="359" y="518"/>
                    </a:cubicBezTo>
                    <a:cubicBezTo>
                      <a:pt x="388" y="504"/>
                      <a:pt x="403" y="459"/>
                      <a:pt x="388" y="429"/>
                    </a:cubicBezTo>
                    <a:cubicBezTo>
                      <a:pt x="299" y="294"/>
                      <a:pt x="209" y="175"/>
                      <a:pt x="135" y="26"/>
                    </a:cubicBezTo>
                    <a:cubicBezTo>
                      <a:pt x="126" y="8"/>
                      <a:pt x="107" y="1"/>
                      <a:pt x="8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8" name="Google Shape;1418;p20"/>
              <p:cNvGrpSpPr/>
              <p:nvPr/>
            </p:nvGrpSpPr>
            <p:grpSpPr>
              <a:xfrm>
                <a:off x="-3208775" y="1525125"/>
                <a:ext cx="115025" cy="308825"/>
                <a:chOff x="-3208775" y="1525125"/>
                <a:chExt cx="115025" cy="308825"/>
              </a:xfrm>
            </p:grpSpPr>
            <p:sp>
              <p:nvSpPr>
                <p:cNvPr id="1419" name="Google Shape;1419;p20"/>
                <p:cNvSpPr/>
                <p:nvPr/>
              </p:nvSpPr>
              <p:spPr>
                <a:xfrm>
                  <a:off x="-3142675" y="1525125"/>
                  <a:ext cx="48925" cy="104950"/>
                </a:xfrm>
                <a:custGeom>
                  <a:rect b="b" l="l" r="r" t="t"/>
                  <a:pathLst>
                    <a:path extrusionOk="0" h="4198" w="1957">
                      <a:moveTo>
                        <a:pt x="523" y="1"/>
                      </a:moveTo>
                      <a:cubicBezTo>
                        <a:pt x="478" y="31"/>
                        <a:pt x="434" y="60"/>
                        <a:pt x="389" y="90"/>
                      </a:cubicBezTo>
                      <a:cubicBezTo>
                        <a:pt x="344" y="120"/>
                        <a:pt x="299" y="150"/>
                        <a:pt x="254" y="180"/>
                      </a:cubicBezTo>
                      <a:cubicBezTo>
                        <a:pt x="284" y="314"/>
                        <a:pt x="314" y="449"/>
                        <a:pt x="359" y="598"/>
                      </a:cubicBezTo>
                      <a:cubicBezTo>
                        <a:pt x="239" y="673"/>
                        <a:pt x="120" y="762"/>
                        <a:pt x="0" y="867"/>
                      </a:cubicBezTo>
                      <a:cubicBezTo>
                        <a:pt x="284" y="1330"/>
                        <a:pt x="1001" y="2644"/>
                        <a:pt x="1509" y="4198"/>
                      </a:cubicBezTo>
                      <a:cubicBezTo>
                        <a:pt x="1569" y="4168"/>
                        <a:pt x="1643" y="4138"/>
                        <a:pt x="1733" y="4108"/>
                      </a:cubicBezTo>
                      <a:cubicBezTo>
                        <a:pt x="1808" y="4078"/>
                        <a:pt x="1882" y="4063"/>
                        <a:pt x="1957" y="4048"/>
                      </a:cubicBezTo>
                      <a:cubicBezTo>
                        <a:pt x="1838" y="2734"/>
                        <a:pt x="1584" y="1435"/>
                        <a:pt x="1180" y="180"/>
                      </a:cubicBezTo>
                      <a:cubicBezTo>
                        <a:pt x="1031" y="225"/>
                        <a:pt x="897" y="284"/>
                        <a:pt x="762" y="359"/>
                      </a:cubicBezTo>
                      <a:cubicBezTo>
                        <a:pt x="687" y="240"/>
                        <a:pt x="613" y="120"/>
                        <a:pt x="52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20"/>
                <p:cNvSpPr/>
                <p:nvPr/>
              </p:nvSpPr>
              <p:spPr>
                <a:xfrm>
                  <a:off x="-3165075" y="1545300"/>
                  <a:ext cx="60500" cy="92250"/>
                </a:xfrm>
                <a:custGeom>
                  <a:rect b="b" l="l" r="r" t="t"/>
                  <a:pathLst>
                    <a:path extrusionOk="0" h="3690" w="2420">
                      <a:moveTo>
                        <a:pt x="971" y="0"/>
                      </a:moveTo>
                      <a:cubicBezTo>
                        <a:pt x="852" y="75"/>
                        <a:pt x="747" y="179"/>
                        <a:pt x="628" y="284"/>
                      </a:cubicBezTo>
                      <a:cubicBezTo>
                        <a:pt x="538" y="194"/>
                        <a:pt x="448" y="120"/>
                        <a:pt x="359" y="45"/>
                      </a:cubicBezTo>
                      <a:cubicBezTo>
                        <a:pt x="314" y="90"/>
                        <a:pt x="269" y="120"/>
                        <a:pt x="239" y="165"/>
                      </a:cubicBezTo>
                      <a:cubicBezTo>
                        <a:pt x="194" y="224"/>
                        <a:pt x="165" y="254"/>
                        <a:pt x="120" y="299"/>
                      </a:cubicBezTo>
                      <a:cubicBezTo>
                        <a:pt x="179" y="418"/>
                        <a:pt x="239" y="538"/>
                        <a:pt x="284" y="657"/>
                      </a:cubicBezTo>
                      <a:cubicBezTo>
                        <a:pt x="194" y="777"/>
                        <a:pt x="105" y="896"/>
                        <a:pt x="0" y="1016"/>
                      </a:cubicBezTo>
                      <a:cubicBezTo>
                        <a:pt x="344" y="1374"/>
                        <a:pt x="1255" y="2375"/>
                        <a:pt x="2017" y="3689"/>
                      </a:cubicBezTo>
                      <a:cubicBezTo>
                        <a:pt x="2076" y="3615"/>
                        <a:pt x="2151" y="3555"/>
                        <a:pt x="2211" y="3510"/>
                      </a:cubicBezTo>
                      <a:cubicBezTo>
                        <a:pt x="2285" y="3465"/>
                        <a:pt x="2345" y="3421"/>
                        <a:pt x="2420" y="3376"/>
                      </a:cubicBezTo>
                      <a:cubicBezTo>
                        <a:pt x="2061" y="2181"/>
                        <a:pt x="1569" y="1046"/>
                        <a:pt x="9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20"/>
                <p:cNvSpPr/>
                <p:nvPr/>
              </p:nvSpPr>
              <p:spPr>
                <a:xfrm>
                  <a:off x="-3182250" y="1568825"/>
                  <a:ext cx="68350" cy="78800"/>
                </a:xfrm>
                <a:custGeom>
                  <a:rect b="b" l="l" r="r" t="t"/>
                  <a:pathLst>
                    <a:path extrusionOk="0" h="3152" w="2734">
                      <a:moveTo>
                        <a:pt x="747" y="0"/>
                      </a:moveTo>
                      <a:cubicBezTo>
                        <a:pt x="657" y="105"/>
                        <a:pt x="568" y="239"/>
                        <a:pt x="478" y="374"/>
                      </a:cubicBezTo>
                      <a:cubicBezTo>
                        <a:pt x="389" y="314"/>
                        <a:pt x="284" y="269"/>
                        <a:pt x="179" y="224"/>
                      </a:cubicBezTo>
                      <a:cubicBezTo>
                        <a:pt x="150" y="284"/>
                        <a:pt x="120" y="329"/>
                        <a:pt x="90" y="374"/>
                      </a:cubicBezTo>
                      <a:cubicBezTo>
                        <a:pt x="60" y="433"/>
                        <a:pt x="30" y="478"/>
                        <a:pt x="0" y="538"/>
                      </a:cubicBezTo>
                      <a:cubicBezTo>
                        <a:pt x="75" y="628"/>
                        <a:pt x="150" y="717"/>
                        <a:pt x="209" y="822"/>
                      </a:cubicBezTo>
                      <a:cubicBezTo>
                        <a:pt x="135" y="956"/>
                        <a:pt x="75" y="1091"/>
                        <a:pt x="0" y="1240"/>
                      </a:cubicBezTo>
                      <a:cubicBezTo>
                        <a:pt x="389" y="1479"/>
                        <a:pt x="1404" y="2181"/>
                        <a:pt x="2405" y="3152"/>
                      </a:cubicBezTo>
                      <a:cubicBezTo>
                        <a:pt x="2450" y="3077"/>
                        <a:pt x="2494" y="3002"/>
                        <a:pt x="2554" y="2913"/>
                      </a:cubicBezTo>
                      <a:cubicBezTo>
                        <a:pt x="2614" y="2838"/>
                        <a:pt x="2674" y="2778"/>
                        <a:pt x="2733" y="2719"/>
                      </a:cubicBezTo>
                      <a:cubicBezTo>
                        <a:pt x="2151" y="1703"/>
                        <a:pt x="1479" y="792"/>
                        <a:pt x="74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20"/>
                <p:cNvSpPr/>
                <p:nvPr/>
              </p:nvSpPr>
              <p:spPr>
                <a:xfrm>
                  <a:off x="-3196825" y="1596825"/>
                  <a:ext cx="75450" cy="62375"/>
                </a:xfrm>
                <a:custGeom>
                  <a:rect b="b" l="l" r="r" t="t"/>
                  <a:pathLst>
                    <a:path extrusionOk="0" h="2495" w="3018">
                      <a:moveTo>
                        <a:pt x="628" y="0"/>
                      </a:moveTo>
                      <a:cubicBezTo>
                        <a:pt x="568" y="150"/>
                        <a:pt x="509" y="299"/>
                        <a:pt x="449" y="434"/>
                      </a:cubicBezTo>
                      <a:cubicBezTo>
                        <a:pt x="329" y="419"/>
                        <a:pt x="240" y="404"/>
                        <a:pt x="120" y="374"/>
                      </a:cubicBezTo>
                      <a:cubicBezTo>
                        <a:pt x="105" y="434"/>
                        <a:pt x="90" y="493"/>
                        <a:pt x="60" y="538"/>
                      </a:cubicBezTo>
                      <a:cubicBezTo>
                        <a:pt x="46" y="598"/>
                        <a:pt x="31" y="643"/>
                        <a:pt x="1" y="702"/>
                      </a:cubicBezTo>
                      <a:cubicBezTo>
                        <a:pt x="90" y="777"/>
                        <a:pt x="165" y="837"/>
                        <a:pt x="255" y="926"/>
                      </a:cubicBezTo>
                      <a:cubicBezTo>
                        <a:pt x="210" y="1061"/>
                        <a:pt x="150" y="1210"/>
                        <a:pt x="120" y="1360"/>
                      </a:cubicBezTo>
                      <a:cubicBezTo>
                        <a:pt x="523" y="1494"/>
                        <a:pt x="1644" y="1912"/>
                        <a:pt x="2779" y="2495"/>
                      </a:cubicBezTo>
                      <a:cubicBezTo>
                        <a:pt x="2809" y="2405"/>
                        <a:pt x="2839" y="2315"/>
                        <a:pt x="2883" y="2226"/>
                      </a:cubicBezTo>
                      <a:cubicBezTo>
                        <a:pt x="2913" y="2136"/>
                        <a:pt x="2973" y="2062"/>
                        <a:pt x="3018" y="1972"/>
                      </a:cubicBezTo>
                      <a:cubicBezTo>
                        <a:pt x="2271" y="1210"/>
                        <a:pt x="1464" y="553"/>
                        <a:pt x="62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20"/>
                <p:cNvSpPr/>
                <p:nvPr/>
              </p:nvSpPr>
              <p:spPr>
                <a:xfrm>
                  <a:off x="-3205775" y="1628550"/>
                  <a:ext cx="78800" cy="44475"/>
                </a:xfrm>
                <a:custGeom>
                  <a:rect b="b" l="l" r="r" t="t"/>
                  <a:pathLst>
                    <a:path extrusionOk="0" h="1779" w="3152">
                      <a:moveTo>
                        <a:pt x="508" y="1"/>
                      </a:moveTo>
                      <a:cubicBezTo>
                        <a:pt x="463" y="150"/>
                        <a:pt x="418" y="285"/>
                        <a:pt x="389" y="449"/>
                      </a:cubicBezTo>
                      <a:lnTo>
                        <a:pt x="60" y="449"/>
                      </a:lnTo>
                      <a:cubicBezTo>
                        <a:pt x="60" y="509"/>
                        <a:pt x="45" y="569"/>
                        <a:pt x="30" y="628"/>
                      </a:cubicBezTo>
                      <a:cubicBezTo>
                        <a:pt x="30" y="673"/>
                        <a:pt x="15" y="733"/>
                        <a:pt x="0" y="793"/>
                      </a:cubicBezTo>
                      <a:cubicBezTo>
                        <a:pt x="90" y="837"/>
                        <a:pt x="194" y="897"/>
                        <a:pt x="284" y="942"/>
                      </a:cubicBezTo>
                      <a:cubicBezTo>
                        <a:pt x="254" y="1091"/>
                        <a:pt x="239" y="1241"/>
                        <a:pt x="224" y="1390"/>
                      </a:cubicBezTo>
                      <a:cubicBezTo>
                        <a:pt x="657" y="1435"/>
                        <a:pt x="1807" y="1584"/>
                        <a:pt x="3032" y="1778"/>
                      </a:cubicBezTo>
                      <a:cubicBezTo>
                        <a:pt x="3032" y="1674"/>
                        <a:pt x="3062" y="1584"/>
                        <a:pt x="3077" y="1480"/>
                      </a:cubicBezTo>
                      <a:cubicBezTo>
                        <a:pt x="3107" y="1390"/>
                        <a:pt x="3122" y="1300"/>
                        <a:pt x="3152" y="1196"/>
                      </a:cubicBezTo>
                      <a:cubicBezTo>
                        <a:pt x="2285" y="718"/>
                        <a:pt x="1404" y="315"/>
                        <a:pt x="50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20"/>
                <p:cNvSpPr/>
                <p:nvPr/>
              </p:nvSpPr>
              <p:spPr>
                <a:xfrm>
                  <a:off x="-3208775" y="1661050"/>
                  <a:ext cx="78825" cy="35500"/>
                </a:xfrm>
                <a:custGeom>
                  <a:rect b="b" l="l" r="r" t="t"/>
                  <a:pathLst>
                    <a:path extrusionOk="0" h="1420" w="3153">
                      <a:moveTo>
                        <a:pt x="359" y="0"/>
                      </a:moveTo>
                      <a:cubicBezTo>
                        <a:pt x="329" y="135"/>
                        <a:pt x="314" y="299"/>
                        <a:pt x="314" y="448"/>
                      </a:cubicBezTo>
                      <a:cubicBezTo>
                        <a:pt x="210" y="478"/>
                        <a:pt x="105" y="508"/>
                        <a:pt x="1" y="523"/>
                      </a:cubicBezTo>
                      <a:lnTo>
                        <a:pt x="1" y="702"/>
                      </a:lnTo>
                      <a:cubicBezTo>
                        <a:pt x="1" y="747"/>
                        <a:pt x="1" y="807"/>
                        <a:pt x="1" y="867"/>
                      </a:cubicBezTo>
                      <a:cubicBezTo>
                        <a:pt x="90" y="897"/>
                        <a:pt x="210" y="926"/>
                        <a:pt x="299" y="956"/>
                      </a:cubicBezTo>
                      <a:cubicBezTo>
                        <a:pt x="299" y="1121"/>
                        <a:pt x="314" y="1270"/>
                        <a:pt x="314" y="1419"/>
                      </a:cubicBezTo>
                      <a:cubicBezTo>
                        <a:pt x="748" y="1389"/>
                        <a:pt x="1913" y="1255"/>
                        <a:pt x="3137" y="1046"/>
                      </a:cubicBezTo>
                      <a:cubicBezTo>
                        <a:pt x="3137" y="941"/>
                        <a:pt x="3137" y="837"/>
                        <a:pt x="3137" y="747"/>
                      </a:cubicBezTo>
                      <a:cubicBezTo>
                        <a:pt x="3137" y="643"/>
                        <a:pt x="3137" y="538"/>
                        <a:pt x="3152" y="448"/>
                      </a:cubicBezTo>
                      <a:cubicBezTo>
                        <a:pt x="2226" y="269"/>
                        <a:pt x="1285" y="120"/>
                        <a:pt x="3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20"/>
                <p:cNvSpPr/>
                <p:nvPr/>
              </p:nvSpPr>
              <p:spPr>
                <a:xfrm>
                  <a:off x="-3207275" y="1685700"/>
                  <a:ext cx="79175" cy="43700"/>
                </a:xfrm>
                <a:custGeom>
                  <a:rect b="b" l="l" r="r" t="t"/>
                  <a:pathLst>
                    <a:path extrusionOk="0" h="1748" w="3167">
                      <a:moveTo>
                        <a:pt x="3077" y="0"/>
                      </a:moveTo>
                      <a:cubicBezTo>
                        <a:pt x="2136" y="149"/>
                        <a:pt x="1195" y="254"/>
                        <a:pt x="254" y="314"/>
                      </a:cubicBezTo>
                      <a:cubicBezTo>
                        <a:pt x="254" y="478"/>
                        <a:pt x="269" y="627"/>
                        <a:pt x="284" y="777"/>
                      </a:cubicBezTo>
                      <a:cubicBezTo>
                        <a:pt x="195" y="837"/>
                        <a:pt x="90" y="881"/>
                        <a:pt x="1" y="926"/>
                      </a:cubicBezTo>
                      <a:cubicBezTo>
                        <a:pt x="1" y="971"/>
                        <a:pt x="15" y="1031"/>
                        <a:pt x="15" y="1090"/>
                      </a:cubicBezTo>
                      <a:cubicBezTo>
                        <a:pt x="30" y="1150"/>
                        <a:pt x="30" y="1210"/>
                        <a:pt x="45" y="1255"/>
                      </a:cubicBezTo>
                      <a:cubicBezTo>
                        <a:pt x="150" y="1270"/>
                        <a:pt x="254" y="1270"/>
                        <a:pt x="359" y="1285"/>
                      </a:cubicBezTo>
                      <a:cubicBezTo>
                        <a:pt x="389" y="1434"/>
                        <a:pt x="419" y="1598"/>
                        <a:pt x="449" y="1748"/>
                      </a:cubicBezTo>
                      <a:cubicBezTo>
                        <a:pt x="867" y="1613"/>
                        <a:pt x="2002" y="1210"/>
                        <a:pt x="3167" y="583"/>
                      </a:cubicBezTo>
                      <a:cubicBezTo>
                        <a:pt x="3137" y="493"/>
                        <a:pt x="3122" y="403"/>
                        <a:pt x="3107" y="299"/>
                      </a:cubicBezTo>
                      <a:cubicBezTo>
                        <a:pt x="3092" y="194"/>
                        <a:pt x="3077" y="105"/>
                        <a:pt x="307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20"/>
                <p:cNvSpPr/>
                <p:nvPr/>
              </p:nvSpPr>
              <p:spPr>
                <a:xfrm>
                  <a:off x="-3200550" y="1699125"/>
                  <a:ext cx="77675" cy="62025"/>
                </a:xfrm>
                <a:custGeom>
                  <a:rect b="b" l="l" r="r" t="t"/>
                  <a:pathLst>
                    <a:path extrusionOk="0" h="2481" w="3107">
                      <a:moveTo>
                        <a:pt x="2898" y="1"/>
                      </a:moveTo>
                      <a:cubicBezTo>
                        <a:pt x="2002" y="449"/>
                        <a:pt x="1076" y="822"/>
                        <a:pt x="165" y="1106"/>
                      </a:cubicBezTo>
                      <a:cubicBezTo>
                        <a:pt x="195" y="1255"/>
                        <a:pt x="239" y="1405"/>
                        <a:pt x="269" y="1554"/>
                      </a:cubicBezTo>
                      <a:cubicBezTo>
                        <a:pt x="180" y="1614"/>
                        <a:pt x="90" y="1689"/>
                        <a:pt x="0" y="1763"/>
                      </a:cubicBezTo>
                      <a:cubicBezTo>
                        <a:pt x="15" y="1808"/>
                        <a:pt x="45" y="1868"/>
                        <a:pt x="60" y="1928"/>
                      </a:cubicBezTo>
                      <a:cubicBezTo>
                        <a:pt x="75" y="1987"/>
                        <a:pt x="90" y="2047"/>
                        <a:pt x="120" y="2092"/>
                      </a:cubicBezTo>
                      <a:cubicBezTo>
                        <a:pt x="224" y="2077"/>
                        <a:pt x="329" y="2062"/>
                        <a:pt x="433" y="2047"/>
                      </a:cubicBezTo>
                      <a:cubicBezTo>
                        <a:pt x="493" y="2196"/>
                        <a:pt x="538" y="2331"/>
                        <a:pt x="613" y="2480"/>
                      </a:cubicBezTo>
                      <a:cubicBezTo>
                        <a:pt x="1001" y="2241"/>
                        <a:pt x="2076" y="1539"/>
                        <a:pt x="3107" y="539"/>
                      </a:cubicBezTo>
                      <a:cubicBezTo>
                        <a:pt x="3047" y="449"/>
                        <a:pt x="3017" y="374"/>
                        <a:pt x="2988" y="270"/>
                      </a:cubicBezTo>
                      <a:cubicBezTo>
                        <a:pt x="2943" y="180"/>
                        <a:pt x="2928" y="105"/>
                        <a:pt x="289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20"/>
                <p:cNvSpPr/>
                <p:nvPr/>
              </p:nvSpPr>
              <p:spPr>
                <a:xfrm>
                  <a:off x="-3187475" y="1711450"/>
                  <a:ext cx="71700" cy="79200"/>
                </a:xfrm>
                <a:custGeom>
                  <a:rect b="b" l="l" r="r" t="t"/>
                  <a:pathLst>
                    <a:path extrusionOk="0" h="3168" w="2868">
                      <a:moveTo>
                        <a:pt x="2554" y="1"/>
                      </a:moveTo>
                      <a:cubicBezTo>
                        <a:pt x="1763" y="747"/>
                        <a:pt x="911" y="1375"/>
                        <a:pt x="45" y="1898"/>
                      </a:cubicBezTo>
                      <a:cubicBezTo>
                        <a:pt x="105" y="2032"/>
                        <a:pt x="164" y="2181"/>
                        <a:pt x="239" y="2316"/>
                      </a:cubicBezTo>
                      <a:cubicBezTo>
                        <a:pt x="164" y="2405"/>
                        <a:pt x="90" y="2510"/>
                        <a:pt x="0" y="2600"/>
                      </a:cubicBezTo>
                      <a:cubicBezTo>
                        <a:pt x="30" y="2659"/>
                        <a:pt x="60" y="2704"/>
                        <a:pt x="90" y="2749"/>
                      </a:cubicBezTo>
                      <a:cubicBezTo>
                        <a:pt x="120" y="2809"/>
                        <a:pt x="149" y="2868"/>
                        <a:pt x="164" y="2913"/>
                      </a:cubicBezTo>
                      <a:cubicBezTo>
                        <a:pt x="284" y="2868"/>
                        <a:pt x="373" y="2824"/>
                        <a:pt x="478" y="2764"/>
                      </a:cubicBezTo>
                      <a:cubicBezTo>
                        <a:pt x="568" y="2913"/>
                        <a:pt x="642" y="3033"/>
                        <a:pt x="732" y="3167"/>
                      </a:cubicBezTo>
                      <a:cubicBezTo>
                        <a:pt x="1090" y="2809"/>
                        <a:pt x="2046" y="1763"/>
                        <a:pt x="2868" y="434"/>
                      </a:cubicBezTo>
                      <a:cubicBezTo>
                        <a:pt x="2808" y="374"/>
                        <a:pt x="2748" y="314"/>
                        <a:pt x="2703" y="240"/>
                      </a:cubicBezTo>
                      <a:cubicBezTo>
                        <a:pt x="2644" y="165"/>
                        <a:pt x="2599" y="90"/>
                        <a:pt x="255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20"/>
                <p:cNvSpPr/>
                <p:nvPr/>
              </p:nvSpPr>
              <p:spPr>
                <a:xfrm>
                  <a:off x="-3171050" y="1721525"/>
                  <a:ext cx="63875" cy="92650"/>
                </a:xfrm>
                <a:custGeom>
                  <a:rect b="b" l="l" r="r" t="t"/>
                  <a:pathLst>
                    <a:path extrusionOk="0" h="3706" w="2555">
                      <a:moveTo>
                        <a:pt x="2181" y="1"/>
                      </a:moveTo>
                      <a:cubicBezTo>
                        <a:pt x="1539" y="1002"/>
                        <a:pt x="807" y="1898"/>
                        <a:pt x="0" y="2674"/>
                      </a:cubicBezTo>
                      <a:cubicBezTo>
                        <a:pt x="105" y="2794"/>
                        <a:pt x="194" y="2913"/>
                        <a:pt x="284" y="3033"/>
                      </a:cubicBezTo>
                      <a:cubicBezTo>
                        <a:pt x="224" y="3167"/>
                        <a:pt x="165" y="3272"/>
                        <a:pt x="90" y="3391"/>
                      </a:cubicBezTo>
                      <a:cubicBezTo>
                        <a:pt x="135" y="3436"/>
                        <a:pt x="165" y="3481"/>
                        <a:pt x="194" y="3526"/>
                      </a:cubicBezTo>
                      <a:cubicBezTo>
                        <a:pt x="239" y="3571"/>
                        <a:pt x="269" y="3615"/>
                        <a:pt x="314" y="3660"/>
                      </a:cubicBezTo>
                      <a:cubicBezTo>
                        <a:pt x="404" y="3586"/>
                        <a:pt x="508" y="3496"/>
                        <a:pt x="613" y="3406"/>
                      </a:cubicBezTo>
                      <a:cubicBezTo>
                        <a:pt x="717" y="3511"/>
                        <a:pt x="822" y="3615"/>
                        <a:pt x="926" y="3705"/>
                      </a:cubicBezTo>
                      <a:cubicBezTo>
                        <a:pt x="1240" y="3227"/>
                        <a:pt x="2017" y="1883"/>
                        <a:pt x="2554" y="315"/>
                      </a:cubicBezTo>
                      <a:cubicBezTo>
                        <a:pt x="2495" y="270"/>
                        <a:pt x="2420" y="225"/>
                        <a:pt x="2360" y="180"/>
                      </a:cubicBezTo>
                      <a:cubicBezTo>
                        <a:pt x="2285" y="120"/>
                        <a:pt x="2241" y="61"/>
                        <a:pt x="218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20"/>
                <p:cNvSpPr/>
                <p:nvPr/>
              </p:nvSpPr>
              <p:spPr>
                <a:xfrm>
                  <a:off x="-3149400" y="1728625"/>
                  <a:ext cx="53050" cy="105325"/>
                </a:xfrm>
                <a:custGeom>
                  <a:rect b="b" l="l" r="r" t="t"/>
                  <a:pathLst>
                    <a:path extrusionOk="0" h="4213" w="2122">
                      <a:moveTo>
                        <a:pt x="1673" y="1"/>
                      </a:moveTo>
                      <a:cubicBezTo>
                        <a:pt x="1225" y="1211"/>
                        <a:pt x="673" y="2316"/>
                        <a:pt x="1" y="3361"/>
                      </a:cubicBezTo>
                      <a:cubicBezTo>
                        <a:pt x="105" y="3451"/>
                        <a:pt x="225" y="3541"/>
                        <a:pt x="344" y="3630"/>
                      </a:cubicBezTo>
                      <a:cubicBezTo>
                        <a:pt x="314" y="3765"/>
                        <a:pt x="269" y="3899"/>
                        <a:pt x="225" y="4048"/>
                      </a:cubicBezTo>
                      <a:cubicBezTo>
                        <a:pt x="269" y="4078"/>
                        <a:pt x="314" y="4093"/>
                        <a:pt x="359" y="4123"/>
                      </a:cubicBezTo>
                      <a:cubicBezTo>
                        <a:pt x="404" y="4153"/>
                        <a:pt x="449" y="4183"/>
                        <a:pt x="493" y="4213"/>
                      </a:cubicBezTo>
                      <a:cubicBezTo>
                        <a:pt x="583" y="4093"/>
                        <a:pt x="673" y="3989"/>
                        <a:pt x="762" y="3869"/>
                      </a:cubicBezTo>
                      <a:cubicBezTo>
                        <a:pt x="897" y="3929"/>
                        <a:pt x="1016" y="3989"/>
                        <a:pt x="1166" y="4033"/>
                      </a:cubicBezTo>
                      <a:cubicBezTo>
                        <a:pt x="1375" y="3451"/>
                        <a:pt x="1897" y="1853"/>
                        <a:pt x="2121" y="150"/>
                      </a:cubicBezTo>
                      <a:cubicBezTo>
                        <a:pt x="2047" y="135"/>
                        <a:pt x="1957" y="120"/>
                        <a:pt x="1882" y="105"/>
                      </a:cubicBezTo>
                      <a:cubicBezTo>
                        <a:pt x="1808" y="75"/>
                        <a:pt x="1733" y="46"/>
                        <a:pt x="167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0" name="Google Shape;1430;p20"/>
              <p:cNvSpPr/>
              <p:nvPr/>
            </p:nvSpPr>
            <p:spPr>
              <a:xfrm>
                <a:off x="-3088150" y="1795100"/>
                <a:ext cx="8225" cy="40350"/>
              </a:xfrm>
              <a:custGeom>
                <a:rect b="b" l="l" r="r" t="t"/>
                <a:pathLst>
                  <a:path extrusionOk="0" h="1614" w="329">
                    <a:moveTo>
                      <a:pt x="60" y="0"/>
                    </a:moveTo>
                    <a:cubicBezTo>
                      <a:pt x="45" y="0"/>
                      <a:pt x="45" y="0"/>
                      <a:pt x="45" y="15"/>
                    </a:cubicBezTo>
                    <a:cubicBezTo>
                      <a:pt x="30" y="15"/>
                      <a:pt x="30" y="15"/>
                      <a:pt x="30" y="30"/>
                    </a:cubicBezTo>
                    <a:lnTo>
                      <a:pt x="30" y="45"/>
                    </a:lnTo>
                    <a:lnTo>
                      <a:pt x="30" y="105"/>
                    </a:lnTo>
                    <a:lnTo>
                      <a:pt x="15" y="209"/>
                    </a:lnTo>
                    <a:lnTo>
                      <a:pt x="15" y="404"/>
                    </a:lnTo>
                    <a:cubicBezTo>
                      <a:pt x="15" y="538"/>
                      <a:pt x="0" y="672"/>
                      <a:pt x="0" y="822"/>
                    </a:cubicBezTo>
                    <a:cubicBezTo>
                      <a:pt x="0" y="956"/>
                      <a:pt x="0" y="1091"/>
                      <a:pt x="15" y="1225"/>
                    </a:cubicBezTo>
                    <a:lnTo>
                      <a:pt x="30" y="1419"/>
                    </a:lnTo>
                    <a:cubicBezTo>
                      <a:pt x="30" y="1449"/>
                      <a:pt x="30" y="1494"/>
                      <a:pt x="45" y="1524"/>
                    </a:cubicBezTo>
                    <a:cubicBezTo>
                      <a:pt x="45" y="1539"/>
                      <a:pt x="45" y="1554"/>
                      <a:pt x="60" y="1569"/>
                    </a:cubicBezTo>
                    <a:cubicBezTo>
                      <a:pt x="60" y="1584"/>
                      <a:pt x="75" y="1598"/>
                      <a:pt x="120" y="1613"/>
                    </a:cubicBezTo>
                    <a:lnTo>
                      <a:pt x="269" y="1613"/>
                    </a:lnTo>
                    <a:cubicBezTo>
                      <a:pt x="299" y="1598"/>
                      <a:pt x="314" y="1569"/>
                      <a:pt x="314" y="1554"/>
                    </a:cubicBezTo>
                    <a:cubicBezTo>
                      <a:pt x="314" y="1539"/>
                      <a:pt x="329" y="1524"/>
                      <a:pt x="329" y="1494"/>
                    </a:cubicBezTo>
                    <a:cubicBezTo>
                      <a:pt x="329" y="1464"/>
                      <a:pt x="329" y="1434"/>
                      <a:pt x="329" y="1404"/>
                    </a:cubicBezTo>
                    <a:lnTo>
                      <a:pt x="314" y="1195"/>
                    </a:lnTo>
                    <a:cubicBezTo>
                      <a:pt x="299" y="1076"/>
                      <a:pt x="284" y="926"/>
                      <a:pt x="254" y="792"/>
                    </a:cubicBezTo>
                    <a:cubicBezTo>
                      <a:pt x="239" y="672"/>
                      <a:pt x="209" y="523"/>
                      <a:pt x="179" y="404"/>
                    </a:cubicBezTo>
                    <a:lnTo>
                      <a:pt x="149" y="195"/>
                    </a:lnTo>
                    <a:lnTo>
                      <a:pt x="134" y="90"/>
                    </a:lnTo>
                    <a:cubicBezTo>
                      <a:pt x="134" y="75"/>
                      <a:pt x="134" y="60"/>
                      <a:pt x="120" y="45"/>
                    </a:cubicBezTo>
                    <a:lnTo>
                      <a:pt x="120" y="30"/>
                    </a:lnTo>
                    <a:cubicBezTo>
                      <a:pt x="120" y="15"/>
                      <a:pt x="120" y="15"/>
                      <a:pt x="105" y="15"/>
                    </a:cubicBezTo>
                    <a:cubicBezTo>
                      <a:pt x="105" y="15"/>
                      <a:pt x="105"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20"/>
              <p:cNvSpPr/>
              <p:nvPr/>
            </p:nvSpPr>
            <p:spPr>
              <a:xfrm>
                <a:off x="-3163275" y="1612950"/>
                <a:ext cx="61700" cy="131800"/>
              </a:xfrm>
              <a:custGeom>
                <a:rect b="b" l="l" r="r" t="t"/>
                <a:pathLst>
                  <a:path extrusionOk="0" h="5272" w="2468">
                    <a:moveTo>
                      <a:pt x="2121" y="122"/>
                    </a:moveTo>
                    <a:cubicBezTo>
                      <a:pt x="2106" y="122"/>
                      <a:pt x="2091" y="126"/>
                      <a:pt x="2079" y="132"/>
                    </a:cubicBezTo>
                    <a:cubicBezTo>
                      <a:pt x="2049" y="147"/>
                      <a:pt x="2034" y="192"/>
                      <a:pt x="2049" y="207"/>
                    </a:cubicBezTo>
                    <a:cubicBezTo>
                      <a:pt x="2154" y="356"/>
                      <a:pt x="2243" y="491"/>
                      <a:pt x="2333" y="625"/>
                    </a:cubicBezTo>
                    <a:cubicBezTo>
                      <a:pt x="2344" y="647"/>
                      <a:pt x="2371" y="661"/>
                      <a:pt x="2396" y="661"/>
                    </a:cubicBezTo>
                    <a:cubicBezTo>
                      <a:pt x="2405" y="661"/>
                      <a:pt x="2415" y="659"/>
                      <a:pt x="2423" y="655"/>
                    </a:cubicBezTo>
                    <a:cubicBezTo>
                      <a:pt x="2452" y="640"/>
                      <a:pt x="2467" y="595"/>
                      <a:pt x="2437" y="565"/>
                    </a:cubicBezTo>
                    <a:cubicBezTo>
                      <a:pt x="2348" y="431"/>
                      <a:pt x="2258" y="296"/>
                      <a:pt x="2169" y="147"/>
                    </a:cubicBezTo>
                    <a:cubicBezTo>
                      <a:pt x="2160" y="130"/>
                      <a:pt x="2141" y="122"/>
                      <a:pt x="2121" y="122"/>
                    </a:cubicBezTo>
                    <a:close/>
                    <a:moveTo>
                      <a:pt x="966" y="0"/>
                    </a:moveTo>
                    <a:cubicBezTo>
                      <a:pt x="910" y="0"/>
                      <a:pt x="851" y="69"/>
                      <a:pt x="899" y="117"/>
                    </a:cubicBezTo>
                    <a:cubicBezTo>
                      <a:pt x="1243" y="401"/>
                      <a:pt x="1571" y="700"/>
                      <a:pt x="1885" y="1013"/>
                    </a:cubicBezTo>
                    <a:cubicBezTo>
                      <a:pt x="1899" y="1027"/>
                      <a:pt x="1913" y="1033"/>
                      <a:pt x="1927" y="1033"/>
                    </a:cubicBezTo>
                    <a:cubicBezTo>
                      <a:pt x="1973" y="1033"/>
                      <a:pt x="2009" y="970"/>
                      <a:pt x="1974" y="924"/>
                    </a:cubicBezTo>
                    <a:cubicBezTo>
                      <a:pt x="1661" y="610"/>
                      <a:pt x="1332" y="311"/>
                      <a:pt x="1004" y="13"/>
                    </a:cubicBezTo>
                    <a:cubicBezTo>
                      <a:pt x="992" y="4"/>
                      <a:pt x="980" y="0"/>
                      <a:pt x="966" y="0"/>
                    </a:cubicBezTo>
                    <a:close/>
                    <a:moveTo>
                      <a:pt x="1019" y="2193"/>
                    </a:moveTo>
                    <a:cubicBezTo>
                      <a:pt x="989" y="2193"/>
                      <a:pt x="944" y="2208"/>
                      <a:pt x="944" y="2238"/>
                    </a:cubicBezTo>
                    <a:cubicBezTo>
                      <a:pt x="944" y="2283"/>
                      <a:pt x="959" y="2298"/>
                      <a:pt x="989" y="2313"/>
                    </a:cubicBezTo>
                    <a:cubicBezTo>
                      <a:pt x="1093" y="2358"/>
                      <a:pt x="1213" y="2402"/>
                      <a:pt x="1332" y="2447"/>
                    </a:cubicBezTo>
                    <a:cubicBezTo>
                      <a:pt x="1362" y="2447"/>
                      <a:pt x="1407" y="2432"/>
                      <a:pt x="1407" y="2402"/>
                    </a:cubicBezTo>
                    <a:cubicBezTo>
                      <a:pt x="1422" y="2358"/>
                      <a:pt x="1407" y="2328"/>
                      <a:pt x="1362" y="2313"/>
                    </a:cubicBezTo>
                    <a:cubicBezTo>
                      <a:pt x="1243" y="2283"/>
                      <a:pt x="1123" y="2238"/>
                      <a:pt x="1019" y="2193"/>
                    </a:cubicBezTo>
                    <a:close/>
                    <a:moveTo>
                      <a:pt x="1934" y="4368"/>
                    </a:moveTo>
                    <a:cubicBezTo>
                      <a:pt x="1913" y="4368"/>
                      <a:pt x="1895" y="4378"/>
                      <a:pt x="1885" y="4389"/>
                    </a:cubicBezTo>
                    <a:cubicBezTo>
                      <a:pt x="1810" y="4493"/>
                      <a:pt x="1765" y="4583"/>
                      <a:pt x="1735" y="4702"/>
                    </a:cubicBezTo>
                    <a:cubicBezTo>
                      <a:pt x="1735" y="4732"/>
                      <a:pt x="1750" y="4762"/>
                      <a:pt x="1780" y="4777"/>
                    </a:cubicBezTo>
                    <a:cubicBezTo>
                      <a:pt x="1810" y="4777"/>
                      <a:pt x="1855" y="4762"/>
                      <a:pt x="1870" y="4732"/>
                    </a:cubicBezTo>
                    <a:cubicBezTo>
                      <a:pt x="1870" y="4702"/>
                      <a:pt x="1885" y="4673"/>
                      <a:pt x="1885" y="4658"/>
                    </a:cubicBezTo>
                    <a:cubicBezTo>
                      <a:pt x="1900" y="4643"/>
                      <a:pt x="1900" y="4628"/>
                      <a:pt x="1900" y="4613"/>
                    </a:cubicBezTo>
                    <a:cubicBezTo>
                      <a:pt x="1900" y="4598"/>
                      <a:pt x="1915" y="4598"/>
                      <a:pt x="1915" y="4598"/>
                    </a:cubicBezTo>
                    <a:cubicBezTo>
                      <a:pt x="1930" y="4553"/>
                      <a:pt x="1960" y="4508"/>
                      <a:pt x="1989" y="4463"/>
                    </a:cubicBezTo>
                    <a:cubicBezTo>
                      <a:pt x="2004" y="4434"/>
                      <a:pt x="1989" y="4389"/>
                      <a:pt x="1960" y="4374"/>
                    </a:cubicBezTo>
                    <a:cubicBezTo>
                      <a:pt x="1951" y="4369"/>
                      <a:pt x="1942" y="4368"/>
                      <a:pt x="1934" y="4368"/>
                    </a:cubicBezTo>
                    <a:close/>
                    <a:moveTo>
                      <a:pt x="1466" y="3592"/>
                    </a:moveTo>
                    <a:cubicBezTo>
                      <a:pt x="1451" y="3592"/>
                      <a:pt x="1436" y="3598"/>
                      <a:pt x="1422" y="3612"/>
                    </a:cubicBezTo>
                    <a:cubicBezTo>
                      <a:pt x="959" y="4000"/>
                      <a:pt x="496" y="4389"/>
                      <a:pt x="48" y="4792"/>
                    </a:cubicBezTo>
                    <a:cubicBezTo>
                      <a:pt x="1" y="4827"/>
                      <a:pt x="46" y="4900"/>
                      <a:pt x="97" y="4900"/>
                    </a:cubicBezTo>
                    <a:cubicBezTo>
                      <a:pt x="111" y="4900"/>
                      <a:pt x="125" y="4894"/>
                      <a:pt x="137" y="4882"/>
                    </a:cubicBezTo>
                    <a:cubicBezTo>
                      <a:pt x="600" y="4493"/>
                      <a:pt x="1048" y="4090"/>
                      <a:pt x="1511" y="3702"/>
                    </a:cubicBezTo>
                    <a:cubicBezTo>
                      <a:pt x="1557" y="3656"/>
                      <a:pt x="1515" y="3592"/>
                      <a:pt x="1466" y="3592"/>
                    </a:cubicBezTo>
                    <a:close/>
                    <a:moveTo>
                      <a:pt x="1636" y="4006"/>
                    </a:moveTo>
                    <a:cubicBezTo>
                      <a:pt x="1617" y="4006"/>
                      <a:pt x="1599" y="4013"/>
                      <a:pt x="1586" y="4030"/>
                    </a:cubicBezTo>
                    <a:cubicBezTo>
                      <a:pt x="1377" y="4404"/>
                      <a:pt x="1153" y="4792"/>
                      <a:pt x="944" y="5180"/>
                    </a:cubicBezTo>
                    <a:cubicBezTo>
                      <a:pt x="912" y="5222"/>
                      <a:pt x="954" y="5271"/>
                      <a:pt x="998" y="5271"/>
                    </a:cubicBezTo>
                    <a:cubicBezTo>
                      <a:pt x="1016" y="5271"/>
                      <a:pt x="1035" y="5262"/>
                      <a:pt x="1048" y="5240"/>
                    </a:cubicBezTo>
                    <a:cubicBezTo>
                      <a:pt x="1258" y="4852"/>
                      <a:pt x="1482" y="4478"/>
                      <a:pt x="1706" y="4090"/>
                    </a:cubicBezTo>
                    <a:cubicBezTo>
                      <a:pt x="1727" y="4048"/>
                      <a:pt x="1681" y="4006"/>
                      <a:pt x="1636" y="400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20"/>
              <p:cNvSpPr/>
              <p:nvPr/>
            </p:nvSpPr>
            <p:spPr>
              <a:xfrm>
                <a:off x="-3215500" y="1519550"/>
                <a:ext cx="104950" cy="320725"/>
              </a:xfrm>
              <a:custGeom>
                <a:rect b="b" l="l" r="r" t="t"/>
                <a:pathLst>
                  <a:path extrusionOk="0" h="12829" w="4198">
                    <a:moveTo>
                      <a:pt x="3202" y="0"/>
                    </a:moveTo>
                    <a:cubicBezTo>
                      <a:pt x="3185" y="0"/>
                      <a:pt x="3168" y="5"/>
                      <a:pt x="3152" y="15"/>
                    </a:cubicBezTo>
                    <a:cubicBezTo>
                      <a:pt x="2973" y="134"/>
                      <a:pt x="3272" y="687"/>
                      <a:pt x="2958" y="1030"/>
                    </a:cubicBezTo>
                    <a:cubicBezTo>
                      <a:pt x="2869" y="1093"/>
                      <a:pt x="2783" y="1116"/>
                      <a:pt x="2701" y="1116"/>
                    </a:cubicBezTo>
                    <a:cubicBezTo>
                      <a:pt x="2465" y="1116"/>
                      <a:pt x="2265" y="923"/>
                      <a:pt x="2137" y="923"/>
                    </a:cubicBezTo>
                    <a:cubicBezTo>
                      <a:pt x="2108" y="923"/>
                      <a:pt x="2083" y="932"/>
                      <a:pt x="2062" y="956"/>
                    </a:cubicBezTo>
                    <a:cubicBezTo>
                      <a:pt x="1913" y="1135"/>
                      <a:pt x="2331" y="1583"/>
                      <a:pt x="2032" y="2016"/>
                    </a:cubicBezTo>
                    <a:cubicBezTo>
                      <a:pt x="1917" y="2131"/>
                      <a:pt x="1796" y="2162"/>
                      <a:pt x="1681" y="2162"/>
                    </a:cubicBezTo>
                    <a:cubicBezTo>
                      <a:pt x="1546" y="2162"/>
                      <a:pt x="1421" y="2119"/>
                      <a:pt x="1331" y="2119"/>
                    </a:cubicBezTo>
                    <a:cubicBezTo>
                      <a:pt x="1277" y="2119"/>
                      <a:pt x="1236" y="2134"/>
                      <a:pt x="1211" y="2180"/>
                    </a:cubicBezTo>
                    <a:cubicBezTo>
                      <a:pt x="1091" y="2360"/>
                      <a:pt x="1539" y="2658"/>
                      <a:pt x="1360" y="3136"/>
                    </a:cubicBezTo>
                    <a:cubicBezTo>
                      <a:pt x="1106" y="3584"/>
                      <a:pt x="643" y="3301"/>
                      <a:pt x="568" y="3525"/>
                    </a:cubicBezTo>
                    <a:cubicBezTo>
                      <a:pt x="479" y="3734"/>
                      <a:pt x="1002" y="3913"/>
                      <a:pt x="852" y="4451"/>
                    </a:cubicBezTo>
                    <a:lnTo>
                      <a:pt x="867" y="4451"/>
                    </a:lnTo>
                    <a:cubicBezTo>
                      <a:pt x="673" y="4869"/>
                      <a:pt x="210" y="4719"/>
                      <a:pt x="180" y="4929"/>
                    </a:cubicBezTo>
                    <a:cubicBezTo>
                      <a:pt x="120" y="5138"/>
                      <a:pt x="613" y="5212"/>
                      <a:pt x="613" y="5675"/>
                    </a:cubicBezTo>
                    <a:cubicBezTo>
                      <a:pt x="524" y="6198"/>
                      <a:pt x="1" y="6123"/>
                      <a:pt x="1" y="6347"/>
                    </a:cubicBezTo>
                    <a:cubicBezTo>
                      <a:pt x="1" y="6571"/>
                      <a:pt x="539" y="6527"/>
                      <a:pt x="583" y="7064"/>
                    </a:cubicBezTo>
                    <a:cubicBezTo>
                      <a:pt x="539" y="7512"/>
                      <a:pt x="61" y="7572"/>
                      <a:pt x="105" y="7781"/>
                    </a:cubicBezTo>
                    <a:cubicBezTo>
                      <a:pt x="135" y="8005"/>
                      <a:pt x="628" y="7856"/>
                      <a:pt x="778" y="8334"/>
                    </a:cubicBezTo>
                    <a:cubicBezTo>
                      <a:pt x="852" y="8842"/>
                      <a:pt x="359" y="9006"/>
                      <a:pt x="419" y="9215"/>
                    </a:cubicBezTo>
                    <a:cubicBezTo>
                      <a:pt x="494" y="9439"/>
                      <a:pt x="957" y="9185"/>
                      <a:pt x="1181" y="9618"/>
                    </a:cubicBezTo>
                    <a:cubicBezTo>
                      <a:pt x="1345" y="10111"/>
                      <a:pt x="882" y="10395"/>
                      <a:pt x="987" y="10589"/>
                    </a:cubicBezTo>
                    <a:cubicBezTo>
                      <a:pt x="1010" y="10644"/>
                      <a:pt x="1056" y="10661"/>
                      <a:pt x="1115" y="10661"/>
                    </a:cubicBezTo>
                    <a:cubicBezTo>
                      <a:pt x="1208" y="10661"/>
                      <a:pt x="1335" y="10620"/>
                      <a:pt x="1467" y="10620"/>
                    </a:cubicBezTo>
                    <a:cubicBezTo>
                      <a:pt x="1572" y="10620"/>
                      <a:pt x="1681" y="10646"/>
                      <a:pt x="1778" y="10739"/>
                    </a:cubicBezTo>
                    <a:lnTo>
                      <a:pt x="1778" y="10753"/>
                    </a:lnTo>
                    <a:cubicBezTo>
                      <a:pt x="2077" y="11202"/>
                      <a:pt x="1614" y="11680"/>
                      <a:pt x="1763" y="11844"/>
                    </a:cubicBezTo>
                    <a:cubicBezTo>
                      <a:pt x="1787" y="11872"/>
                      <a:pt x="1815" y="11883"/>
                      <a:pt x="1848" y="11883"/>
                    </a:cubicBezTo>
                    <a:cubicBezTo>
                      <a:pt x="1984" y="11883"/>
                      <a:pt x="2195" y="11689"/>
                      <a:pt x="2434" y="11689"/>
                    </a:cubicBezTo>
                    <a:cubicBezTo>
                      <a:pt x="2507" y="11689"/>
                      <a:pt x="2583" y="11707"/>
                      <a:pt x="2659" y="11754"/>
                    </a:cubicBezTo>
                    <a:cubicBezTo>
                      <a:pt x="3033" y="12098"/>
                      <a:pt x="2645" y="12695"/>
                      <a:pt x="2839" y="12815"/>
                    </a:cubicBezTo>
                    <a:cubicBezTo>
                      <a:pt x="2854" y="12824"/>
                      <a:pt x="2871" y="12829"/>
                      <a:pt x="2888" y="12829"/>
                    </a:cubicBezTo>
                    <a:cubicBezTo>
                      <a:pt x="3059" y="12829"/>
                      <a:pt x="3297" y="12375"/>
                      <a:pt x="3658" y="12375"/>
                    </a:cubicBezTo>
                    <a:cubicBezTo>
                      <a:pt x="3702" y="12375"/>
                      <a:pt x="3747" y="12382"/>
                      <a:pt x="3795" y="12396"/>
                    </a:cubicBezTo>
                    <a:cubicBezTo>
                      <a:pt x="3839" y="12262"/>
                      <a:pt x="3884" y="12143"/>
                      <a:pt x="3944" y="12008"/>
                    </a:cubicBezTo>
                    <a:cubicBezTo>
                      <a:pt x="3906" y="11998"/>
                      <a:pt x="3869" y="11994"/>
                      <a:pt x="3833" y="11994"/>
                    </a:cubicBezTo>
                    <a:cubicBezTo>
                      <a:pt x="3467" y="11994"/>
                      <a:pt x="3223" y="12467"/>
                      <a:pt x="3059" y="12467"/>
                    </a:cubicBezTo>
                    <a:cubicBezTo>
                      <a:pt x="3045" y="12467"/>
                      <a:pt x="3031" y="12464"/>
                      <a:pt x="3018" y="12456"/>
                    </a:cubicBezTo>
                    <a:cubicBezTo>
                      <a:pt x="2854" y="12352"/>
                      <a:pt x="3167" y="11799"/>
                      <a:pt x="2913" y="11470"/>
                    </a:cubicBezTo>
                    <a:cubicBezTo>
                      <a:pt x="2898" y="11455"/>
                      <a:pt x="2898" y="11455"/>
                      <a:pt x="2884" y="11455"/>
                    </a:cubicBezTo>
                    <a:cubicBezTo>
                      <a:pt x="2869" y="11441"/>
                      <a:pt x="2854" y="11426"/>
                      <a:pt x="2839" y="11411"/>
                    </a:cubicBezTo>
                    <a:lnTo>
                      <a:pt x="2839" y="11426"/>
                    </a:lnTo>
                    <a:cubicBezTo>
                      <a:pt x="2783" y="11400"/>
                      <a:pt x="2728" y="11390"/>
                      <a:pt x="2674" y="11390"/>
                    </a:cubicBezTo>
                    <a:cubicBezTo>
                      <a:pt x="2429" y="11390"/>
                      <a:pt x="2206" y="11605"/>
                      <a:pt x="2072" y="11605"/>
                    </a:cubicBezTo>
                    <a:cubicBezTo>
                      <a:pt x="2045" y="11605"/>
                      <a:pt x="2021" y="11596"/>
                      <a:pt x="2002" y="11575"/>
                    </a:cubicBezTo>
                    <a:cubicBezTo>
                      <a:pt x="1883" y="11426"/>
                      <a:pt x="2256" y="10992"/>
                      <a:pt x="2077" y="10604"/>
                    </a:cubicBezTo>
                    <a:lnTo>
                      <a:pt x="2092" y="10589"/>
                    </a:lnTo>
                    <a:cubicBezTo>
                      <a:pt x="2077" y="10559"/>
                      <a:pt x="2062" y="10544"/>
                      <a:pt x="2047" y="10529"/>
                    </a:cubicBezTo>
                    <a:cubicBezTo>
                      <a:pt x="2047" y="10529"/>
                      <a:pt x="2032" y="10515"/>
                      <a:pt x="2032" y="10515"/>
                    </a:cubicBezTo>
                    <a:cubicBezTo>
                      <a:pt x="1936" y="10432"/>
                      <a:pt x="1833" y="10407"/>
                      <a:pt x="1733" y="10407"/>
                    </a:cubicBezTo>
                    <a:cubicBezTo>
                      <a:pt x="1582" y="10407"/>
                      <a:pt x="1440" y="10464"/>
                      <a:pt x="1344" y="10464"/>
                    </a:cubicBezTo>
                    <a:cubicBezTo>
                      <a:pt x="1297" y="10464"/>
                      <a:pt x="1261" y="10451"/>
                      <a:pt x="1241" y="10410"/>
                    </a:cubicBezTo>
                    <a:cubicBezTo>
                      <a:pt x="1136" y="10231"/>
                      <a:pt x="1554" y="9932"/>
                      <a:pt x="1465" y="9514"/>
                    </a:cubicBezTo>
                    <a:lnTo>
                      <a:pt x="1480" y="9499"/>
                    </a:lnTo>
                    <a:cubicBezTo>
                      <a:pt x="1465" y="9469"/>
                      <a:pt x="1450" y="9454"/>
                      <a:pt x="1435" y="9439"/>
                    </a:cubicBezTo>
                    <a:cubicBezTo>
                      <a:pt x="1435" y="9424"/>
                      <a:pt x="1435" y="9409"/>
                      <a:pt x="1435" y="9409"/>
                    </a:cubicBezTo>
                    <a:lnTo>
                      <a:pt x="1420" y="9409"/>
                    </a:lnTo>
                    <a:cubicBezTo>
                      <a:pt x="1181" y="9066"/>
                      <a:pt x="748" y="9290"/>
                      <a:pt x="688" y="9096"/>
                    </a:cubicBezTo>
                    <a:cubicBezTo>
                      <a:pt x="628" y="8901"/>
                      <a:pt x="1076" y="8737"/>
                      <a:pt x="1061" y="8304"/>
                    </a:cubicBezTo>
                    <a:lnTo>
                      <a:pt x="1061" y="8289"/>
                    </a:lnTo>
                    <a:cubicBezTo>
                      <a:pt x="1061" y="8274"/>
                      <a:pt x="1061" y="8259"/>
                      <a:pt x="1046" y="8244"/>
                    </a:cubicBezTo>
                    <a:cubicBezTo>
                      <a:pt x="1046" y="8229"/>
                      <a:pt x="1046" y="8214"/>
                      <a:pt x="1046" y="8199"/>
                    </a:cubicBezTo>
                    <a:lnTo>
                      <a:pt x="1031" y="8199"/>
                    </a:lnTo>
                    <a:cubicBezTo>
                      <a:pt x="852" y="7811"/>
                      <a:pt x="404" y="7931"/>
                      <a:pt x="374" y="7736"/>
                    </a:cubicBezTo>
                    <a:cubicBezTo>
                      <a:pt x="344" y="7527"/>
                      <a:pt x="822" y="7468"/>
                      <a:pt x="867" y="7049"/>
                    </a:cubicBezTo>
                    <a:lnTo>
                      <a:pt x="867" y="7034"/>
                    </a:lnTo>
                    <a:cubicBezTo>
                      <a:pt x="867" y="7005"/>
                      <a:pt x="867" y="6975"/>
                      <a:pt x="867" y="6945"/>
                    </a:cubicBezTo>
                    <a:lnTo>
                      <a:pt x="852" y="6945"/>
                    </a:lnTo>
                    <a:cubicBezTo>
                      <a:pt x="748" y="6542"/>
                      <a:pt x="285" y="6557"/>
                      <a:pt x="300" y="6362"/>
                    </a:cubicBezTo>
                    <a:cubicBezTo>
                      <a:pt x="300" y="6153"/>
                      <a:pt x="763" y="6198"/>
                      <a:pt x="882" y="5795"/>
                    </a:cubicBezTo>
                    <a:lnTo>
                      <a:pt x="897" y="5795"/>
                    </a:lnTo>
                    <a:cubicBezTo>
                      <a:pt x="897" y="5765"/>
                      <a:pt x="897" y="5750"/>
                      <a:pt x="897" y="5720"/>
                    </a:cubicBezTo>
                    <a:cubicBezTo>
                      <a:pt x="897" y="5720"/>
                      <a:pt x="897" y="5705"/>
                      <a:pt x="897" y="5690"/>
                    </a:cubicBezTo>
                    <a:cubicBezTo>
                      <a:pt x="867" y="5257"/>
                      <a:pt x="419" y="5182"/>
                      <a:pt x="449" y="4988"/>
                    </a:cubicBezTo>
                    <a:cubicBezTo>
                      <a:pt x="494" y="4794"/>
                      <a:pt x="942" y="4929"/>
                      <a:pt x="1136" y="4555"/>
                    </a:cubicBezTo>
                    <a:cubicBezTo>
                      <a:pt x="1136" y="4540"/>
                      <a:pt x="1136" y="4525"/>
                      <a:pt x="1136" y="4525"/>
                    </a:cubicBezTo>
                    <a:cubicBezTo>
                      <a:pt x="1151" y="4495"/>
                      <a:pt x="1166" y="4480"/>
                      <a:pt x="1166" y="4451"/>
                    </a:cubicBezTo>
                    <a:lnTo>
                      <a:pt x="1151" y="4451"/>
                    </a:lnTo>
                    <a:cubicBezTo>
                      <a:pt x="1211" y="4017"/>
                      <a:pt x="763" y="3838"/>
                      <a:pt x="837" y="3644"/>
                    </a:cubicBezTo>
                    <a:cubicBezTo>
                      <a:pt x="912" y="3450"/>
                      <a:pt x="1330" y="3689"/>
                      <a:pt x="1584" y="3360"/>
                    </a:cubicBezTo>
                    <a:lnTo>
                      <a:pt x="1584" y="3375"/>
                    </a:lnTo>
                    <a:cubicBezTo>
                      <a:pt x="1599" y="3360"/>
                      <a:pt x="1599" y="3345"/>
                      <a:pt x="1614" y="3330"/>
                    </a:cubicBezTo>
                    <a:cubicBezTo>
                      <a:pt x="1614" y="3315"/>
                      <a:pt x="1629" y="3301"/>
                      <a:pt x="1644" y="3271"/>
                    </a:cubicBezTo>
                    <a:lnTo>
                      <a:pt x="1629" y="3271"/>
                    </a:lnTo>
                    <a:cubicBezTo>
                      <a:pt x="1748" y="2852"/>
                      <a:pt x="1345" y="2554"/>
                      <a:pt x="1450" y="2374"/>
                    </a:cubicBezTo>
                    <a:cubicBezTo>
                      <a:pt x="1473" y="2335"/>
                      <a:pt x="1508" y="2322"/>
                      <a:pt x="1553" y="2322"/>
                    </a:cubicBezTo>
                    <a:cubicBezTo>
                      <a:pt x="1654" y="2322"/>
                      <a:pt x="1801" y="2389"/>
                      <a:pt x="1956" y="2389"/>
                    </a:cubicBezTo>
                    <a:cubicBezTo>
                      <a:pt x="2051" y="2389"/>
                      <a:pt x="2149" y="2364"/>
                      <a:pt x="2241" y="2285"/>
                    </a:cubicBezTo>
                    <a:lnTo>
                      <a:pt x="2256" y="2270"/>
                    </a:lnTo>
                    <a:cubicBezTo>
                      <a:pt x="2271" y="2255"/>
                      <a:pt x="2286" y="2240"/>
                      <a:pt x="2301" y="2210"/>
                    </a:cubicBezTo>
                    <a:lnTo>
                      <a:pt x="2301" y="2195"/>
                    </a:lnTo>
                    <a:cubicBezTo>
                      <a:pt x="2495" y="1792"/>
                      <a:pt x="2137" y="1374"/>
                      <a:pt x="2271" y="1239"/>
                    </a:cubicBezTo>
                    <a:cubicBezTo>
                      <a:pt x="2294" y="1215"/>
                      <a:pt x="2320" y="1204"/>
                      <a:pt x="2348" y="1204"/>
                    </a:cubicBezTo>
                    <a:cubicBezTo>
                      <a:pt x="2483" y="1204"/>
                      <a:pt x="2684" y="1424"/>
                      <a:pt x="2920" y="1424"/>
                    </a:cubicBezTo>
                    <a:cubicBezTo>
                      <a:pt x="2971" y="1424"/>
                      <a:pt x="3024" y="1413"/>
                      <a:pt x="3078" y="1389"/>
                    </a:cubicBezTo>
                    <a:lnTo>
                      <a:pt x="3093" y="1404"/>
                    </a:lnTo>
                    <a:cubicBezTo>
                      <a:pt x="3108" y="1389"/>
                      <a:pt x="3123" y="1374"/>
                      <a:pt x="3137" y="1359"/>
                    </a:cubicBezTo>
                    <a:cubicBezTo>
                      <a:pt x="3137" y="1359"/>
                      <a:pt x="3152" y="1344"/>
                      <a:pt x="3167" y="1344"/>
                    </a:cubicBezTo>
                    <a:lnTo>
                      <a:pt x="3167" y="1329"/>
                    </a:lnTo>
                    <a:cubicBezTo>
                      <a:pt x="3436" y="1000"/>
                      <a:pt x="3152" y="463"/>
                      <a:pt x="3317" y="358"/>
                    </a:cubicBezTo>
                    <a:cubicBezTo>
                      <a:pt x="3332" y="349"/>
                      <a:pt x="3348" y="344"/>
                      <a:pt x="3365" y="344"/>
                    </a:cubicBezTo>
                    <a:cubicBezTo>
                      <a:pt x="3533" y="344"/>
                      <a:pt x="3740" y="809"/>
                      <a:pt x="4082" y="809"/>
                    </a:cubicBezTo>
                    <a:cubicBezTo>
                      <a:pt x="4119" y="809"/>
                      <a:pt x="4158" y="803"/>
                      <a:pt x="4198" y="791"/>
                    </a:cubicBezTo>
                    <a:cubicBezTo>
                      <a:pt x="4153" y="657"/>
                      <a:pt x="4123" y="522"/>
                      <a:pt x="4078" y="403"/>
                    </a:cubicBezTo>
                    <a:cubicBezTo>
                      <a:pt x="4026" y="421"/>
                      <a:pt x="3976" y="429"/>
                      <a:pt x="3929" y="429"/>
                    </a:cubicBezTo>
                    <a:cubicBezTo>
                      <a:pt x="3581" y="429"/>
                      <a:pt x="3367" y="0"/>
                      <a:pt x="32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20"/>
              <p:cNvSpPr/>
              <p:nvPr/>
            </p:nvSpPr>
            <p:spPr>
              <a:xfrm>
                <a:off x="-3231550" y="1510950"/>
                <a:ext cx="37750" cy="42200"/>
              </a:xfrm>
              <a:custGeom>
                <a:rect b="b" l="l" r="r" t="t"/>
                <a:pathLst>
                  <a:path extrusionOk="0" h="1688" w="1510">
                    <a:moveTo>
                      <a:pt x="762" y="0"/>
                    </a:moveTo>
                    <a:cubicBezTo>
                      <a:pt x="762" y="0"/>
                      <a:pt x="733" y="0"/>
                      <a:pt x="703" y="15"/>
                    </a:cubicBezTo>
                    <a:lnTo>
                      <a:pt x="583" y="120"/>
                    </a:lnTo>
                    <a:cubicBezTo>
                      <a:pt x="568" y="150"/>
                      <a:pt x="568" y="164"/>
                      <a:pt x="568" y="179"/>
                    </a:cubicBezTo>
                    <a:cubicBezTo>
                      <a:pt x="568" y="209"/>
                      <a:pt x="583" y="224"/>
                      <a:pt x="583" y="224"/>
                    </a:cubicBezTo>
                    <a:cubicBezTo>
                      <a:pt x="598" y="254"/>
                      <a:pt x="613" y="269"/>
                      <a:pt x="628" y="284"/>
                    </a:cubicBezTo>
                    <a:lnTo>
                      <a:pt x="747" y="388"/>
                    </a:lnTo>
                    <a:cubicBezTo>
                      <a:pt x="822" y="463"/>
                      <a:pt x="897" y="523"/>
                      <a:pt x="972" y="598"/>
                    </a:cubicBezTo>
                    <a:cubicBezTo>
                      <a:pt x="1046" y="672"/>
                      <a:pt x="1136" y="732"/>
                      <a:pt x="1210" y="792"/>
                    </a:cubicBezTo>
                    <a:lnTo>
                      <a:pt x="1345" y="881"/>
                    </a:lnTo>
                    <a:lnTo>
                      <a:pt x="1405" y="926"/>
                    </a:lnTo>
                    <a:cubicBezTo>
                      <a:pt x="1405" y="941"/>
                      <a:pt x="1420" y="941"/>
                      <a:pt x="1435" y="956"/>
                    </a:cubicBezTo>
                    <a:lnTo>
                      <a:pt x="1479" y="956"/>
                    </a:lnTo>
                    <a:cubicBezTo>
                      <a:pt x="1494" y="926"/>
                      <a:pt x="1494" y="926"/>
                      <a:pt x="1509" y="926"/>
                    </a:cubicBezTo>
                    <a:lnTo>
                      <a:pt x="1509" y="911"/>
                    </a:lnTo>
                    <a:lnTo>
                      <a:pt x="1509" y="896"/>
                    </a:lnTo>
                    <a:cubicBezTo>
                      <a:pt x="1494" y="881"/>
                      <a:pt x="1494" y="866"/>
                      <a:pt x="1479" y="851"/>
                    </a:cubicBezTo>
                    <a:lnTo>
                      <a:pt x="1435" y="792"/>
                    </a:lnTo>
                    <a:lnTo>
                      <a:pt x="1345" y="672"/>
                    </a:lnTo>
                    <a:cubicBezTo>
                      <a:pt x="1285" y="583"/>
                      <a:pt x="1225" y="508"/>
                      <a:pt x="1166" y="433"/>
                    </a:cubicBezTo>
                    <a:cubicBezTo>
                      <a:pt x="1091" y="344"/>
                      <a:pt x="1031" y="269"/>
                      <a:pt x="972" y="179"/>
                    </a:cubicBezTo>
                    <a:cubicBezTo>
                      <a:pt x="927" y="150"/>
                      <a:pt x="897" y="105"/>
                      <a:pt x="852" y="75"/>
                    </a:cubicBezTo>
                    <a:cubicBezTo>
                      <a:pt x="837" y="45"/>
                      <a:pt x="822" y="30"/>
                      <a:pt x="807" y="15"/>
                    </a:cubicBezTo>
                    <a:cubicBezTo>
                      <a:pt x="792" y="15"/>
                      <a:pt x="777" y="15"/>
                      <a:pt x="762" y="0"/>
                    </a:cubicBezTo>
                    <a:close/>
                    <a:moveTo>
                      <a:pt x="90" y="1195"/>
                    </a:moveTo>
                    <a:cubicBezTo>
                      <a:pt x="75" y="1195"/>
                      <a:pt x="60" y="1195"/>
                      <a:pt x="31" y="1240"/>
                    </a:cubicBezTo>
                    <a:lnTo>
                      <a:pt x="1" y="1389"/>
                    </a:lnTo>
                    <a:cubicBezTo>
                      <a:pt x="1" y="1434"/>
                      <a:pt x="1" y="1449"/>
                      <a:pt x="16" y="1449"/>
                    </a:cubicBezTo>
                    <a:cubicBezTo>
                      <a:pt x="31" y="1464"/>
                      <a:pt x="45" y="1464"/>
                      <a:pt x="60" y="1479"/>
                    </a:cubicBezTo>
                    <a:cubicBezTo>
                      <a:pt x="75" y="1494"/>
                      <a:pt x="105" y="1494"/>
                      <a:pt x="135" y="1509"/>
                    </a:cubicBezTo>
                    <a:lnTo>
                      <a:pt x="284" y="1539"/>
                    </a:lnTo>
                    <a:cubicBezTo>
                      <a:pt x="389" y="1568"/>
                      <a:pt x="494" y="1598"/>
                      <a:pt x="598" y="1613"/>
                    </a:cubicBezTo>
                    <a:cubicBezTo>
                      <a:pt x="703" y="1628"/>
                      <a:pt x="807" y="1643"/>
                      <a:pt x="927" y="1658"/>
                    </a:cubicBezTo>
                    <a:lnTo>
                      <a:pt x="1076" y="1673"/>
                    </a:lnTo>
                    <a:lnTo>
                      <a:pt x="1166" y="1688"/>
                    </a:lnTo>
                    <a:lnTo>
                      <a:pt x="1225" y="1688"/>
                    </a:lnTo>
                    <a:cubicBezTo>
                      <a:pt x="1225" y="1673"/>
                      <a:pt x="1225" y="1673"/>
                      <a:pt x="1240" y="1673"/>
                    </a:cubicBezTo>
                    <a:cubicBezTo>
                      <a:pt x="1240" y="1673"/>
                      <a:pt x="1240" y="1673"/>
                      <a:pt x="1255" y="1658"/>
                    </a:cubicBezTo>
                    <a:lnTo>
                      <a:pt x="1240" y="1643"/>
                    </a:lnTo>
                    <a:cubicBezTo>
                      <a:pt x="1255" y="1628"/>
                      <a:pt x="1240" y="1628"/>
                      <a:pt x="1240" y="1628"/>
                    </a:cubicBezTo>
                    <a:lnTo>
                      <a:pt x="1240" y="1613"/>
                    </a:lnTo>
                    <a:lnTo>
                      <a:pt x="1225" y="1598"/>
                    </a:lnTo>
                    <a:cubicBezTo>
                      <a:pt x="1210" y="1598"/>
                      <a:pt x="1196" y="1598"/>
                      <a:pt x="1181" y="1583"/>
                    </a:cubicBezTo>
                    <a:lnTo>
                      <a:pt x="1106" y="1553"/>
                    </a:lnTo>
                    <a:lnTo>
                      <a:pt x="957" y="1479"/>
                    </a:lnTo>
                    <a:cubicBezTo>
                      <a:pt x="852" y="1449"/>
                      <a:pt x="762" y="1404"/>
                      <a:pt x="658" y="1359"/>
                    </a:cubicBezTo>
                    <a:cubicBezTo>
                      <a:pt x="553" y="1315"/>
                      <a:pt x="464" y="1285"/>
                      <a:pt x="359" y="1255"/>
                    </a:cubicBezTo>
                    <a:lnTo>
                      <a:pt x="210" y="1210"/>
                    </a:lnTo>
                    <a:cubicBezTo>
                      <a:pt x="180" y="1195"/>
                      <a:pt x="150" y="1195"/>
                      <a:pt x="120" y="119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4" name="Google Shape;1434;p20"/>
            <p:cNvGrpSpPr/>
            <p:nvPr/>
          </p:nvGrpSpPr>
          <p:grpSpPr>
            <a:xfrm>
              <a:off x="-296275" y="86884"/>
              <a:ext cx="3829445" cy="2803577"/>
              <a:chOff x="-296275" y="86884"/>
              <a:chExt cx="3829445" cy="2803577"/>
            </a:xfrm>
          </p:grpSpPr>
          <p:grpSp>
            <p:nvGrpSpPr>
              <p:cNvPr id="1435" name="Google Shape;1435;p20"/>
              <p:cNvGrpSpPr/>
              <p:nvPr/>
            </p:nvGrpSpPr>
            <p:grpSpPr>
              <a:xfrm>
                <a:off x="2565223" y="86884"/>
                <a:ext cx="967947" cy="1052262"/>
                <a:chOff x="2588281" y="451206"/>
                <a:chExt cx="726414" cy="789689"/>
              </a:xfrm>
            </p:grpSpPr>
            <p:sp>
              <p:nvSpPr>
                <p:cNvPr id="1436" name="Google Shape;1436;p20"/>
                <p:cNvSpPr/>
                <p:nvPr/>
              </p:nvSpPr>
              <p:spPr>
                <a:xfrm rot="-179950">
                  <a:off x="3042097" y="805976"/>
                  <a:ext cx="261571" cy="428370"/>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20"/>
                <p:cNvSpPr/>
                <p:nvPr/>
              </p:nvSpPr>
              <p:spPr>
                <a:xfrm rot="3566374">
                  <a:off x="2708429" y="458538"/>
                  <a:ext cx="261565" cy="428373"/>
                </a:xfrm>
                <a:custGeom>
                  <a:rect b="b" l="l" r="r" t="t"/>
                  <a:pathLst>
                    <a:path extrusionOk="0" h="3572" w="2181">
                      <a:moveTo>
                        <a:pt x="721" y="1"/>
                      </a:moveTo>
                      <a:cubicBezTo>
                        <a:pt x="627" y="1"/>
                        <a:pt x="526" y="19"/>
                        <a:pt x="418" y="61"/>
                      </a:cubicBezTo>
                      <a:cubicBezTo>
                        <a:pt x="15" y="211"/>
                        <a:pt x="0" y="644"/>
                        <a:pt x="45" y="868"/>
                      </a:cubicBezTo>
                      <a:cubicBezTo>
                        <a:pt x="75" y="1167"/>
                        <a:pt x="866" y="2974"/>
                        <a:pt x="1090" y="3228"/>
                      </a:cubicBezTo>
                      <a:cubicBezTo>
                        <a:pt x="1270" y="3497"/>
                        <a:pt x="1434" y="3571"/>
                        <a:pt x="1613" y="3571"/>
                      </a:cubicBezTo>
                      <a:cubicBezTo>
                        <a:pt x="1718" y="3571"/>
                        <a:pt x="1792" y="3556"/>
                        <a:pt x="1882" y="3556"/>
                      </a:cubicBezTo>
                      <a:cubicBezTo>
                        <a:pt x="2106" y="3452"/>
                        <a:pt x="2181" y="3258"/>
                        <a:pt x="2136" y="2959"/>
                      </a:cubicBezTo>
                      <a:cubicBezTo>
                        <a:pt x="2106" y="2854"/>
                        <a:pt x="2091" y="2810"/>
                        <a:pt x="2061" y="2750"/>
                      </a:cubicBezTo>
                      <a:cubicBezTo>
                        <a:pt x="1867" y="2212"/>
                        <a:pt x="1643" y="1689"/>
                        <a:pt x="1419" y="1212"/>
                      </a:cubicBezTo>
                      <a:cubicBezTo>
                        <a:pt x="1419" y="1182"/>
                        <a:pt x="1314" y="987"/>
                        <a:pt x="1135" y="913"/>
                      </a:cubicBezTo>
                      <a:cubicBezTo>
                        <a:pt x="1090" y="890"/>
                        <a:pt x="1042" y="879"/>
                        <a:pt x="991" y="879"/>
                      </a:cubicBezTo>
                      <a:cubicBezTo>
                        <a:pt x="941" y="879"/>
                        <a:pt x="889" y="890"/>
                        <a:pt x="836" y="913"/>
                      </a:cubicBezTo>
                      <a:cubicBezTo>
                        <a:pt x="687" y="987"/>
                        <a:pt x="642" y="1062"/>
                        <a:pt x="612" y="1137"/>
                      </a:cubicBezTo>
                      <a:cubicBezTo>
                        <a:pt x="538" y="1331"/>
                        <a:pt x="672" y="1540"/>
                        <a:pt x="672" y="1540"/>
                      </a:cubicBezTo>
                      <a:cubicBezTo>
                        <a:pt x="821" y="1884"/>
                        <a:pt x="986" y="2227"/>
                        <a:pt x="1135" y="2586"/>
                      </a:cubicBezTo>
                      <a:cubicBezTo>
                        <a:pt x="1157" y="2618"/>
                        <a:pt x="1201" y="2642"/>
                        <a:pt x="1242" y="2642"/>
                      </a:cubicBezTo>
                      <a:cubicBezTo>
                        <a:pt x="1257" y="2642"/>
                        <a:pt x="1272" y="2639"/>
                        <a:pt x="1284" y="2630"/>
                      </a:cubicBezTo>
                      <a:cubicBezTo>
                        <a:pt x="1344" y="2601"/>
                        <a:pt x="1359" y="2526"/>
                        <a:pt x="1344" y="2481"/>
                      </a:cubicBezTo>
                      <a:cubicBezTo>
                        <a:pt x="1195" y="2138"/>
                        <a:pt x="1016" y="1779"/>
                        <a:pt x="866" y="1406"/>
                      </a:cubicBezTo>
                      <a:cubicBezTo>
                        <a:pt x="836" y="1391"/>
                        <a:pt x="792" y="1256"/>
                        <a:pt x="821" y="1182"/>
                      </a:cubicBezTo>
                      <a:cubicBezTo>
                        <a:pt x="821" y="1167"/>
                        <a:pt x="836" y="1137"/>
                        <a:pt x="896" y="1107"/>
                      </a:cubicBezTo>
                      <a:cubicBezTo>
                        <a:pt x="919" y="1100"/>
                        <a:pt x="937" y="1096"/>
                        <a:pt x="956" y="1096"/>
                      </a:cubicBezTo>
                      <a:cubicBezTo>
                        <a:pt x="975" y="1096"/>
                        <a:pt x="993" y="1100"/>
                        <a:pt x="1016" y="1107"/>
                      </a:cubicBezTo>
                      <a:cubicBezTo>
                        <a:pt x="1090" y="1167"/>
                        <a:pt x="1135" y="1241"/>
                        <a:pt x="1165" y="1286"/>
                      </a:cubicBezTo>
                      <a:cubicBezTo>
                        <a:pt x="1389" y="1779"/>
                        <a:pt x="1613" y="2302"/>
                        <a:pt x="1807" y="2825"/>
                      </a:cubicBezTo>
                      <a:lnTo>
                        <a:pt x="1807" y="2854"/>
                      </a:lnTo>
                      <a:cubicBezTo>
                        <a:pt x="1837" y="2899"/>
                        <a:pt x="1912" y="3108"/>
                        <a:pt x="1867" y="3228"/>
                      </a:cubicBezTo>
                      <a:cubicBezTo>
                        <a:pt x="1837" y="3273"/>
                        <a:pt x="1807" y="3303"/>
                        <a:pt x="1762" y="3332"/>
                      </a:cubicBezTo>
                      <a:cubicBezTo>
                        <a:pt x="1711" y="3352"/>
                        <a:pt x="1662" y="3363"/>
                        <a:pt x="1616" y="3363"/>
                      </a:cubicBezTo>
                      <a:cubicBezTo>
                        <a:pt x="1489" y="3363"/>
                        <a:pt x="1379" y="3284"/>
                        <a:pt x="1270" y="3108"/>
                      </a:cubicBezTo>
                      <a:lnTo>
                        <a:pt x="1240" y="3079"/>
                      </a:lnTo>
                      <a:cubicBezTo>
                        <a:pt x="1090" y="2959"/>
                        <a:pt x="314" y="1167"/>
                        <a:pt x="269" y="883"/>
                      </a:cubicBezTo>
                      <a:lnTo>
                        <a:pt x="269" y="838"/>
                      </a:lnTo>
                      <a:lnTo>
                        <a:pt x="269" y="808"/>
                      </a:lnTo>
                      <a:cubicBezTo>
                        <a:pt x="239" y="793"/>
                        <a:pt x="194" y="390"/>
                        <a:pt x="493" y="271"/>
                      </a:cubicBezTo>
                      <a:cubicBezTo>
                        <a:pt x="571" y="237"/>
                        <a:pt x="642" y="223"/>
                        <a:pt x="706" y="223"/>
                      </a:cubicBezTo>
                      <a:cubicBezTo>
                        <a:pt x="924" y="223"/>
                        <a:pt x="1062" y="384"/>
                        <a:pt x="1120" y="465"/>
                      </a:cubicBezTo>
                      <a:lnTo>
                        <a:pt x="1135" y="495"/>
                      </a:lnTo>
                      <a:cubicBezTo>
                        <a:pt x="1240" y="614"/>
                        <a:pt x="1867" y="1914"/>
                        <a:pt x="1912" y="2108"/>
                      </a:cubicBezTo>
                      <a:lnTo>
                        <a:pt x="1912" y="2152"/>
                      </a:lnTo>
                      <a:cubicBezTo>
                        <a:pt x="1934" y="2208"/>
                        <a:pt x="1981" y="2239"/>
                        <a:pt x="2022" y="2239"/>
                      </a:cubicBezTo>
                      <a:cubicBezTo>
                        <a:pt x="2036" y="2239"/>
                        <a:pt x="2050" y="2235"/>
                        <a:pt x="2061" y="2227"/>
                      </a:cubicBezTo>
                      <a:cubicBezTo>
                        <a:pt x="2106" y="2212"/>
                        <a:pt x="2136" y="2182"/>
                        <a:pt x="2136" y="2138"/>
                      </a:cubicBezTo>
                      <a:cubicBezTo>
                        <a:pt x="2166" y="1988"/>
                        <a:pt x="1464" y="569"/>
                        <a:pt x="1314" y="345"/>
                      </a:cubicBezTo>
                      <a:cubicBezTo>
                        <a:pt x="1203" y="156"/>
                        <a:pt x="993" y="1"/>
                        <a:pt x="72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8" name="Google Shape;1438;p20"/>
              <p:cNvGrpSpPr/>
              <p:nvPr/>
            </p:nvGrpSpPr>
            <p:grpSpPr>
              <a:xfrm rot="354411">
                <a:off x="-187308" y="559896"/>
                <a:ext cx="2123289" cy="2227222"/>
                <a:chOff x="-2906325" y="1533725"/>
                <a:chExt cx="405175" cy="425000"/>
              </a:xfrm>
            </p:grpSpPr>
            <p:sp>
              <p:nvSpPr>
                <p:cNvPr id="1439" name="Google Shape;1439;p20"/>
                <p:cNvSpPr/>
                <p:nvPr/>
              </p:nvSpPr>
              <p:spPr>
                <a:xfrm>
                  <a:off x="-2906325" y="1613925"/>
                  <a:ext cx="405175" cy="326175"/>
                </a:xfrm>
                <a:custGeom>
                  <a:rect b="b" l="l" r="r" t="t"/>
                  <a:pathLst>
                    <a:path extrusionOk="0" h="13047" w="16207">
                      <a:moveTo>
                        <a:pt x="6214" y="1467"/>
                      </a:moveTo>
                      <a:lnTo>
                        <a:pt x="6214" y="1467"/>
                      </a:lnTo>
                      <a:cubicBezTo>
                        <a:pt x="6214" y="1467"/>
                        <a:pt x="6214" y="1467"/>
                        <a:pt x="6214" y="1467"/>
                      </a:cubicBezTo>
                      <a:cubicBezTo>
                        <a:pt x="6214" y="1467"/>
                        <a:pt x="6214" y="1467"/>
                        <a:pt x="6214" y="1467"/>
                      </a:cubicBezTo>
                      <a:close/>
                      <a:moveTo>
                        <a:pt x="4404" y="0"/>
                      </a:moveTo>
                      <a:cubicBezTo>
                        <a:pt x="3840" y="0"/>
                        <a:pt x="3281" y="120"/>
                        <a:pt x="2913" y="571"/>
                      </a:cubicBezTo>
                      <a:cubicBezTo>
                        <a:pt x="1913" y="1751"/>
                        <a:pt x="1375" y="3319"/>
                        <a:pt x="912" y="4738"/>
                      </a:cubicBezTo>
                      <a:cubicBezTo>
                        <a:pt x="419" y="6247"/>
                        <a:pt x="1" y="7860"/>
                        <a:pt x="31" y="9443"/>
                      </a:cubicBezTo>
                      <a:cubicBezTo>
                        <a:pt x="46" y="10787"/>
                        <a:pt x="568" y="12266"/>
                        <a:pt x="1913" y="12803"/>
                      </a:cubicBezTo>
                      <a:cubicBezTo>
                        <a:pt x="2327" y="12969"/>
                        <a:pt x="2816" y="13029"/>
                        <a:pt x="3302" y="13029"/>
                      </a:cubicBezTo>
                      <a:cubicBezTo>
                        <a:pt x="3690" y="13029"/>
                        <a:pt x="4077" y="12991"/>
                        <a:pt x="4422" y="12938"/>
                      </a:cubicBezTo>
                      <a:cubicBezTo>
                        <a:pt x="5228" y="12803"/>
                        <a:pt x="5856" y="12296"/>
                        <a:pt x="6453" y="11773"/>
                      </a:cubicBezTo>
                      <a:cubicBezTo>
                        <a:pt x="6465" y="11749"/>
                        <a:pt x="6278" y="11724"/>
                        <a:pt x="6234" y="11724"/>
                      </a:cubicBezTo>
                      <a:cubicBezTo>
                        <a:pt x="6224" y="11724"/>
                        <a:pt x="6221" y="11725"/>
                        <a:pt x="6229" y="11728"/>
                      </a:cubicBezTo>
                      <a:cubicBezTo>
                        <a:pt x="6035" y="11713"/>
                        <a:pt x="5856" y="11713"/>
                        <a:pt x="5676" y="11713"/>
                      </a:cubicBezTo>
                      <a:cubicBezTo>
                        <a:pt x="5605" y="11713"/>
                        <a:pt x="5490" y="11706"/>
                        <a:pt x="5369" y="11706"/>
                      </a:cubicBezTo>
                      <a:cubicBezTo>
                        <a:pt x="5186" y="11706"/>
                        <a:pt x="4989" y="11722"/>
                        <a:pt x="4900" y="11803"/>
                      </a:cubicBezTo>
                      <a:cubicBezTo>
                        <a:pt x="4440" y="12190"/>
                        <a:pt x="3999" y="12538"/>
                        <a:pt x="3459" y="12768"/>
                      </a:cubicBezTo>
                      <a:lnTo>
                        <a:pt x="3459" y="12768"/>
                      </a:lnTo>
                      <a:cubicBezTo>
                        <a:pt x="3324" y="12712"/>
                        <a:pt x="3180" y="12644"/>
                        <a:pt x="3048" y="12565"/>
                      </a:cubicBezTo>
                      <a:cubicBezTo>
                        <a:pt x="2794" y="12400"/>
                        <a:pt x="2555" y="12191"/>
                        <a:pt x="2361" y="11952"/>
                      </a:cubicBezTo>
                      <a:cubicBezTo>
                        <a:pt x="1479" y="10862"/>
                        <a:pt x="1509" y="9308"/>
                        <a:pt x="1689" y="7979"/>
                      </a:cubicBezTo>
                      <a:cubicBezTo>
                        <a:pt x="1883" y="6486"/>
                        <a:pt x="2316" y="5037"/>
                        <a:pt x="2839" y="3633"/>
                      </a:cubicBezTo>
                      <a:cubicBezTo>
                        <a:pt x="3092" y="2976"/>
                        <a:pt x="3361" y="2319"/>
                        <a:pt x="3705" y="1706"/>
                      </a:cubicBezTo>
                      <a:cubicBezTo>
                        <a:pt x="3869" y="1392"/>
                        <a:pt x="4063" y="1094"/>
                        <a:pt x="4272" y="810"/>
                      </a:cubicBezTo>
                      <a:cubicBezTo>
                        <a:pt x="4300" y="769"/>
                        <a:pt x="4329" y="726"/>
                        <a:pt x="4359" y="683"/>
                      </a:cubicBezTo>
                      <a:lnTo>
                        <a:pt x="4359" y="683"/>
                      </a:lnTo>
                      <a:cubicBezTo>
                        <a:pt x="4511" y="960"/>
                        <a:pt x="4607" y="1283"/>
                        <a:pt x="4661" y="1497"/>
                      </a:cubicBezTo>
                      <a:cubicBezTo>
                        <a:pt x="4674" y="1554"/>
                        <a:pt x="4811" y="1573"/>
                        <a:pt x="5000" y="1573"/>
                      </a:cubicBezTo>
                      <a:cubicBezTo>
                        <a:pt x="5437" y="1573"/>
                        <a:pt x="6149" y="1466"/>
                        <a:pt x="6210" y="1466"/>
                      </a:cubicBezTo>
                      <a:cubicBezTo>
                        <a:pt x="6212" y="1466"/>
                        <a:pt x="6214" y="1467"/>
                        <a:pt x="6214" y="1467"/>
                      </a:cubicBezTo>
                      <a:lnTo>
                        <a:pt x="6214" y="1467"/>
                      </a:lnTo>
                      <a:cubicBezTo>
                        <a:pt x="6080" y="900"/>
                        <a:pt x="5766" y="138"/>
                        <a:pt x="5109" y="48"/>
                      </a:cubicBezTo>
                      <a:cubicBezTo>
                        <a:pt x="4882" y="22"/>
                        <a:pt x="4643" y="0"/>
                        <a:pt x="4404" y="0"/>
                      </a:cubicBezTo>
                      <a:close/>
                      <a:moveTo>
                        <a:pt x="11999" y="28"/>
                      </a:moveTo>
                      <a:cubicBezTo>
                        <a:pt x="11808" y="28"/>
                        <a:pt x="11619" y="42"/>
                        <a:pt x="11457" y="48"/>
                      </a:cubicBezTo>
                      <a:cubicBezTo>
                        <a:pt x="11068" y="63"/>
                        <a:pt x="10695" y="78"/>
                        <a:pt x="10426" y="377"/>
                      </a:cubicBezTo>
                      <a:cubicBezTo>
                        <a:pt x="10142" y="676"/>
                        <a:pt x="9978" y="1094"/>
                        <a:pt x="9888" y="1497"/>
                      </a:cubicBezTo>
                      <a:cubicBezTo>
                        <a:pt x="9890" y="1493"/>
                        <a:pt x="9904" y="1491"/>
                        <a:pt x="9930" y="1491"/>
                      </a:cubicBezTo>
                      <a:cubicBezTo>
                        <a:pt x="10086" y="1491"/>
                        <a:pt x="10639" y="1558"/>
                        <a:pt x="11035" y="1558"/>
                      </a:cubicBezTo>
                      <a:cubicBezTo>
                        <a:pt x="11262" y="1558"/>
                        <a:pt x="11437" y="1536"/>
                        <a:pt x="11457" y="1467"/>
                      </a:cubicBezTo>
                      <a:cubicBezTo>
                        <a:pt x="11501" y="1262"/>
                        <a:pt x="11591" y="952"/>
                        <a:pt x="11733" y="681"/>
                      </a:cubicBezTo>
                      <a:lnTo>
                        <a:pt x="11733" y="681"/>
                      </a:lnTo>
                      <a:cubicBezTo>
                        <a:pt x="11776" y="741"/>
                        <a:pt x="11813" y="796"/>
                        <a:pt x="11845" y="840"/>
                      </a:cubicBezTo>
                      <a:cubicBezTo>
                        <a:pt x="12054" y="1124"/>
                        <a:pt x="12233" y="1422"/>
                        <a:pt x="12412" y="1736"/>
                      </a:cubicBezTo>
                      <a:cubicBezTo>
                        <a:pt x="12741" y="2348"/>
                        <a:pt x="13025" y="3020"/>
                        <a:pt x="13264" y="3663"/>
                      </a:cubicBezTo>
                      <a:cubicBezTo>
                        <a:pt x="13786" y="5052"/>
                        <a:pt x="14205" y="6486"/>
                        <a:pt x="14414" y="7934"/>
                      </a:cubicBezTo>
                      <a:cubicBezTo>
                        <a:pt x="14593" y="9249"/>
                        <a:pt x="14653" y="10772"/>
                        <a:pt x="13816" y="11892"/>
                      </a:cubicBezTo>
                      <a:cubicBezTo>
                        <a:pt x="13622" y="12131"/>
                        <a:pt x="13413" y="12355"/>
                        <a:pt x="13159" y="12535"/>
                      </a:cubicBezTo>
                      <a:cubicBezTo>
                        <a:pt x="13014" y="12622"/>
                        <a:pt x="12869" y="12709"/>
                        <a:pt x="12710" y="12782"/>
                      </a:cubicBezTo>
                      <a:lnTo>
                        <a:pt x="12710" y="12782"/>
                      </a:lnTo>
                      <a:cubicBezTo>
                        <a:pt x="12643" y="12764"/>
                        <a:pt x="12577" y="12744"/>
                        <a:pt x="12517" y="12714"/>
                      </a:cubicBezTo>
                      <a:cubicBezTo>
                        <a:pt x="12338" y="12624"/>
                        <a:pt x="12158" y="12535"/>
                        <a:pt x="11994" y="12415"/>
                      </a:cubicBezTo>
                      <a:cubicBezTo>
                        <a:pt x="11710" y="12221"/>
                        <a:pt x="11457" y="11997"/>
                        <a:pt x="11203" y="11773"/>
                      </a:cubicBezTo>
                      <a:cubicBezTo>
                        <a:pt x="11132" y="11716"/>
                        <a:pt x="10991" y="11700"/>
                        <a:pt x="10843" y="11700"/>
                      </a:cubicBezTo>
                      <a:cubicBezTo>
                        <a:pt x="10678" y="11700"/>
                        <a:pt x="10505" y="11720"/>
                        <a:pt x="10411" y="11728"/>
                      </a:cubicBezTo>
                      <a:cubicBezTo>
                        <a:pt x="10232" y="11728"/>
                        <a:pt x="10053" y="11728"/>
                        <a:pt x="9873" y="11758"/>
                      </a:cubicBezTo>
                      <a:cubicBezTo>
                        <a:pt x="9843" y="11758"/>
                        <a:pt x="9634" y="11803"/>
                        <a:pt x="9649" y="11803"/>
                      </a:cubicBezTo>
                      <a:cubicBezTo>
                        <a:pt x="10157" y="12251"/>
                        <a:pt x="10695" y="12729"/>
                        <a:pt x="11367" y="12908"/>
                      </a:cubicBezTo>
                      <a:cubicBezTo>
                        <a:pt x="11733" y="13005"/>
                        <a:pt x="12140" y="13046"/>
                        <a:pt x="12549" y="13046"/>
                      </a:cubicBezTo>
                      <a:cubicBezTo>
                        <a:pt x="12958" y="13046"/>
                        <a:pt x="13368" y="13005"/>
                        <a:pt x="13742" y="12938"/>
                      </a:cubicBezTo>
                      <a:cubicBezTo>
                        <a:pt x="15146" y="12654"/>
                        <a:pt x="15907" y="11295"/>
                        <a:pt x="16042" y="9966"/>
                      </a:cubicBezTo>
                      <a:cubicBezTo>
                        <a:pt x="16206" y="8397"/>
                        <a:pt x="15818" y="6769"/>
                        <a:pt x="15370" y="5276"/>
                      </a:cubicBezTo>
                      <a:cubicBezTo>
                        <a:pt x="14937" y="3812"/>
                        <a:pt x="14414" y="2304"/>
                        <a:pt x="13548" y="1034"/>
                      </a:cubicBezTo>
                      <a:cubicBezTo>
                        <a:pt x="13338" y="720"/>
                        <a:pt x="13099" y="347"/>
                        <a:pt x="12741" y="168"/>
                      </a:cubicBezTo>
                      <a:cubicBezTo>
                        <a:pt x="12533" y="55"/>
                        <a:pt x="12264" y="28"/>
                        <a:pt x="11999" y="2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20"/>
                <p:cNvSpPr/>
                <p:nvPr/>
              </p:nvSpPr>
              <p:spPr>
                <a:xfrm>
                  <a:off x="-2832025" y="1599800"/>
                  <a:ext cx="259550" cy="358925"/>
                </a:xfrm>
                <a:custGeom>
                  <a:rect b="b" l="l" r="r" t="t"/>
                  <a:pathLst>
                    <a:path extrusionOk="0" h="14357" w="10382">
                      <a:moveTo>
                        <a:pt x="8126" y="1"/>
                      </a:moveTo>
                      <a:lnTo>
                        <a:pt x="1644" y="344"/>
                      </a:lnTo>
                      <a:cubicBezTo>
                        <a:pt x="1032" y="2719"/>
                        <a:pt x="479" y="5109"/>
                        <a:pt x="210" y="7543"/>
                      </a:cubicBezTo>
                      <a:cubicBezTo>
                        <a:pt x="61" y="8888"/>
                        <a:pt x="1" y="10217"/>
                        <a:pt x="61" y="11561"/>
                      </a:cubicBezTo>
                      <a:cubicBezTo>
                        <a:pt x="106" y="12577"/>
                        <a:pt x="195" y="13772"/>
                        <a:pt x="1390" y="14041"/>
                      </a:cubicBezTo>
                      <a:cubicBezTo>
                        <a:pt x="2569" y="14285"/>
                        <a:pt x="3810" y="14356"/>
                        <a:pt x="5001" y="14356"/>
                      </a:cubicBezTo>
                      <a:cubicBezTo>
                        <a:pt x="5122" y="14356"/>
                        <a:pt x="5243" y="14356"/>
                        <a:pt x="5363" y="14354"/>
                      </a:cubicBezTo>
                      <a:cubicBezTo>
                        <a:pt x="6020" y="14354"/>
                        <a:pt x="6677" y="14324"/>
                        <a:pt x="7334" y="14250"/>
                      </a:cubicBezTo>
                      <a:cubicBezTo>
                        <a:pt x="7947" y="14190"/>
                        <a:pt x="8619" y="14145"/>
                        <a:pt x="9216" y="13966"/>
                      </a:cubicBezTo>
                      <a:cubicBezTo>
                        <a:pt x="9799" y="13787"/>
                        <a:pt x="9948" y="13159"/>
                        <a:pt x="10098" y="12637"/>
                      </a:cubicBezTo>
                      <a:cubicBezTo>
                        <a:pt x="10247" y="12039"/>
                        <a:pt x="10322" y="11427"/>
                        <a:pt x="10351" y="10814"/>
                      </a:cubicBezTo>
                      <a:cubicBezTo>
                        <a:pt x="10381" y="9560"/>
                        <a:pt x="10187" y="8305"/>
                        <a:pt x="9963" y="7066"/>
                      </a:cubicBezTo>
                      <a:cubicBezTo>
                        <a:pt x="9515" y="4691"/>
                        <a:pt x="9082" y="2256"/>
                        <a:pt x="812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20"/>
                <p:cNvSpPr/>
                <p:nvPr/>
              </p:nvSpPr>
              <p:spPr>
                <a:xfrm>
                  <a:off x="-2753600" y="1533725"/>
                  <a:ext cx="95250" cy="60875"/>
                </a:xfrm>
                <a:custGeom>
                  <a:rect b="b" l="l" r="r" t="t"/>
                  <a:pathLst>
                    <a:path extrusionOk="0" h="2435" w="3810">
                      <a:moveTo>
                        <a:pt x="1882" y="0"/>
                      </a:moveTo>
                      <a:cubicBezTo>
                        <a:pt x="1569" y="0"/>
                        <a:pt x="1285" y="90"/>
                        <a:pt x="1046" y="239"/>
                      </a:cubicBezTo>
                      <a:cubicBezTo>
                        <a:pt x="807" y="389"/>
                        <a:pt x="583" y="583"/>
                        <a:pt x="434" y="822"/>
                      </a:cubicBezTo>
                      <a:cubicBezTo>
                        <a:pt x="284" y="1046"/>
                        <a:pt x="180" y="1300"/>
                        <a:pt x="105" y="1554"/>
                      </a:cubicBezTo>
                      <a:cubicBezTo>
                        <a:pt x="45" y="1822"/>
                        <a:pt x="15" y="2076"/>
                        <a:pt x="0" y="2330"/>
                      </a:cubicBezTo>
                      <a:lnTo>
                        <a:pt x="688" y="2345"/>
                      </a:lnTo>
                      <a:cubicBezTo>
                        <a:pt x="688" y="1927"/>
                        <a:pt x="792" y="1509"/>
                        <a:pt x="1001" y="1195"/>
                      </a:cubicBezTo>
                      <a:cubicBezTo>
                        <a:pt x="1195" y="896"/>
                        <a:pt x="1554" y="687"/>
                        <a:pt x="1882" y="687"/>
                      </a:cubicBezTo>
                      <a:cubicBezTo>
                        <a:pt x="2047" y="687"/>
                        <a:pt x="2211" y="732"/>
                        <a:pt x="2360" y="837"/>
                      </a:cubicBezTo>
                      <a:cubicBezTo>
                        <a:pt x="2495" y="941"/>
                        <a:pt x="2629" y="1076"/>
                        <a:pt x="2734" y="1240"/>
                      </a:cubicBezTo>
                      <a:cubicBezTo>
                        <a:pt x="2943" y="1569"/>
                        <a:pt x="3062" y="1987"/>
                        <a:pt x="3167" y="2435"/>
                      </a:cubicBezTo>
                      <a:lnTo>
                        <a:pt x="3809" y="2270"/>
                      </a:lnTo>
                      <a:cubicBezTo>
                        <a:pt x="3764" y="2046"/>
                        <a:pt x="3705" y="1807"/>
                        <a:pt x="3615" y="1569"/>
                      </a:cubicBezTo>
                      <a:cubicBezTo>
                        <a:pt x="3540" y="1330"/>
                        <a:pt x="3451" y="1091"/>
                        <a:pt x="3301" y="852"/>
                      </a:cubicBezTo>
                      <a:cubicBezTo>
                        <a:pt x="3152" y="628"/>
                        <a:pt x="2958" y="418"/>
                        <a:pt x="2719" y="269"/>
                      </a:cubicBezTo>
                      <a:cubicBezTo>
                        <a:pt x="2599" y="179"/>
                        <a:pt x="2465" y="120"/>
                        <a:pt x="2330" y="75"/>
                      </a:cubicBezTo>
                      <a:cubicBezTo>
                        <a:pt x="2181" y="30"/>
                        <a:pt x="2032" y="0"/>
                        <a:pt x="18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20"/>
                <p:cNvSpPr/>
                <p:nvPr/>
              </p:nvSpPr>
              <p:spPr>
                <a:xfrm>
                  <a:off x="-2812600" y="1579650"/>
                  <a:ext cx="212875" cy="121000"/>
                </a:xfrm>
                <a:custGeom>
                  <a:rect b="b" l="l" r="r" t="t"/>
                  <a:pathLst>
                    <a:path extrusionOk="0" h="4840" w="8515">
                      <a:moveTo>
                        <a:pt x="4671" y="0"/>
                      </a:moveTo>
                      <a:cubicBezTo>
                        <a:pt x="3394" y="0"/>
                        <a:pt x="2118" y="81"/>
                        <a:pt x="852" y="239"/>
                      </a:cubicBezTo>
                      <a:cubicBezTo>
                        <a:pt x="523" y="1180"/>
                        <a:pt x="240" y="2121"/>
                        <a:pt x="1" y="3092"/>
                      </a:cubicBezTo>
                      <a:cubicBezTo>
                        <a:pt x="1345" y="4033"/>
                        <a:pt x="2913" y="4645"/>
                        <a:pt x="4541" y="4840"/>
                      </a:cubicBezTo>
                      <a:cubicBezTo>
                        <a:pt x="5945" y="4451"/>
                        <a:pt x="7245" y="3734"/>
                        <a:pt x="8514" y="3002"/>
                      </a:cubicBezTo>
                      <a:cubicBezTo>
                        <a:pt x="8185" y="2032"/>
                        <a:pt x="7767" y="1061"/>
                        <a:pt x="7349" y="120"/>
                      </a:cubicBezTo>
                      <a:cubicBezTo>
                        <a:pt x="6458" y="40"/>
                        <a:pt x="5564" y="0"/>
                        <a:pt x="467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20"/>
                <p:cNvSpPr/>
                <p:nvPr/>
              </p:nvSpPr>
              <p:spPr>
                <a:xfrm>
                  <a:off x="-2830150" y="1891050"/>
                  <a:ext cx="254300" cy="65000"/>
                </a:xfrm>
                <a:custGeom>
                  <a:rect b="b" l="l" r="r" t="t"/>
                  <a:pathLst>
                    <a:path extrusionOk="0" h="2600" w="10172">
                      <a:moveTo>
                        <a:pt x="1" y="1"/>
                      </a:moveTo>
                      <a:cubicBezTo>
                        <a:pt x="60" y="1002"/>
                        <a:pt x="165" y="2122"/>
                        <a:pt x="1330" y="2376"/>
                      </a:cubicBezTo>
                      <a:cubicBezTo>
                        <a:pt x="1748" y="2465"/>
                        <a:pt x="2181" y="2540"/>
                        <a:pt x="2614" y="2585"/>
                      </a:cubicBezTo>
                      <a:cubicBezTo>
                        <a:pt x="2420" y="1957"/>
                        <a:pt x="2092" y="1375"/>
                        <a:pt x="1629" y="897"/>
                      </a:cubicBezTo>
                      <a:cubicBezTo>
                        <a:pt x="1181" y="434"/>
                        <a:pt x="613" y="120"/>
                        <a:pt x="1" y="1"/>
                      </a:cubicBezTo>
                      <a:close/>
                      <a:moveTo>
                        <a:pt x="10172" y="225"/>
                      </a:moveTo>
                      <a:cubicBezTo>
                        <a:pt x="9619" y="300"/>
                        <a:pt x="9082" y="524"/>
                        <a:pt x="8619" y="837"/>
                      </a:cubicBezTo>
                      <a:cubicBezTo>
                        <a:pt x="8006" y="1270"/>
                        <a:pt x="7513" y="1898"/>
                        <a:pt x="7259" y="2600"/>
                      </a:cubicBezTo>
                      <a:cubicBezTo>
                        <a:pt x="7872" y="2540"/>
                        <a:pt x="8559" y="2495"/>
                        <a:pt x="9156" y="2316"/>
                      </a:cubicBezTo>
                      <a:cubicBezTo>
                        <a:pt x="9724" y="2122"/>
                        <a:pt x="9888" y="1494"/>
                        <a:pt x="10023" y="972"/>
                      </a:cubicBezTo>
                      <a:cubicBezTo>
                        <a:pt x="10082" y="733"/>
                        <a:pt x="10142" y="479"/>
                        <a:pt x="10172" y="225"/>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20"/>
                <p:cNvSpPr/>
                <p:nvPr/>
              </p:nvSpPr>
              <p:spPr>
                <a:xfrm>
                  <a:off x="-2769275" y="1664025"/>
                  <a:ext cx="33250" cy="96375"/>
                </a:xfrm>
                <a:custGeom>
                  <a:rect b="b" l="l" r="r" t="t"/>
                  <a:pathLst>
                    <a:path extrusionOk="0" h="3855" w="1330">
                      <a:moveTo>
                        <a:pt x="1225" y="1"/>
                      </a:moveTo>
                      <a:lnTo>
                        <a:pt x="0" y="61"/>
                      </a:lnTo>
                      <a:cubicBezTo>
                        <a:pt x="60" y="1330"/>
                        <a:pt x="75" y="2570"/>
                        <a:pt x="60" y="3839"/>
                      </a:cubicBezTo>
                      <a:lnTo>
                        <a:pt x="1300" y="3854"/>
                      </a:lnTo>
                      <a:cubicBezTo>
                        <a:pt x="1329" y="2570"/>
                        <a:pt x="1300" y="1285"/>
                        <a:pt x="1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20"/>
                <p:cNvSpPr/>
                <p:nvPr/>
              </p:nvSpPr>
              <p:spPr>
                <a:xfrm>
                  <a:off x="-2687125" y="1658800"/>
                  <a:ext cx="39600" cy="106450"/>
                </a:xfrm>
                <a:custGeom>
                  <a:rect b="b" l="l" r="r" t="t"/>
                  <a:pathLst>
                    <a:path extrusionOk="0" h="4258" w="1584">
                      <a:moveTo>
                        <a:pt x="1225" y="1"/>
                      </a:moveTo>
                      <a:lnTo>
                        <a:pt x="0" y="135"/>
                      </a:lnTo>
                      <a:cubicBezTo>
                        <a:pt x="149" y="1509"/>
                        <a:pt x="269" y="2883"/>
                        <a:pt x="359" y="4257"/>
                      </a:cubicBezTo>
                      <a:lnTo>
                        <a:pt x="1583" y="4168"/>
                      </a:lnTo>
                      <a:cubicBezTo>
                        <a:pt x="1509" y="2779"/>
                        <a:pt x="1374" y="1390"/>
                        <a:pt x="1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20"/>
                <p:cNvSpPr/>
                <p:nvPr/>
              </p:nvSpPr>
              <p:spPr>
                <a:xfrm>
                  <a:off x="-2774875" y="1805550"/>
                  <a:ext cx="135550" cy="101325"/>
                </a:xfrm>
                <a:custGeom>
                  <a:rect b="b" l="l" r="r" t="t"/>
                  <a:pathLst>
                    <a:path extrusionOk="0" h="4053" w="5422">
                      <a:moveTo>
                        <a:pt x="30" y="1"/>
                      </a:moveTo>
                      <a:cubicBezTo>
                        <a:pt x="0" y="777"/>
                        <a:pt x="120" y="1569"/>
                        <a:pt x="463" y="2271"/>
                      </a:cubicBezTo>
                      <a:cubicBezTo>
                        <a:pt x="866" y="3092"/>
                        <a:pt x="1598" y="3779"/>
                        <a:pt x="2494" y="3988"/>
                      </a:cubicBezTo>
                      <a:cubicBezTo>
                        <a:pt x="2663" y="4031"/>
                        <a:pt x="2837" y="4052"/>
                        <a:pt x="3010" y="4052"/>
                      </a:cubicBezTo>
                      <a:cubicBezTo>
                        <a:pt x="3330" y="4052"/>
                        <a:pt x="3648" y="3979"/>
                        <a:pt x="3928" y="3824"/>
                      </a:cubicBezTo>
                      <a:cubicBezTo>
                        <a:pt x="4511" y="3510"/>
                        <a:pt x="4854" y="2883"/>
                        <a:pt x="5063" y="2271"/>
                      </a:cubicBezTo>
                      <a:cubicBezTo>
                        <a:pt x="5302" y="1569"/>
                        <a:pt x="5407" y="837"/>
                        <a:pt x="5422" y="105"/>
                      </a:cubicBezTo>
                      <a:cubicBezTo>
                        <a:pt x="3630" y="105"/>
                        <a:pt x="1822" y="75"/>
                        <a:pt x="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20"/>
                <p:cNvSpPr/>
                <p:nvPr/>
              </p:nvSpPr>
              <p:spPr>
                <a:xfrm>
                  <a:off x="-2832625" y="1810775"/>
                  <a:ext cx="258900" cy="146725"/>
                </a:xfrm>
                <a:custGeom>
                  <a:rect b="b" l="l" r="r" t="t"/>
                  <a:pathLst>
                    <a:path extrusionOk="0" h="5869" w="10356">
                      <a:moveTo>
                        <a:pt x="7941" y="120"/>
                      </a:moveTo>
                      <a:cubicBezTo>
                        <a:pt x="8001" y="120"/>
                        <a:pt x="8046" y="135"/>
                        <a:pt x="8090" y="150"/>
                      </a:cubicBezTo>
                      <a:cubicBezTo>
                        <a:pt x="8120" y="150"/>
                        <a:pt x="8150" y="165"/>
                        <a:pt x="8165" y="180"/>
                      </a:cubicBezTo>
                      <a:cubicBezTo>
                        <a:pt x="8180" y="195"/>
                        <a:pt x="8210" y="225"/>
                        <a:pt x="8210" y="240"/>
                      </a:cubicBezTo>
                      <a:cubicBezTo>
                        <a:pt x="8210" y="240"/>
                        <a:pt x="8210" y="240"/>
                        <a:pt x="8210" y="255"/>
                      </a:cubicBezTo>
                      <a:cubicBezTo>
                        <a:pt x="8195" y="269"/>
                        <a:pt x="8150" y="269"/>
                        <a:pt x="8120" y="269"/>
                      </a:cubicBezTo>
                      <a:cubicBezTo>
                        <a:pt x="8075" y="284"/>
                        <a:pt x="8016" y="284"/>
                        <a:pt x="7956" y="284"/>
                      </a:cubicBezTo>
                      <a:cubicBezTo>
                        <a:pt x="7865" y="271"/>
                        <a:pt x="7762" y="247"/>
                        <a:pt x="7668" y="201"/>
                      </a:cubicBezTo>
                      <a:lnTo>
                        <a:pt x="7668" y="201"/>
                      </a:lnTo>
                      <a:cubicBezTo>
                        <a:pt x="7754" y="157"/>
                        <a:pt x="7847" y="120"/>
                        <a:pt x="7941" y="120"/>
                      </a:cubicBezTo>
                      <a:close/>
                      <a:moveTo>
                        <a:pt x="7941" y="1"/>
                      </a:moveTo>
                      <a:cubicBezTo>
                        <a:pt x="7807" y="16"/>
                        <a:pt x="7687" y="60"/>
                        <a:pt x="7568" y="120"/>
                      </a:cubicBezTo>
                      <a:cubicBezTo>
                        <a:pt x="7553" y="105"/>
                        <a:pt x="7538" y="105"/>
                        <a:pt x="7538" y="105"/>
                      </a:cubicBezTo>
                      <a:cubicBezTo>
                        <a:pt x="5880" y="90"/>
                        <a:pt x="4237" y="75"/>
                        <a:pt x="2609" y="60"/>
                      </a:cubicBezTo>
                      <a:cubicBezTo>
                        <a:pt x="2519" y="75"/>
                        <a:pt x="2519" y="195"/>
                        <a:pt x="2609" y="195"/>
                      </a:cubicBezTo>
                      <a:cubicBezTo>
                        <a:pt x="4252" y="210"/>
                        <a:pt x="5895" y="225"/>
                        <a:pt x="7538" y="240"/>
                      </a:cubicBezTo>
                      <a:cubicBezTo>
                        <a:pt x="7538" y="255"/>
                        <a:pt x="7538" y="269"/>
                        <a:pt x="7568" y="284"/>
                      </a:cubicBezTo>
                      <a:cubicBezTo>
                        <a:pt x="7672" y="344"/>
                        <a:pt x="7792" y="389"/>
                        <a:pt x="7911" y="389"/>
                      </a:cubicBezTo>
                      <a:cubicBezTo>
                        <a:pt x="7949" y="394"/>
                        <a:pt x="7992" y="398"/>
                        <a:pt x="8035" y="398"/>
                      </a:cubicBezTo>
                      <a:cubicBezTo>
                        <a:pt x="8110" y="398"/>
                        <a:pt x="8188" y="388"/>
                        <a:pt x="8255" y="359"/>
                      </a:cubicBezTo>
                      <a:cubicBezTo>
                        <a:pt x="8314" y="344"/>
                        <a:pt x="8359" y="299"/>
                        <a:pt x="8359" y="240"/>
                      </a:cubicBezTo>
                      <a:cubicBezTo>
                        <a:pt x="8359" y="180"/>
                        <a:pt x="8314" y="120"/>
                        <a:pt x="8270" y="90"/>
                      </a:cubicBezTo>
                      <a:cubicBezTo>
                        <a:pt x="8180" y="31"/>
                        <a:pt x="8060" y="1"/>
                        <a:pt x="7941" y="1"/>
                      </a:cubicBezTo>
                      <a:close/>
                      <a:moveTo>
                        <a:pt x="10256" y="3061"/>
                      </a:moveTo>
                      <a:cubicBezTo>
                        <a:pt x="10251" y="3061"/>
                        <a:pt x="10246" y="3062"/>
                        <a:pt x="10241" y="3062"/>
                      </a:cubicBezTo>
                      <a:cubicBezTo>
                        <a:pt x="9121" y="3316"/>
                        <a:pt x="8090" y="3959"/>
                        <a:pt x="7463" y="4915"/>
                      </a:cubicBezTo>
                      <a:cubicBezTo>
                        <a:pt x="7284" y="5183"/>
                        <a:pt x="7149" y="5467"/>
                        <a:pt x="7045" y="5781"/>
                      </a:cubicBezTo>
                      <a:cubicBezTo>
                        <a:pt x="7027" y="5825"/>
                        <a:pt x="7062" y="5854"/>
                        <a:pt x="7100" y="5854"/>
                      </a:cubicBezTo>
                      <a:cubicBezTo>
                        <a:pt x="7126" y="5854"/>
                        <a:pt x="7152" y="5841"/>
                        <a:pt x="7164" y="5811"/>
                      </a:cubicBezTo>
                      <a:cubicBezTo>
                        <a:pt x="7508" y="4765"/>
                        <a:pt x="8344" y="3944"/>
                        <a:pt x="9360" y="3496"/>
                      </a:cubicBezTo>
                      <a:cubicBezTo>
                        <a:pt x="9659" y="3361"/>
                        <a:pt x="9957" y="3257"/>
                        <a:pt x="10271" y="3182"/>
                      </a:cubicBezTo>
                      <a:cubicBezTo>
                        <a:pt x="10355" y="3168"/>
                        <a:pt x="10334" y="3061"/>
                        <a:pt x="10256" y="3061"/>
                      </a:cubicBezTo>
                      <a:close/>
                      <a:moveTo>
                        <a:pt x="85" y="2852"/>
                      </a:moveTo>
                      <a:cubicBezTo>
                        <a:pt x="21" y="2852"/>
                        <a:pt x="0" y="2945"/>
                        <a:pt x="70" y="2973"/>
                      </a:cubicBezTo>
                      <a:cubicBezTo>
                        <a:pt x="1100" y="3272"/>
                        <a:pt x="2011" y="3959"/>
                        <a:pt x="2564" y="4870"/>
                      </a:cubicBezTo>
                      <a:cubicBezTo>
                        <a:pt x="2743" y="5168"/>
                        <a:pt x="2878" y="5482"/>
                        <a:pt x="2997" y="5826"/>
                      </a:cubicBezTo>
                      <a:cubicBezTo>
                        <a:pt x="3003" y="5856"/>
                        <a:pt x="3026" y="5869"/>
                        <a:pt x="3051" y="5869"/>
                      </a:cubicBezTo>
                      <a:cubicBezTo>
                        <a:pt x="3087" y="5869"/>
                        <a:pt x="3126" y="5840"/>
                        <a:pt x="3117" y="5796"/>
                      </a:cubicBezTo>
                      <a:cubicBezTo>
                        <a:pt x="2743" y="4691"/>
                        <a:pt x="2011" y="3750"/>
                        <a:pt x="966" y="3197"/>
                      </a:cubicBezTo>
                      <a:cubicBezTo>
                        <a:pt x="697" y="3048"/>
                        <a:pt x="398" y="2928"/>
                        <a:pt x="100" y="2853"/>
                      </a:cubicBezTo>
                      <a:cubicBezTo>
                        <a:pt x="95" y="2852"/>
                        <a:pt x="90" y="2852"/>
                        <a:pt x="85" y="285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20"/>
                <p:cNvSpPr/>
                <p:nvPr/>
              </p:nvSpPr>
              <p:spPr>
                <a:xfrm>
                  <a:off x="-2810550" y="1584625"/>
                  <a:ext cx="207875" cy="108225"/>
                </a:xfrm>
                <a:custGeom>
                  <a:rect b="b" l="l" r="r" t="t"/>
                  <a:pathLst>
                    <a:path extrusionOk="0" h="4329" w="8315">
                      <a:moveTo>
                        <a:pt x="4852" y="1"/>
                      </a:moveTo>
                      <a:cubicBezTo>
                        <a:pt x="3933" y="1"/>
                        <a:pt x="3014" y="49"/>
                        <a:pt x="2099" y="145"/>
                      </a:cubicBezTo>
                      <a:cubicBezTo>
                        <a:pt x="1621" y="190"/>
                        <a:pt x="1143" y="264"/>
                        <a:pt x="665" y="339"/>
                      </a:cubicBezTo>
                      <a:cubicBezTo>
                        <a:pt x="581" y="339"/>
                        <a:pt x="603" y="445"/>
                        <a:pt x="680" y="445"/>
                      </a:cubicBezTo>
                      <a:cubicBezTo>
                        <a:pt x="685" y="445"/>
                        <a:pt x="690" y="444"/>
                        <a:pt x="695" y="444"/>
                      </a:cubicBezTo>
                      <a:cubicBezTo>
                        <a:pt x="2028" y="231"/>
                        <a:pt x="3380" y="121"/>
                        <a:pt x="4736" y="121"/>
                      </a:cubicBezTo>
                      <a:cubicBezTo>
                        <a:pt x="5096" y="121"/>
                        <a:pt x="5457" y="129"/>
                        <a:pt x="5818" y="145"/>
                      </a:cubicBezTo>
                      <a:cubicBezTo>
                        <a:pt x="6296" y="160"/>
                        <a:pt x="6774" y="190"/>
                        <a:pt x="7267" y="234"/>
                      </a:cubicBezTo>
                      <a:cubicBezTo>
                        <a:pt x="7272" y="235"/>
                        <a:pt x="7277" y="236"/>
                        <a:pt x="7282" y="236"/>
                      </a:cubicBezTo>
                      <a:cubicBezTo>
                        <a:pt x="7355" y="236"/>
                        <a:pt x="7337" y="129"/>
                        <a:pt x="7267" y="115"/>
                      </a:cubicBezTo>
                      <a:cubicBezTo>
                        <a:pt x="6464" y="38"/>
                        <a:pt x="5658" y="1"/>
                        <a:pt x="4852" y="1"/>
                      </a:cubicBezTo>
                      <a:close/>
                      <a:moveTo>
                        <a:pt x="8211" y="2431"/>
                      </a:moveTo>
                      <a:cubicBezTo>
                        <a:pt x="8196" y="2431"/>
                        <a:pt x="8179" y="2435"/>
                        <a:pt x="8163" y="2445"/>
                      </a:cubicBezTo>
                      <a:cubicBezTo>
                        <a:pt x="7700" y="2818"/>
                        <a:pt x="7192" y="3117"/>
                        <a:pt x="6655" y="3401"/>
                      </a:cubicBezTo>
                      <a:cubicBezTo>
                        <a:pt x="6117" y="3670"/>
                        <a:pt x="5564" y="3909"/>
                        <a:pt x="4982" y="4058"/>
                      </a:cubicBezTo>
                      <a:cubicBezTo>
                        <a:pt x="4637" y="4149"/>
                        <a:pt x="4286" y="4201"/>
                        <a:pt x="3933" y="4201"/>
                      </a:cubicBezTo>
                      <a:cubicBezTo>
                        <a:pt x="3705" y="4201"/>
                        <a:pt x="3477" y="4180"/>
                        <a:pt x="3249" y="4133"/>
                      </a:cubicBezTo>
                      <a:cubicBezTo>
                        <a:pt x="2697" y="4043"/>
                        <a:pt x="2189" y="3819"/>
                        <a:pt x="1711" y="3550"/>
                      </a:cubicBezTo>
                      <a:cubicBezTo>
                        <a:pt x="1158" y="3237"/>
                        <a:pt x="636" y="2863"/>
                        <a:pt x="128" y="2475"/>
                      </a:cubicBezTo>
                      <a:cubicBezTo>
                        <a:pt x="119" y="2471"/>
                        <a:pt x="110" y="2470"/>
                        <a:pt x="101" y="2470"/>
                      </a:cubicBezTo>
                      <a:cubicBezTo>
                        <a:pt x="40" y="2470"/>
                        <a:pt x="1" y="2555"/>
                        <a:pt x="53" y="2594"/>
                      </a:cubicBezTo>
                      <a:cubicBezTo>
                        <a:pt x="979" y="3281"/>
                        <a:pt x="1935" y="3983"/>
                        <a:pt x="3070" y="4237"/>
                      </a:cubicBezTo>
                      <a:cubicBezTo>
                        <a:pt x="3350" y="4300"/>
                        <a:pt x="3630" y="4329"/>
                        <a:pt x="3907" y="4329"/>
                      </a:cubicBezTo>
                      <a:cubicBezTo>
                        <a:pt x="4812" y="4329"/>
                        <a:pt x="5694" y="4025"/>
                        <a:pt x="6505" y="3625"/>
                      </a:cubicBezTo>
                      <a:cubicBezTo>
                        <a:pt x="7118" y="3311"/>
                        <a:pt x="7715" y="2968"/>
                        <a:pt x="8268" y="2535"/>
                      </a:cubicBezTo>
                      <a:cubicBezTo>
                        <a:pt x="8315" y="2488"/>
                        <a:pt x="8269" y="2431"/>
                        <a:pt x="8211" y="24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20"/>
                <p:cNvSpPr/>
                <p:nvPr/>
              </p:nvSpPr>
              <p:spPr>
                <a:xfrm>
                  <a:off x="-2771150" y="1722125"/>
                  <a:ext cx="38475" cy="32150"/>
                </a:xfrm>
                <a:custGeom>
                  <a:rect b="b" l="l" r="r" t="t"/>
                  <a:pathLst>
                    <a:path extrusionOk="0" h="1286" w="1539">
                      <a:moveTo>
                        <a:pt x="892" y="129"/>
                      </a:moveTo>
                      <a:cubicBezTo>
                        <a:pt x="1068" y="129"/>
                        <a:pt x="1243" y="136"/>
                        <a:pt x="1417" y="151"/>
                      </a:cubicBezTo>
                      <a:lnTo>
                        <a:pt x="1417" y="151"/>
                      </a:lnTo>
                      <a:lnTo>
                        <a:pt x="1377" y="1118"/>
                      </a:lnTo>
                      <a:lnTo>
                        <a:pt x="1377" y="1118"/>
                      </a:lnTo>
                      <a:cubicBezTo>
                        <a:pt x="1107" y="1143"/>
                        <a:pt x="836" y="1158"/>
                        <a:pt x="562" y="1158"/>
                      </a:cubicBezTo>
                      <a:cubicBezTo>
                        <a:pt x="421" y="1158"/>
                        <a:pt x="279" y="1154"/>
                        <a:pt x="135" y="1146"/>
                      </a:cubicBezTo>
                      <a:lnTo>
                        <a:pt x="135" y="1146"/>
                      </a:lnTo>
                      <a:lnTo>
                        <a:pt x="135" y="166"/>
                      </a:lnTo>
                      <a:lnTo>
                        <a:pt x="135" y="166"/>
                      </a:lnTo>
                      <a:cubicBezTo>
                        <a:pt x="385" y="143"/>
                        <a:pt x="639" y="129"/>
                        <a:pt x="892" y="129"/>
                      </a:cubicBezTo>
                      <a:close/>
                      <a:moveTo>
                        <a:pt x="841" y="1"/>
                      </a:moveTo>
                      <a:cubicBezTo>
                        <a:pt x="582" y="1"/>
                        <a:pt x="323" y="12"/>
                        <a:pt x="60" y="37"/>
                      </a:cubicBezTo>
                      <a:cubicBezTo>
                        <a:pt x="30" y="37"/>
                        <a:pt x="1" y="67"/>
                        <a:pt x="1" y="111"/>
                      </a:cubicBezTo>
                      <a:lnTo>
                        <a:pt x="1" y="1217"/>
                      </a:lnTo>
                      <a:cubicBezTo>
                        <a:pt x="1" y="1261"/>
                        <a:pt x="30" y="1284"/>
                        <a:pt x="62" y="1284"/>
                      </a:cubicBezTo>
                      <a:cubicBezTo>
                        <a:pt x="72" y="1284"/>
                        <a:pt x="83" y="1282"/>
                        <a:pt x="92" y="1277"/>
                      </a:cubicBezTo>
                      <a:lnTo>
                        <a:pt x="92" y="1277"/>
                      </a:lnTo>
                      <a:cubicBezTo>
                        <a:pt x="251" y="1282"/>
                        <a:pt x="411" y="1285"/>
                        <a:pt x="572" y="1285"/>
                      </a:cubicBezTo>
                      <a:cubicBezTo>
                        <a:pt x="860" y="1285"/>
                        <a:pt x="1150" y="1275"/>
                        <a:pt x="1434" y="1247"/>
                      </a:cubicBezTo>
                      <a:cubicBezTo>
                        <a:pt x="1464" y="1247"/>
                        <a:pt x="1494" y="1217"/>
                        <a:pt x="1494" y="1172"/>
                      </a:cubicBezTo>
                      <a:lnTo>
                        <a:pt x="1539" y="96"/>
                      </a:lnTo>
                      <a:cubicBezTo>
                        <a:pt x="1539" y="52"/>
                        <a:pt x="1509" y="22"/>
                        <a:pt x="1479" y="22"/>
                      </a:cubicBezTo>
                      <a:cubicBezTo>
                        <a:pt x="1264" y="8"/>
                        <a:pt x="1053" y="1"/>
                        <a:pt x="84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20"/>
                <p:cNvSpPr/>
                <p:nvPr/>
              </p:nvSpPr>
              <p:spPr>
                <a:xfrm>
                  <a:off x="-2684200" y="1726800"/>
                  <a:ext cx="40025" cy="32925"/>
                </a:xfrm>
                <a:custGeom>
                  <a:rect b="b" l="l" r="r" t="t"/>
                  <a:pathLst>
                    <a:path extrusionOk="0" h="1317" w="1601">
                      <a:moveTo>
                        <a:pt x="1002" y="127"/>
                      </a:moveTo>
                      <a:cubicBezTo>
                        <a:pt x="1129" y="127"/>
                        <a:pt x="1256" y="132"/>
                        <a:pt x="1381" y="143"/>
                      </a:cubicBezTo>
                      <a:lnTo>
                        <a:pt x="1381" y="143"/>
                      </a:lnTo>
                      <a:cubicBezTo>
                        <a:pt x="1408" y="453"/>
                        <a:pt x="1435" y="762"/>
                        <a:pt x="1462" y="1071"/>
                      </a:cubicBezTo>
                      <a:lnTo>
                        <a:pt x="1462" y="1071"/>
                      </a:lnTo>
                      <a:cubicBezTo>
                        <a:pt x="1132" y="1147"/>
                        <a:pt x="786" y="1188"/>
                        <a:pt x="443" y="1188"/>
                      </a:cubicBezTo>
                      <a:cubicBezTo>
                        <a:pt x="369" y="1188"/>
                        <a:pt x="295" y="1186"/>
                        <a:pt x="221" y="1182"/>
                      </a:cubicBezTo>
                      <a:lnTo>
                        <a:pt x="221" y="1182"/>
                      </a:lnTo>
                      <a:cubicBezTo>
                        <a:pt x="194" y="851"/>
                        <a:pt x="168" y="520"/>
                        <a:pt x="141" y="200"/>
                      </a:cubicBezTo>
                      <a:lnTo>
                        <a:pt x="141" y="200"/>
                      </a:lnTo>
                      <a:cubicBezTo>
                        <a:pt x="421" y="154"/>
                        <a:pt x="712" y="127"/>
                        <a:pt x="1002" y="127"/>
                      </a:cubicBezTo>
                      <a:close/>
                      <a:moveTo>
                        <a:pt x="1016" y="0"/>
                      </a:moveTo>
                      <a:cubicBezTo>
                        <a:pt x="704" y="0"/>
                        <a:pt x="395" y="25"/>
                        <a:pt x="92" y="83"/>
                      </a:cubicBezTo>
                      <a:lnTo>
                        <a:pt x="92" y="83"/>
                      </a:lnTo>
                      <a:cubicBezTo>
                        <a:pt x="87" y="82"/>
                        <a:pt x="82" y="81"/>
                        <a:pt x="77" y="81"/>
                      </a:cubicBezTo>
                      <a:cubicBezTo>
                        <a:pt x="63" y="81"/>
                        <a:pt x="48" y="86"/>
                        <a:pt x="37" y="97"/>
                      </a:cubicBezTo>
                      <a:lnTo>
                        <a:pt x="37" y="97"/>
                      </a:lnTo>
                      <a:cubicBezTo>
                        <a:pt x="4" y="115"/>
                        <a:pt x="1" y="155"/>
                        <a:pt x="20" y="182"/>
                      </a:cubicBezTo>
                      <a:lnTo>
                        <a:pt x="20" y="182"/>
                      </a:lnTo>
                      <a:cubicBezTo>
                        <a:pt x="49" y="530"/>
                        <a:pt x="78" y="892"/>
                        <a:pt x="107" y="1254"/>
                      </a:cubicBezTo>
                      <a:cubicBezTo>
                        <a:pt x="107" y="1284"/>
                        <a:pt x="122" y="1313"/>
                        <a:pt x="167" y="1313"/>
                      </a:cubicBezTo>
                      <a:cubicBezTo>
                        <a:pt x="238" y="1316"/>
                        <a:pt x="310" y="1317"/>
                        <a:pt x="382" y="1317"/>
                      </a:cubicBezTo>
                      <a:cubicBezTo>
                        <a:pt x="773" y="1317"/>
                        <a:pt x="1164" y="1280"/>
                        <a:pt x="1556" y="1179"/>
                      </a:cubicBezTo>
                      <a:cubicBezTo>
                        <a:pt x="1571" y="1164"/>
                        <a:pt x="1601" y="1149"/>
                        <a:pt x="1601" y="1119"/>
                      </a:cubicBezTo>
                      <a:cubicBezTo>
                        <a:pt x="1571" y="761"/>
                        <a:pt x="1541" y="432"/>
                        <a:pt x="1496" y="74"/>
                      </a:cubicBezTo>
                      <a:cubicBezTo>
                        <a:pt x="1496" y="44"/>
                        <a:pt x="1481" y="14"/>
                        <a:pt x="1436" y="14"/>
                      </a:cubicBezTo>
                      <a:cubicBezTo>
                        <a:pt x="1296" y="5"/>
                        <a:pt x="1156" y="0"/>
                        <a:pt x="101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20"/>
                <p:cNvSpPr/>
                <p:nvPr/>
              </p:nvSpPr>
              <p:spPr>
                <a:xfrm>
                  <a:off x="-2753975" y="1722175"/>
                  <a:ext cx="3750" cy="14700"/>
                </a:xfrm>
                <a:custGeom>
                  <a:rect b="b" l="l" r="r" t="t"/>
                  <a:pathLst>
                    <a:path extrusionOk="0" h="588" w="150">
                      <a:moveTo>
                        <a:pt x="45" y="1"/>
                      </a:moveTo>
                      <a:cubicBezTo>
                        <a:pt x="21" y="1"/>
                        <a:pt x="1" y="28"/>
                        <a:pt x="1" y="65"/>
                      </a:cubicBezTo>
                      <a:cubicBezTo>
                        <a:pt x="15" y="214"/>
                        <a:pt x="15" y="363"/>
                        <a:pt x="30" y="528"/>
                      </a:cubicBezTo>
                      <a:cubicBezTo>
                        <a:pt x="30" y="557"/>
                        <a:pt x="60" y="587"/>
                        <a:pt x="90" y="587"/>
                      </a:cubicBezTo>
                      <a:cubicBezTo>
                        <a:pt x="120" y="587"/>
                        <a:pt x="150" y="557"/>
                        <a:pt x="150" y="528"/>
                      </a:cubicBezTo>
                      <a:cubicBezTo>
                        <a:pt x="135" y="363"/>
                        <a:pt x="135" y="214"/>
                        <a:pt x="120" y="65"/>
                      </a:cubicBezTo>
                      <a:cubicBezTo>
                        <a:pt x="120" y="35"/>
                        <a:pt x="90" y="5"/>
                        <a:pt x="60" y="5"/>
                      </a:cubicBezTo>
                      <a:cubicBezTo>
                        <a:pt x="55" y="2"/>
                        <a:pt x="50" y="1"/>
                        <a:pt x="45" y="1"/>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20"/>
                <p:cNvSpPr/>
                <p:nvPr/>
              </p:nvSpPr>
              <p:spPr>
                <a:xfrm>
                  <a:off x="-2666225" y="1727150"/>
                  <a:ext cx="4875" cy="16450"/>
                </a:xfrm>
                <a:custGeom>
                  <a:rect b="b" l="l" r="r" t="t"/>
                  <a:pathLst>
                    <a:path extrusionOk="0" h="658" w="195">
                      <a:moveTo>
                        <a:pt x="60" y="0"/>
                      </a:moveTo>
                      <a:cubicBezTo>
                        <a:pt x="45" y="0"/>
                        <a:pt x="0" y="30"/>
                        <a:pt x="0" y="60"/>
                      </a:cubicBezTo>
                      <a:cubicBezTo>
                        <a:pt x="15" y="239"/>
                        <a:pt x="30" y="418"/>
                        <a:pt x="60" y="597"/>
                      </a:cubicBezTo>
                      <a:cubicBezTo>
                        <a:pt x="60" y="627"/>
                        <a:pt x="75" y="657"/>
                        <a:pt x="120" y="657"/>
                      </a:cubicBezTo>
                      <a:cubicBezTo>
                        <a:pt x="150" y="657"/>
                        <a:pt x="195" y="627"/>
                        <a:pt x="180" y="597"/>
                      </a:cubicBezTo>
                      <a:cubicBezTo>
                        <a:pt x="165" y="418"/>
                        <a:pt x="135" y="239"/>
                        <a:pt x="120" y="60"/>
                      </a:cubicBezTo>
                      <a:cubicBezTo>
                        <a:pt x="120" y="30"/>
                        <a:pt x="90" y="0"/>
                        <a:pt x="60" y="0"/>
                      </a:cubicBezTo>
                      <a:close/>
                    </a:path>
                  </a:pathLst>
                </a:custGeom>
                <a:solidFill>
                  <a:srgbClr val="FFE8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20"/>
                <p:cNvSpPr/>
                <p:nvPr/>
              </p:nvSpPr>
              <p:spPr>
                <a:xfrm>
                  <a:off x="-2768900" y="1816375"/>
                  <a:ext cx="116150" cy="11225"/>
                </a:xfrm>
                <a:custGeom>
                  <a:rect b="b" l="l" r="r" t="t"/>
                  <a:pathLst>
                    <a:path extrusionOk="0" h="449" w="4646">
                      <a:moveTo>
                        <a:pt x="60" y="1"/>
                      </a:moveTo>
                      <a:cubicBezTo>
                        <a:pt x="30" y="1"/>
                        <a:pt x="0" y="31"/>
                        <a:pt x="0" y="60"/>
                      </a:cubicBezTo>
                      <a:lnTo>
                        <a:pt x="0" y="344"/>
                      </a:lnTo>
                      <a:lnTo>
                        <a:pt x="0" y="389"/>
                      </a:lnTo>
                      <a:cubicBezTo>
                        <a:pt x="0" y="419"/>
                        <a:pt x="30" y="449"/>
                        <a:pt x="60" y="449"/>
                      </a:cubicBezTo>
                      <a:cubicBezTo>
                        <a:pt x="90" y="449"/>
                        <a:pt x="120" y="419"/>
                        <a:pt x="120" y="389"/>
                      </a:cubicBezTo>
                      <a:lnTo>
                        <a:pt x="120" y="105"/>
                      </a:lnTo>
                      <a:lnTo>
                        <a:pt x="120" y="60"/>
                      </a:lnTo>
                      <a:cubicBezTo>
                        <a:pt x="120" y="31"/>
                        <a:pt x="90" y="1"/>
                        <a:pt x="60" y="1"/>
                      </a:cubicBezTo>
                      <a:close/>
                      <a:moveTo>
                        <a:pt x="523" y="1"/>
                      </a:moveTo>
                      <a:cubicBezTo>
                        <a:pt x="478" y="1"/>
                        <a:pt x="463" y="31"/>
                        <a:pt x="463" y="60"/>
                      </a:cubicBezTo>
                      <a:lnTo>
                        <a:pt x="463" y="344"/>
                      </a:lnTo>
                      <a:lnTo>
                        <a:pt x="463" y="389"/>
                      </a:lnTo>
                      <a:cubicBezTo>
                        <a:pt x="463" y="419"/>
                        <a:pt x="493" y="449"/>
                        <a:pt x="523" y="449"/>
                      </a:cubicBezTo>
                      <a:cubicBezTo>
                        <a:pt x="553" y="449"/>
                        <a:pt x="583" y="419"/>
                        <a:pt x="583" y="389"/>
                      </a:cubicBezTo>
                      <a:lnTo>
                        <a:pt x="583" y="105"/>
                      </a:lnTo>
                      <a:lnTo>
                        <a:pt x="583" y="60"/>
                      </a:lnTo>
                      <a:cubicBezTo>
                        <a:pt x="583" y="31"/>
                        <a:pt x="553" y="1"/>
                        <a:pt x="523" y="1"/>
                      </a:cubicBezTo>
                      <a:close/>
                      <a:moveTo>
                        <a:pt x="971" y="1"/>
                      </a:moveTo>
                      <a:cubicBezTo>
                        <a:pt x="941" y="1"/>
                        <a:pt x="911" y="31"/>
                        <a:pt x="911" y="60"/>
                      </a:cubicBezTo>
                      <a:lnTo>
                        <a:pt x="911" y="344"/>
                      </a:lnTo>
                      <a:lnTo>
                        <a:pt x="911" y="389"/>
                      </a:lnTo>
                      <a:cubicBezTo>
                        <a:pt x="911" y="419"/>
                        <a:pt x="941" y="449"/>
                        <a:pt x="971" y="449"/>
                      </a:cubicBezTo>
                      <a:cubicBezTo>
                        <a:pt x="1001" y="449"/>
                        <a:pt x="1031" y="419"/>
                        <a:pt x="1031" y="389"/>
                      </a:cubicBezTo>
                      <a:lnTo>
                        <a:pt x="1031" y="105"/>
                      </a:lnTo>
                      <a:lnTo>
                        <a:pt x="1031" y="60"/>
                      </a:lnTo>
                      <a:cubicBezTo>
                        <a:pt x="1031" y="31"/>
                        <a:pt x="1001" y="1"/>
                        <a:pt x="971" y="1"/>
                      </a:cubicBezTo>
                      <a:close/>
                      <a:moveTo>
                        <a:pt x="1419" y="1"/>
                      </a:moveTo>
                      <a:cubicBezTo>
                        <a:pt x="1389" y="1"/>
                        <a:pt x="1359" y="31"/>
                        <a:pt x="1359" y="60"/>
                      </a:cubicBezTo>
                      <a:lnTo>
                        <a:pt x="1359" y="344"/>
                      </a:lnTo>
                      <a:lnTo>
                        <a:pt x="1359" y="389"/>
                      </a:lnTo>
                      <a:cubicBezTo>
                        <a:pt x="1359" y="419"/>
                        <a:pt x="1389" y="449"/>
                        <a:pt x="1419" y="449"/>
                      </a:cubicBezTo>
                      <a:cubicBezTo>
                        <a:pt x="1449" y="449"/>
                        <a:pt x="1479" y="419"/>
                        <a:pt x="1479" y="389"/>
                      </a:cubicBezTo>
                      <a:lnTo>
                        <a:pt x="1479" y="105"/>
                      </a:lnTo>
                      <a:lnTo>
                        <a:pt x="1479" y="60"/>
                      </a:lnTo>
                      <a:cubicBezTo>
                        <a:pt x="1479" y="31"/>
                        <a:pt x="1449" y="1"/>
                        <a:pt x="1419" y="1"/>
                      </a:cubicBezTo>
                      <a:close/>
                      <a:moveTo>
                        <a:pt x="1867" y="1"/>
                      </a:moveTo>
                      <a:cubicBezTo>
                        <a:pt x="1837" y="1"/>
                        <a:pt x="1807" y="31"/>
                        <a:pt x="1807" y="60"/>
                      </a:cubicBezTo>
                      <a:lnTo>
                        <a:pt x="1807" y="344"/>
                      </a:lnTo>
                      <a:lnTo>
                        <a:pt x="1807" y="389"/>
                      </a:lnTo>
                      <a:cubicBezTo>
                        <a:pt x="1807" y="419"/>
                        <a:pt x="1837" y="449"/>
                        <a:pt x="1867" y="449"/>
                      </a:cubicBezTo>
                      <a:cubicBezTo>
                        <a:pt x="1897" y="449"/>
                        <a:pt x="1927" y="419"/>
                        <a:pt x="1927" y="389"/>
                      </a:cubicBezTo>
                      <a:lnTo>
                        <a:pt x="1927" y="105"/>
                      </a:lnTo>
                      <a:lnTo>
                        <a:pt x="1927" y="60"/>
                      </a:lnTo>
                      <a:cubicBezTo>
                        <a:pt x="1927" y="31"/>
                        <a:pt x="1897" y="1"/>
                        <a:pt x="1867" y="1"/>
                      </a:cubicBezTo>
                      <a:close/>
                      <a:moveTo>
                        <a:pt x="2330" y="1"/>
                      </a:moveTo>
                      <a:cubicBezTo>
                        <a:pt x="2285" y="1"/>
                        <a:pt x="2270" y="31"/>
                        <a:pt x="2270" y="60"/>
                      </a:cubicBezTo>
                      <a:lnTo>
                        <a:pt x="2270" y="344"/>
                      </a:lnTo>
                      <a:lnTo>
                        <a:pt x="2270" y="389"/>
                      </a:lnTo>
                      <a:cubicBezTo>
                        <a:pt x="2270" y="419"/>
                        <a:pt x="2300" y="449"/>
                        <a:pt x="2330" y="449"/>
                      </a:cubicBezTo>
                      <a:cubicBezTo>
                        <a:pt x="2360" y="449"/>
                        <a:pt x="2390" y="419"/>
                        <a:pt x="2390" y="389"/>
                      </a:cubicBezTo>
                      <a:lnTo>
                        <a:pt x="2390" y="105"/>
                      </a:lnTo>
                      <a:lnTo>
                        <a:pt x="2390" y="60"/>
                      </a:lnTo>
                      <a:cubicBezTo>
                        <a:pt x="2390" y="31"/>
                        <a:pt x="2360" y="1"/>
                        <a:pt x="2330" y="1"/>
                      </a:cubicBezTo>
                      <a:close/>
                      <a:moveTo>
                        <a:pt x="2778" y="1"/>
                      </a:moveTo>
                      <a:cubicBezTo>
                        <a:pt x="2748" y="1"/>
                        <a:pt x="2718" y="31"/>
                        <a:pt x="2718" y="60"/>
                      </a:cubicBezTo>
                      <a:lnTo>
                        <a:pt x="2718" y="344"/>
                      </a:lnTo>
                      <a:lnTo>
                        <a:pt x="2718" y="389"/>
                      </a:lnTo>
                      <a:cubicBezTo>
                        <a:pt x="2718" y="419"/>
                        <a:pt x="2748" y="449"/>
                        <a:pt x="2778" y="449"/>
                      </a:cubicBezTo>
                      <a:cubicBezTo>
                        <a:pt x="2808" y="449"/>
                        <a:pt x="2838" y="419"/>
                        <a:pt x="2838" y="389"/>
                      </a:cubicBezTo>
                      <a:lnTo>
                        <a:pt x="2838" y="105"/>
                      </a:lnTo>
                      <a:lnTo>
                        <a:pt x="2838" y="60"/>
                      </a:lnTo>
                      <a:cubicBezTo>
                        <a:pt x="2838" y="31"/>
                        <a:pt x="2808" y="1"/>
                        <a:pt x="2778" y="1"/>
                      </a:cubicBezTo>
                      <a:close/>
                      <a:moveTo>
                        <a:pt x="3226" y="1"/>
                      </a:moveTo>
                      <a:cubicBezTo>
                        <a:pt x="3196" y="1"/>
                        <a:pt x="3167" y="31"/>
                        <a:pt x="3167" y="60"/>
                      </a:cubicBezTo>
                      <a:lnTo>
                        <a:pt x="3167" y="344"/>
                      </a:lnTo>
                      <a:lnTo>
                        <a:pt x="3167" y="389"/>
                      </a:lnTo>
                      <a:cubicBezTo>
                        <a:pt x="3167" y="419"/>
                        <a:pt x="3196" y="449"/>
                        <a:pt x="3226" y="449"/>
                      </a:cubicBezTo>
                      <a:cubicBezTo>
                        <a:pt x="3256" y="449"/>
                        <a:pt x="3286" y="419"/>
                        <a:pt x="3286" y="389"/>
                      </a:cubicBezTo>
                      <a:lnTo>
                        <a:pt x="3286" y="105"/>
                      </a:lnTo>
                      <a:lnTo>
                        <a:pt x="3286" y="60"/>
                      </a:lnTo>
                      <a:cubicBezTo>
                        <a:pt x="3286" y="31"/>
                        <a:pt x="3256" y="1"/>
                        <a:pt x="3226" y="1"/>
                      </a:cubicBezTo>
                      <a:close/>
                      <a:moveTo>
                        <a:pt x="3674" y="1"/>
                      </a:moveTo>
                      <a:cubicBezTo>
                        <a:pt x="3644" y="1"/>
                        <a:pt x="3615" y="31"/>
                        <a:pt x="3615" y="60"/>
                      </a:cubicBezTo>
                      <a:lnTo>
                        <a:pt x="3615" y="344"/>
                      </a:lnTo>
                      <a:lnTo>
                        <a:pt x="3615" y="389"/>
                      </a:lnTo>
                      <a:cubicBezTo>
                        <a:pt x="3615" y="419"/>
                        <a:pt x="3644" y="449"/>
                        <a:pt x="3674" y="449"/>
                      </a:cubicBezTo>
                      <a:cubicBezTo>
                        <a:pt x="3704" y="449"/>
                        <a:pt x="3734" y="419"/>
                        <a:pt x="3734" y="389"/>
                      </a:cubicBezTo>
                      <a:lnTo>
                        <a:pt x="3734" y="105"/>
                      </a:lnTo>
                      <a:lnTo>
                        <a:pt x="3734" y="60"/>
                      </a:lnTo>
                      <a:cubicBezTo>
                        <a:pt x="3734" y="31"/>
                        <a:pt x="3704" y="1"/>
                        <a:pt x="3674" y="1"/>
                      </a:cubicBezTo>
                      <a:close/>
                      <a:moveTo>
                        <a:pt x="4137" y="1"/>
                      </a:moveTo>
                      <a:cubicBezTo>
                        <a:pt x="4107" y="1"/>
                        <a:pt x="4078" y="31"/>
                        <a:pt x="4078" y="60"/>
                      </a:cubicBezTo>
                      <a:lnTo>
                        <a:pt x="4078" y="344"/>
                      </a:lnTo>
                      <a:lnTo>
                        <a:pt x="4078" y="389"/>
                      </a:lnTo>
                      <a:cubicBezTo>
                        <a:pt x="4078" y="419"/>
                        <a:pt x="4107" y="449"/>
                        <a:pt x="4137" y="449"/>
                      </a:cubicBezTo>
                      <a:cubicBezTo>
                        <a:pt x="4167" y="449"/>
                        <a:pt x="4197" y="419"/>
                        <a:pt x="4197" y="389"/>
                      </a:cubicBezTo>
                      <a:lnTo>
                        <a:pt x="4197" y="105"/>
                      </a:lnTo>
                      <a:lnTo>
                        <a:pt x="4197" y="60"/>
                      </a:lnTo>
                      <a:cubicBezTo>
                        <a:pt x="4197" y="31"/>
                        <a:pt x="4167" y="1"/>
                        <a:pt x="4137" y="1"/>
                      </a:cubicBezTo>
                      <a:close/>
                      <a:moveTo>
                        <a:pt x="4585" y="1"/>
                      </a:moveTo>
                      <a:cubicBezTo>
                        <a:pt x="4556" y="1"/>
                        <a:pt x="4526" y="31"/>
                        <a:pt x="4526" y="60"/>
                      </a:cubicBezTo>
                      <a:lnTo>
                        <a:pt x="4526" y="344"/>
                      </a:lnTo>
                      <a:lnTo>
                        <a:pt x="4526" y="389"/>
                      </a:lnTo>
                      <a:cubicBezTo>
                        <a:pt x="4526" y="419"/>
                        <a:pt x="4556" y="449"/>
                        <a:pt x="4585" y="449"/>
                      </a:cubicBezTo>
                      <a:cubicBezTo>
                        <a:pt x="4615" y="449"/>
                        <a:pt x="4645" y="419"/>
                        <a:pt x="4645" y="389"/>
                      </a:cubicBezTo>
                      <a:lnTo>
                        <a:pt x="4645" y="105"/>
                      </a:lnTo>
                      <a:lnTo>
                        <a:pt x="4645" y="60"/>
                      </a:lnTo>
                      <a:cubicBezTo>
                        <a:pt x="4645" y="31"/>
                        <a:pt x="4615" y="1"/>
                        <a:pt x="458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20"/>
                <p:cNvSpPr/>
                <p:nvPr/>
              </p:nvSpPr>
              <p:spPr>
                <a:xfrm>
                  <a:off x="-2646800" y="1899550"/>
                  <a:ext cx="65725" cy="59000"/>
                </a:xfrm>
                <a:custGeom>
                  <a:rect b="b" l="l" r="r" t="t"/>
                  <a:pathLst>
                    <a:path extrusionOk="0" h="2360" w="2629">
                      <a:moveTo>
                        <a:pt x="2496" y="0"/>
                      </a:moveTo>
                      <a:cubicBezTo>
                        <a:pt x="2490" y="0"/>
                        <a:pt x="2485" y="2"/>
                        <a:pt x="2479" y="4"/>
                      </a:cubicBezTo>
                      <a:cubicBezTo>
                        <a:pt x="2450" y="4"/>
                        <a:pt x="2420" y="49"/>
                        <a:pt x="2435" y="79"/>
                      </a:cubicBezTo>
                      <a:cubicBezTo>
                        <a:pt x="2450" y="169"/>
                        <a:pt x="2465" y="258"/>
                        <a:pt x="2494" y="363"/>
                      </a:cubicBezTo>
                      <a:cubicBezTo>
                        <a:pt x="2494" y="378"/>
                        <a:pt x="2494" y="378"/>
                        <a:pt x="2494" y="393"/>
                      </a:cubicBezTo>
                      <a:cubicBezTo>
                        <a:pt x="2507" y="417"/>
                        <a:pt x="2529" y="441"/>
                        <a:pt x="2553" y="441"/>
                      </a:cubicBezTo>
                      <a:cubicBezTo>
                        <a:pt x="2558" y="441"/>
                        <a:pt x="2564" y="440"/>
                        <a:pt x="2569" y="438"/>
                      </a:cubicBezTo>
                      <a:cubicBezTo>
                        <a:pt x="2599" y="438"/>
                        <a:pt x="2629" y="408"/>
                        <a:pt x="2614" y="363"/>
                      </a:cubicBezTo>
                      <a:cubicBezTo>
                        <a:pt x="2599" y="273"/>
                        <a:pt x="2584" y="184"/>
                        <a:pt x="2554" y="79"/>
                      </a:cubicBezTo>
                      <a:cubicBezTo>
                        <a:pt x="2554" y="64"/>
                        <a:pt x="2554" y="64"/>
                        <a:pt x="2554" y="49"/>
                      </a:cubicBezTo>
                      <a:cubicBezTo>
                        <a:pt x="2542" y="25"/>
                        <a:pt x="2520" y="0"/>
                        <a:pt x="2496" y="0"/>
                      </a:cubicBezTo>
                      <a:close/>
                      <a:moveTo>
                        <a:pt x="2031" y="94"/>
                      </a:moveTo>
                      <a:cubicBezTo>
                        <a:pt x="2002" y="109"/>
                        <a:pt x="1987" y="139"/>
                        <a:pt x="1987" y="184"/>
                      </a:cubicBezTo>
                      <a:cubicBezTo>
                        <a:pt x="2016" y="273"/>
                        <a:pt x="2031" y="363"/>
                        <a:pt x="2046" y="452"/>
                      </a:cubicBezTo>
                      <a:cubicBezTo>
                        <a:pt x="2046" y="467"/>
                        <a:pt x="2061" y="482"/>
                        <a:pt x="2061" y="497"/>
                      </a:cubicBezTo>
                      <a:cubicBezTo>
                        <a:pt x="2061" y="527"/>
                        <a:pt x="2106" y="542"/>
                        <a:pt x="2136" y="542"/>
                      </a:cubicBezTo>
                      <a:cubicBezTo>
                        <a:pt x="2166" y="527"/>
                        <a:pt x="2196" y="497"/>
                        <a:pt x="2181" y="467"/>
                      </a:cubicBezTo>
                      <a:cubicBezTo>
                        <a:pt x="2151" y="378"/>
                        <a:pt x="2136" y="273"/>
                        <a:pt x="2121" y="184"/>
                      </a:cubicBezTo>
                      <a:cubicBezTo>
                        <a:pt x="2121" y="169"/>
                        <a:pt x="2106" y="169"/>
                        <a:pt x="2106" y="154"/>
                      </a:cubicBezTo>
                      <a:cubicBezTo>
                        <a:pt x="2106" y="124"/>
                        <a:pt x="2061" y="94"/>
                        <a:pt x="2031" y="94"/>
                      </a:cubicBezTo>
                      <a:close/>
                      <a:moveTo>
                        <a:pt x="1595" y="332"/>
                      </a:moveTo>
                      <a:cubicBezTo>
                        <a:pt x="1584" y="332"/>
                        <a:pt x="1574" y="336"/>
                        <a:pt x="1568" y="348"/>
                      </a:cubicBezTo>
                      <a:cubicBezTo>
                        <a:pt x="1539" y="363"/>
                        <a:pt x="1524" y="408"/>
                        <a:pt x="1553" y="438"/>
                      </a:cubicBezTo>
                      <a:cubicBezTo>
                        <a:pt x="1598" y="512"/>
                        <a:pt x="1658" y="587"/>
                        <a:pt x="1703" y="676"/>
                      </a:cubicBezTo>
                      <a:cubicBezTo>
                        <a:pt x="1703" y="676"/>
                        <a:pt x="1718" y="691"/>
                        <a:pt x="1733" y="706"/>
                      </a:cubicBezTo>
                      <a:cubicBezTo>
                        <a:pt x="1741" y="724"/>
                        <a:pt x="1760" y="731"/>
                        <a:pt x="1778" y="731"/>
                      </a:cubicBezTo>
                      <a:cubicBezTo>
                        <a:pt x="1790" y="731"/>
                        <a:pt x="1801" y="727"/>
                        <a:pt x="1807" y="721"/>
                      </a:cubicBezTo>
                      <a:cubicBezTo>
                        <a:pt x="1837" y="691"/>
                        <a:pt x="1852" y="662"/>
                        <a:pt x="1822" y="632"/>
                      </a:cubicBezTo>
                      <a:cubicBezTo>
                        <a:pt x="1777" y="557"/>
                        <a:pt x="1718" y="482"/>
                        <a:pt x="1673" y="393"/>
                      </a:cubicBezTo>
                      <a:cubicBezTo>
                        <a:pt x="1658" y="393"/>
                        <a:pt x="1658" y="378"/>
                        <a:pt x="1643" y="363"/>
                      </a:cubicBezTo>
                      <a:cubicBezTo>
                        <a:pt x="1634" y="344"/>
                        <a:pt x="1613" y="332"/>
                        <a:pt x="1595" y="332"/>
                      </a:cubicBezTo>
                      <a:close/>
                      <a:moveTo>
                        <a:pt x="1218" y="586"/>
                      </a:moveTo>
                      <a:cubicBezTo>
                        <a:pt x="1205" y="586"/>
                        <a:pt x="1191" y="590"/>
                        <a:pt x="1180" y="602"/>
                      </a:cubicBezTo>
                      <a:cubicBezTo>
                        <a:pt x="1165" y="617"/>
                        <a:pt x="1150" y="647"/>
                        <a:pt x="1165" y="676"/>
                      </a:cubicBezTo>
                      <a:cubicBezTo>
                        <a:pt x="1225" y="751"/>
                        <a:pt x="1285" y="841"/>
                        <a:pt x="1329" y="915"/>
                      </a:cubicBezTo>
                      <a:cubicBezTo>
                        <a:pt x="1329" y="930"/>
                        <a:pt x="1344" y="945"/>
                        <a:pt x="1344" y="945"/>
                      </a:cubicBezTo>
                      <a:cubicBezTo>
                        <a:pt x="1354" y="964"/>
                        <a:pt x="1374" y="977"/>
                        <a:pt x="1396" y="977"/>
                      </a:cubicBezTo>
                      <a:cubicBezTo>
                        <a:pt x="1409" y="977"/>
                        <a:pt x="1423" y="972"/>
                        <a:pt x="1434" y="960"/>
                      </a:cubicBezTo>
                      <a:cubicBezTo>
                        <a:pt x="1464" y="945"/>
                        <a:pt x="1464" y="901"/>
                        <a:pt x="1449" y="886"/>
                      </a:cubicBezTo>
                      <a:cubicBezTo>
                        <a:pt x="1389" y="811"/>
                        <a:pt x="1344" y="721"/>
                        <a:pt x="1300" y="647"/>
                      </a:cubicBezTo>
                      <a:cubicBezTo>
                        <a:pt x="1285" y="632"/>
                        <a:pt x="1285" y="617"/>
                        <a:pt x="1270" y="617"/>
                      </a:cubicBezTo>
                      <a:cubicBezTo>
                        <a:pt x="1260" y="598"/>
                        <a:pt x="1240" y="586"/>
                        <a:pt x="1218" y="586"/>
                      </a:cubicBezTo>
                      <a:close/>
                      <a:moveTo>
                        <a:pt x="895" y="950"/>
                      </a:moveTo>
                      <a:cubicBezTo>
                        <a:pt x="877" y="950"/>
                        <a:pt x="854" y="958"/>
                        <a:pt x="837" y="975"/>
                      </a:cubicBezTo>
                      <a:cubicBezTo>
                        <a:pt x="822" y="1005"/>
                        <a:pt x="822" y="1050"/>
                        <a:pt x="851" y="1080"/>
                      </a:cubicBezTo>
                      <a:cubicBezTo>
                        <a:pt x="926" y="1125"/>
                        <a:pt x="1001" y="1184"/>
                        <a:pt x="1076" y="1244"/>
                      </a:cubicBezTo>
                      <a:cubicBezTo>
                        <a:pt x="1090" y="1244"/>
                        <a:pt x="1105" y="1259"/>
                        <a:pt x="1105" y="1274"/>
                      </a:cubicBezTo>
                      <a:cubicBezTo>
                        <a:pt x="1116" y="1279"/>
                        <a:pt x="1129" y="1283"/>
                        <a:pt x="1142" y="1283"/>
                      </a:cubicBezTo>
                      <a:cubicBezTo>
                        <a:pt x="1164" y="1283"/>
                        <a:pt x="1186" y="1272"/>
                        <a:pt x="1195" y="1244"/>
                      </a:cubicBezTo>
                      <a:cubicBezTo>
                        <a:pt x="1225" y="1214"/>
                        <a:pt x="1210" y="1184"/>
                        <a:pt x="1180" y="1154"/>
                      </a:cubicBezTo>
                      <a:cubicBezTo>
                        <a:pt x="1105" y="1110"/>
                        <a:pt x="1031" y="1050"/>
                        <a:pt x="956" y="990"/>
                      </a:cubicBezTo>
                      <a:cubicBezTo>
                        <a:pt x="956" y="975"/>
                        <a:pt x="941" y="975"/>
                        <a:pt x="926" y="960"/>
                      </a:cubicBezTo>
                      <a:cubicBezTo>
                        <a:pt x="920" y="954"/>
                        <a:pt x="909" y="950"/>
                        <a:pt x="895" y="950"/>
                      </a:cubicBezTo>
                      <a:close/>
                      <a:moveTo>
                        <a:pt x="627" y="1309"/>
                      </a:moveTo>
                      <a:cubicBezTo>
                        <a:pt x="608" y="1309"/>
                        <a:pt x="585" y="1316"/>
                        <a:pt x="568" y="1334"/>
                      </a:cubicBezTo>
                      <a:cubicBezTo>
                        <a:pt x="538" y="1378"/>
                        <a:pt x="553" y="1408"/>
                        <a:pt x="583" y="1423"/>
                      </a:cubicBezTo>
                      <a:cubicBezTo>
                        <a:pt x="657" y="1483"/>
                        <a:pt x="732" y="1543"/>
                        <a:pt x="807" y="1603"/>
                      </a:cubicBezTo>
                      <a:cubicBezTo>
                        <a:pt x="822" y="1603"/>
                        <a:pt x="837" y="1617"/>
                        <a:pt x="837" y="1617"/>
                      </a:cubicBezTo>
                      <a:cubicBezTo>
                        <a:pt x="848" y="1629"/>
                        <a:pt x="862" y="1634"/>
                        <a:pt x="875" y="1634"/>
                      </a:cubicBezTo>
                      <a:cubicBezTo>
                        <a:pt x="896" y="1634"/>
                        <a:pt x="917" y="1621"/>
                        <a:pt x="926" y="1603"/>
                      </a:cubicBezTo>
                      <a:cubicBezTo>
                        <a:pt x="956" y="1573"/>
                        <a:pt x="941" y="1543"/>
                        <a:pt x="911" y="1513"/>
                      </a:cubicBezTo>
                      <a:cubicBezTo>
                        <a:pt x="837" y="1453"/>
                        <a:pt x="762" y="1393"/>
                        <a:pt x="687" y="1349"/>
                      </a:cubicBezTo>
                      <a:cubicBezTo>
                        <a:pt x="687" y="1334"/>
                        <a:pt x="672" y="1334"/>
                        <a:pt x="657" y="1319"/>
                      </a:cubicBezTo>
                      <a:cubicBezTo>
                        <a:pt x="651" y="1313"/>
                        <a:pt x="640" y="1309"/>
                        <a:pt x="627" y="1309"/>
                      </a:cubicBezTo>
                      <a:close/>
                      <a:moveTo>
                        <a:pt x="346" y="1667"/>
                      </a:moveTo>
                      <a:cubicBezTo>
                        <a:pt x="324" y="1667"/>
                        <a:pt x="301" y="1675"/>
                        <a:pt x="284" y="1692"/>
                      </a:cubicBezTo>
                      <a:cubicBezTo>
                        <a:pt x="269" y="1737"/>
                        <a:pt x="284" y="1767"/>
                        <a:pt x="299" y="1797"/>
                      </a:cubicBezTo>
                      <a:cubicBezTo>
                        <a:pt x="388" y="1841"/>
                        <a:pt x="463" y="1901"/>
                        <a:pt x="523" y="1961"/>
                      </a:cubicBezTo>
                      <a:cubicBezTo>
                        <a:pt x="538" y="1976"/>
                        <a:pt x="553" y="1976"/>
                        <a:pt x="568" y="1991"/>
                      </a:cubicBezTo>
                      <a:cubicBezTo>
                        <a:pt x="574" y="1997"/>
                        <a:pt x="585" y="2001"/>
                        <a:pt x="598" y="2001"/>
                      </a:cubicBezTo>
                      <a:cubicBezTo>
                        <a:pt x="617" y="2001"/>
                        <a:pt x="640" y="1993"/>
                        <a:pt x="657" y="1976"/>
                      </a:cubicBezTo>
                      <a:cubicBezTo>
                        <a:pt x="672" y="1931"/>
                        <a:pt x="672" y="1901"/>
                        <a:pt x="642" y="1871"/>
                      </a:cubicBezTo>
                      <a:cubicBezTo>
                        <a:pt x="568" y="1827"/>
                        <a:pt x="478" y="1767"/>
                        <a:pt x="418" y="1707"/>
                      </a:cubicBezTo>
                      <a:cubicBezTo>
                        <a:pt x="403" y="1692"/>
                        <a:pt x="388" y="1692"/>
                        <a:pt x="388" y="1677"/>
                      </a:cubicBezTo>
                      <a:cubicBezTo>
                        <a:pt x="376" y="1671"/>
                        <a:pt x="361" y="1667"/>
                        <a:pt x="346" y="1667"/>
                      </a:cubicBezTo>
                      <a:close/>
                      <a:moveTo>
                        <a:pt x="81" y="2034"/>
                      </a:moveTo>
                      <a:cubicBezTo>
                        <a:pt x="58" y="2034"/>
                        <a:pt x="34" y="2047"/>
                        <a:pt x="15" y="2066"/>
                      </a:cubicBezTo>
                      <a:cubicBezTo>
                        <a:pt x="0" y="2095"/>
                        <a:pt x="0" y="2125"/>
                        <a:pt x="30" y="2155"/>
                      </a:cubicBezTo>
                      <a:cubicBezTo>
                        <a:pt x="120" y="2215"/>
                        <a:pt x="194" y="2275"/>
                        <a:pt x="254" y="2319"/>
                      </a:cubicBezTo>
                      <a:cubicBezTo>
                        <a:pt x="269" y="2334"/>
                        <a:pt x="284" y="2334"/>
                        <a:pt x="284" y="2349"/>
                      </a:cubicBezTo>
                      <a:cubicBezTo>
                        <a:pt x="296" y="2355"/>
                        <a:pt x="311" y="2359"/>
                        <a:pt x="327" y="2359"/>
                      </a:cubicBezTo>
                      <a:cubicBezTo>
                        <a:pt x="348" y="2359"/>
                        <a:pt x="371" y="2352"/>
                        <a:pt x="388" y="2334"/>
                      </a:cubicBezTo>
                      <a:cubicBezTo>
                        <a:pt x="403" y="2304"/>
                        <a:pt x="403" y="2260"/>
                        <a:pt x="374" y="2245"/>
                      </a:cubicBezTo>
                      <a:cubicBezTo>
                        <a:pt x="284" y="2185"/>
                        <a:pt x="209" y="2125"/>
                        <a:pt x="149" y="2066"/>
                      </a:cubicBezTo>
                      <a:cubicBezTo>
                        <a:pt x="135" y="2066"/>
                        <a:pt x="120" y="2051"/>
                        <a:pt x="120" y="2051"/>
                      </a:cubicBezTo>
                      <a:cubicBezTo>
                        <a:pt x="108" y="2039"/>
                        <a:pt x="95" y="2034"/>
                        <a:pt x="81" y="203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20"/>
                <p:cNvSpPr/>
                <p:nvPr/>
              </p:nvSpPr>
              <p:spPr>
                <a:xfrm>
                  <a:off x="-2830900" y="1893900"/>
                  <a:ext cx="62400" cy="63800"/>
                </a:xfrm>
                <a:custGeom>
                  <a:rect b="b" l="l" r="r" t="t"/>
                  <a:pathLst>
                    <a:path extrusionOk="0" h="2552" w="2496">
                      <a:moveTo>
                        <a:pt x="216" y="0"/>
                      </a:moveTo>
                      <a:cubicBezTo>
                        <a:pt x="195" y="0"/>
                        <a:pt x="176" y="14"/>
                        <a:pt x="165" y="36"/>
                      </a:cubicBezTo>
                      <a:cubicBezTo>
                        <a:pt x="120" y="126"/>
                        <a:pt x="75" y="201"/>
                        <a:pt x="31" y="290"/>
                      </a:cubicBezTo>
                      <a:cubicBezTo>
                        <a:pt x="31" y="305"/>
                        <a:pt x="16" y="305"/>
                        <a:pt x="16" y="320"/>
                      </a:cubicBezTo>
                      <a:cubicBezTo>
                        <a:pt x="1" y="365"/>
                        <a:pt x="16" y="395"/>
                        <a:pt x="46" y="410"/>
                      </a:cubicBezTo>
                      <a:cubicBezTo>
                        <a:pt x="54" y="414"/>
                        <a:pt x="63" y="415"/>
                        <a:pt x="72" y="415"/>
                      </a:cubicBezTo>
                      <a:cubicBezTo>
                        <a:pt x="97" y="415"/>
                        <a:pt x="124" y="402"/>
                        <a:pt x="135" y="380"/>
                      </a:cubicBezTo>
                      <a:cubicBezTo>
                        <a:pt x="180" y="290"/>
                        <a:pt x="225" y="215"/>
                        <a:pt x="255" y="126"/>
                      </a:cubicBezTo>
                      <a:cubicBezTo>
                        <a:pt x="270" y="111"/>
                        <a:pt x="270" y="111"/>
                        <a:pt x="270" y="81"/>
                      </a:cubicBezTo>
                      <a:cubicBezTo>
                        <a:pt x="285" y="51"/>
                        <a:pt x="270" y="21"/>
                        <a:pt x="240" y="6"/>
                      </a:cubicBezTo>
                      <a:cubicBezTo>
                        <a:pt x="232" y="2"/>
                        <a:pt x="224" y="0"/>
                        <a:pt x="216" y="0"/>
                      </a:cubicBezTo>
                      <a:close/>
                      <a:moveTo>
                        <a:pt x="611" y="207"/>
                      </a:moveTo>
                      <a:cubicBezTo>
                        <a:pt x="593" y="207"/>
                        <a:pt x="578" y="217"/>
                        <a:pt x="568" y="245"/>
                      </a:cubicBezTo>
                      <a:cubicBezTo>
                        <a:pt x="524" y="335"/>
                        <a:pt x="479" y="410"/>
                        <a:pt x="434" y="499"/>
                      </a:cubicBezTo>
                      <a:cubicBezTo>
                        <a:pt x="434" y="514"/>
                        <a:pt x="419" y="514"/>
                        <a:pt x="419" y="529"/>
                      </a:cubicBezTo>
                      <a:cubicBezTo>
                        <a:pt x="404" y="574"/>
                        <a:pt x="419" y="604"/>
                        <a:pt x="449" y="619"/>
                      </a:cubicBezTo>
                      <a:cubicBezTo>
                        <a:pt x="457" y="623"/>
                        <a:pt x="466" y="625"/>
                        <a:pt x="475" y="625"/>
                      </a:cubicBezTo>
                      <a:cubicBezTo>
                        <a:pt x="501" y="625"/>
                        <a:pt x="528" y="611"/>
                        <a:pt x="538" y="589"/>
                      </a:cubicBezTo>
                      <a:cubicBezTo>
                        <a:pt x="583" y="499"/>
                        <a:pt x="628" y="425"/>
                        <a:pt x="658" y="335"/>
                      </a:cubicBezTo>
                      <a:cubicBezTo>
                        <a:pt x="673" y="320"/>
                        <a:pt x="673" y="305"/>
                        <a:pt x="673" y="290"/>
                      </a:cubicBezTo>
                      <a:cubicBezTo>
                        <a:pt x="688" y="260"/>
                        <a:pt x="673" y="230"/>
                        <a:pt x="643" y="215"/>
                      </a:cubicBezTo>
                      <a:cubicBezTo>
                        <a:pt x="632" y="210"/>
                        <a:pt x="621" y="207"/>
                        <a:pt x="611" y="207"/>
                      </a:cubicBezTo>
                      <a:close/>
                      <a:moveTo>
                        <a:pt x="1033" y="474"/>
                      </a:moveTo>
                      <a:cubicBezTo>
                        <a:pt x="1012" y="474"/>
                        <a:pt x="989" y="482"/>
                        <a:pt x="972" y="499"/>
                      </a:cubicBezTo>
                      <a:cubicBezTo>
                        <a:pt x="912" y="574"/>
                        <a:pt x="852" y="649"/>
                        <a:pt x="792" y="708"/>
                      </a:cubicBezTo>
                      <a:cubicBezTo>
                        <a:pt x="792" y="723"/>
                        <a:pt x="777" y="738"/>
                        <a:pt x="777" y="738"/>
                      </a:cubicBezTo>
                      <a:cubicBezTo>
                        <a:pt x="748" y="768"/>
                        <a:pt x="748" y="813"/>
                        <a:pt x="777" y="843"/>
                      </a:cubicBezTo>
                      <a:cubicBezTo>
                        <a:pt x="790" y="849"/>
                        <a:pt x="805" y="853"/>
                        <a:pt x="819" y="853"/>
                      </a:cubicBezTo>
                      <a:cubicBezTo>
                        <a:pt x="839" y="853"/>
                        <a:pt x="858" y="845"/>
                        <a:pt x="867" y="828"/>
                      </a:cubicBezTo>
                      <a:cubicBezTo>
                        <a:pt x="927" y="753"/>
                        <a:pt x="987" y="678"/>
                        <a:pt x="1061" y="619"/>
                      </a:cubicBezTo>
                      <a:cubicBezTo>
                        <a:pt x="1061" y="604"/>
                        <a:pt x="1076" y="589"/>
                        <a:pt x="1076" y="589"/>
                      </a:cubicBezTo>
                      <a:cubicBezTo>
                        <a:pt x="1106" y="559"/>
                        <a:pt x="1106" y="514"/>
                        <a:pt x="1076" y="484"/>
                      </a:cubicBezTo>
                      <a:cubicBezTo>
                        <a:pt x="1064" y="478"/>
                        <a:pt x="1049" y="474"/>
                        <a:pt x="1033" y="474"/>
                      </a:cubicBezTo>
                      <a:close/>
                      <a:moveTo>
                        <a:pt x="1368" y="773"/>
                      </a:moveTo>
                      <a:cubicBezTo>
                        <a:pt x="1350" y="773"/>
                        <a:pt x="1333" y="780"/>
                        <a:pt x="1315" y="798"/>
                      </a:cubicBezTo>
                      <a:cubicBezTo>
                        <a:pt x="1255" y="858"/>
                        <a:pt x="1196" y="932"/>
                        <a:pt x="1136" y="1007"/>
                      </a:cubicBezTo>
                      <a:cubicBezTo>
                        <a:pt x="1121" y="1007"/>
                        <a:pt x="1121" y="1037"/>
                        <a:pt x="1106" y="1037"/>
                      </a:cubicBezTo>
                      <a:cubicBezTo>
                        <a:pt x="1091" y="1067"/>
                        <a:pt x="1091" y="1112"/>
                        <a:pt x="1121" y="1127"/>
                      </a:cubicBezTo>
                      <a:cubicBezTo>
                        <a:pt x="1136" y="1141"/>
                        <a:pt x="1151" y="1149"/>
                        <a:pt x="1166" y="1149"/>
                      </a:cubicBezTo>
                      <a:cubicBezTo>
                        <a:pt x="1181" y="1149"/>
                        <a:pt x="1196" y="1141"/>
                        <a:pt x="1211" y="1127"/>
                      </a:cubicBezTo>
                      <a:cubicBezTo>
                        <a:pt x="1270" y="1052"/>
                        <a:pt x="1330" y="977"/>
                        <a:pt x="1390" y="902"/>
                      </a:cubicBezTo>
                      <a:cubicBezTo>
                        <a:pt x="1405" y="902"/>
                        <a:pt x="1405" y="888"/>
                        <a:pt x="1420" y="873"/>
                      </a:cubicBezTo>
                      <a:cubicBezTo>
                        <a:pt x="1435" y="858"/>
                        <a:pt x="1435" y="813"/>
                        <a:pt x="1405" y="783"/>
                      </a:cubicBezTo>
                      <a:cubicBezTo>
                        <a:pt x="1392" y="777"/>
                        <a:pt x="1380" y="773"/>
                        <a:pt x="1368" y="773"/>
                      </a:cubicBezTo>
                      <a:close/>
                      <a:moveTo>
                        <a:pt x="1707" y="1072"/>
                      </a:moveTo>
                      <a:cubicBezTo>
                        <a:pt x="1686" y="1072"/>
                        <a:pt x="1667" y="1079"/>
                        <a:pt x="1659" y="1097"/>
                      </a:cubicBezTo>
                      <a:cubicBezTo>
                        <a:pt x="1599" y="1156"/>
                        <a:pt x="1539" y="1231"/>
                        <a:pt x="1479" y="1306"/>
                      </a:cubicBezTo>
                      <a:cubicBezTo>
                        <a:pt x="1464" y="1321"/>
                        <a:pt x="1450" y="1336"/>
                        <a:pt x="1450" y="1336"/>
                      </a:cubicBezTo>
                      <a:cubicBezTo>
                        <a:pt x="1420" y="1366"/>
                        <a:pt x="1420" y="1410"/>
                        <a:pt x="1450" y="1425"/>
                      </a:cubicBezTo>
                      <a:cubicBezTo>
                        <a:pt x="1472" y="1440"/>
                        <a:pt x="1491" y="1448"/>
                        <a:pt x="1507" y="1448"/>
                      </a:cubicBezTo>
                      <a:cubicBezTo>
                        <a:pt x="1524" y="1448"/>
                        <a:pt x="1539" y="1440"/>
                        <a:pt x="1554" y="1425"/>
                      </a:cubicBezTo>
                      <a:cubicBezTo>
                        <a:pt x="1614" y="1351"/>
                        <a:pt x="1674" y="1276"/>
                        <a:pt x="1733" y="1201"/>
                      </a:cubicBezTo>
                      <a:cubicBezTo>
                        <a:pt x="1748" y="1201"/>
                        <a:pt x="1748" y="1186"/>
                        <a:pt x="1763" y="1171"/>
                      </a:cubicBezTo>
                      <a:cubicBezTo>
                        <a:pt x="1778" y="1156"/>
                        <a:pt x="1778" y="1112"/>
                        <a:pt x="1748" y="1082"/>
                      </a:cubicBezTo>
                      <a:cubicBezTo>
                        <a:pt x="1736" y="1076"/>
                        <a:pt x="1721" y="1072"/>
                        <a:pt x="1707" y="1072"/>
                      </a:cubicBezTo>
                      <a:close/>
                      <a:moveTo>
                        <a:pt x="2006" y="1484"/>
                      </a:moveTo>
                      <a:cubicBezTo>
                        <a:pt x="1995" y="1484"/>
                        <a:pt x="1984" y="1489"/>
                        <a:pt x="1972" y="1500"/>
                      </a:cubicBezTo>
                      <a:cubicBezTo>
                        <a:pt x="1883" y="1545"/>
                        <a:pt x="1793" y="1575"/>
                        <a:pt x="1718" y="1619"/>
                      </a:cubicBezTo>
                      <a:cubicBezTo>
                        <a:pt x="1689" y="1634"/>
                        <a:pt x="1689" y="1634"/>
                        <a:pt x="1674" y="1634"/>
                      </a:cubicBezTo>
                      <a:cubicBezTo>
                        <a:pt x="1644" y="1649"/>
                        <a:pt x="1629" y="1694"/>
                        <a:pt x="1644" y="1724"/>
                      </a:cubicBezTo>
                      <a:cubicBezTo>
                        <a:pt x="1655" y="1746"/>
                        <a:pt x="1682" y="1760"/>
                        <a:pt x="1707" y="1760"/>
                      </a:cubicBezTo>
                      <a:cubicBezTo>
                        <a:pt x="1716" y="1760"/>
                        <a:pt x="1725" y="1758"/>
                        <a:pt x="1733" y="1754"/>
                      </a:cubicBezTo>
                      <a:cubicBezTo>
                        <a:pt x="1823" y="1694"/>
                        <a:pt x="1898" y="1664"/>
                        <a:pt x="1987" y="1619"/>
                      </a:cubicBezTo>
                      <a:cubicBezTo>
                        <a:pt x="2002" y="1604"/>
                        <a:pt x="2017" y="1604"/>
                        <a:pt x="2032" y="1604"/>
                      </a:cubicBezTo>
                      <a:cubicBezTo>
                        <a:pt x="2062" y="1590"/>
                        <a:pt x="2077" y="1545"/>
                        <a:pt x="2047" y="1515"/>
                      </a:cubicBezTo>
                      <a:cubicBezTo>
                        <a:pt x="2038" y="1496"/>
                        <a:pt x="2023" y="1484"/>
                        <a:pt x="2006" y="1484"/>
                      </a:cubicBezTo>
                      <a:close/>
                      <a:moveTo>
                        <a:pt x="2207" y="1882"/>
                      </a:moveTo>
                      <a:cubicBezTo>
                        <a:pt x="2199" y="1882"/>
                        <a:pt x="2190" y="1884"/>
                        <a:pt x="2181" y="1888"/>
                      </a:cubicBezTo>
                      <a:cubicBezTo>
                        <a:pt x="2092" y="1933"/>
                        <a:pt x="2002" y="1978"/>
                        <a:pt x="1913" y="2023"/>
                      </a:cubicBezTo>
                      <a:cubicBezTo>
                        <a:pt x="1898" y="2023"/>
                        <a:pt x="1898" y="2038"/>
                        <a:pt x="1883" y="2038"/>
                      </a:cubicBezTo>
                      <a:cubicBezTo>
                        <a:pt x="1853" y="2053"/>
                        <a:pt x="1838" y="2082"/>
                        <a:pt x="1853" y="2112"/>
                      </a:cubicBezTo>
                      <a:cubicBezTo>
                        <a:pt x="1864" y="2134"/>
                        <a:pt x="1891" y="2148"/>
                        <a:pt x="1916" y="2148"/>
                      </a:cubicBezTo>
                      <a:cubicBezTo>
                        <a:pt x="1925" y="2148"/>
                        <a:pt x="1934" y="2146"/>
                        <a:pt x="1942" y="2142"/>
                      </a:cubicBezTo>
                      <a:cubicBezTo>
                        <a:pt x="2032" y="2097"/>
                        <a:pt x="2107" y="2053"/>
                        <a:pt x="2196" y="2008"/>
                      </a:cubicBezTo>
                      <a:cubicBezTo>
                        <a:pt x="2211" y="2008"/>
                        <a:pt x="2226" y="1993"/>
                        <a:pt x="2241" y="1993"/>
                      </a:cubicBezTo>
                      <a:cubicBezTo>
                        <a:pt x="2271" y="1978"/>
                        <a:pt x="2286" y="1933"/>
                        <a:pt x="2256" y="1903"/>
                      </a:cubicBezTo>
                      <a:cubicBezTo>
                        <a:pt x="2246" y="1893"/>
                        <a:pt x="2228" y="1882"/>
                        <a:pt x="2207" y="1882"/>
                      </a:cubicBezTo>
                      <a:close/>
                      <a:moveTo>
                        <a:pt x="2411" y="2285"/>
                      </a:moveTo>
                      <a:cubicBezTo>
                        <a:pt x="2401" y="2285"/>
                        <a:pt x="2389" y="2287"/>
                        <a:pt x="2376" y="2292"/>
                      </a:cubicBezTo>
                      <a:cubicBezTo>
                        <a:pt x="2301" y="2336"/>
                        <a:pt x="2211" y="2366"/>
                        <a:pt x="2122" y="2426"/>
                      </a:cubicBezTo>
                      <a:cubicBezTo>
                        <a:pt x="2107" y="2426"/>
                        <a:pt x="2107" y="2441"/>
                        <a:pt x="2092" y="2441"/>
                      </a:cubicBezTo>
                      <a:cubicBezTo>
                        <a:pt x="2062" y="2456"/>
                        <a:pt x="2047" y="2486"/>
                        <a:pt x="2062" y="2516"/>
                      </a:cubicBezTo>
                      <a:cubicBezTo>
                        <a:pt x="2073" y="2537"/>
                        <a:pt x="2100" y="2551"/>
                        <a:pt x="2125" y="2551"/>
                      </a:cubicBezTo>
                      <a:cubicBezTo>
                        <a:pt x="2134" y="2551"/>
                        <a:pt x="2144" y="2549"/>
                        <a:pt x="2152" y="2545"/>
                      </a:cubicBezTo>
                      <a:cubicBezTo>
                        <a:pt x="2241" y="2501"/>
                        <a:pt x="2316" y="2456"/>
                        <a:pt x="2405" y="2411"/>
                      </a:cubicBezTo>
                      <a:cubicBezTo>
                        <a:pt x="2420" y="2411"/>
                        <a:pt x="2435" y="2396"/>
                        <a:pt x="2450" y="2396"/>
                      </a:cubicBezTo>
                      <a:cubicBezTo>
                        <a:pt x="2480" y="2381"/>
                        <a:pt x="2495" y="2336"/>
                        <a:pt x="2465" y="2306"/>
                      </a:cubicBezTo>
                      <a:cubicBezTo>
                        <a:pt x="2455" y="2296"/>
                        <a:pt x="2437" y="2285"/>
                        <a:pt x="2411" y="2285"/>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20"/>
                <p:cNvSpPr/>
                <p:nvPr/>
              </p:nvSpPr>
              <p:spPr>
                <a:xfrm>
                  <a:off x="-2799525" y="1589350"/>
                  <a:ext cx="172525" cy="19925"/>
                </a:xfrm>
                <a:custGeom>
                  <a:rect b="b" l="l" r="r" t="t"/>
                  <a:pathLst>
                    <a:path extrusionOk="0" h="797" w="6901">
                      <a:moveTo>
                        <a:pt x="3690" y="1"/>
                      </a:moveTo>
                      <a:cubicBezTo>
                        <a:pt x="3660" y="1"/>
                        <a:pt x="3630" y="31"/>
                        <a:pt x="3615" y="60"/>
                      </a:cubicBezTo>
                      <a:cubicBezTo>
                        <a:pt x="3615" y="150"/>
                        <a:pt x="3600" y="240"/>
                        <a:pt x="3600" y="344"/>
                      </a:cubicBezTo>
                      <a:lnTo>
                        <a:pt x="3600" y="389"/>
                      </a:lnTo>
                      <a:cubicBezTo>
                        <a:pt x="3600" y="419"/>
                        <a:pt x="3630" y="449"/>
                        <a:pt x="3660" y="449"/>
                      </a:cubicBezTo>
                      <a:cubicBezTo>
                        <a:pt x="3704" y="449"/>
                        <a:pt x="3734" y="434"/>
                        <a:pt x="3734" y="389"/>
                      </a:cubicBezTo>
                      <a:cubicBezTo>
                        <a:pt x="3749" y="299"/>
                        <a:pt x="3749" y="210"/>
                        <a:pt x="3749" y="105"/>
                      </a:cubicBezTo>
                      <a:lnTo>
                        <a:pt x="3749" y="75"/>
                      </a:lnTo>
                      <a:cubicBezTo>
                        <a:pt x="3749" y="31"/>
                        <a:pt x="3734" y="1"/>
                        <a:pt x="3690" y="1"/>
                      </a:cubicBezTo>
                      <a:close/>
                      <a:moveTo>
                        <a:pt x="4153" y="31"/>
                      </a:moveTo>
                      <a:cubicBezTo>
                        <a:pt x="4108" y="31"/>
                        <a:pt x="4078" y="60"/>
                        <a:pt x="4078" y="90"/>
                      </a:cubicBezTo>
                      <a:cubicBezTo>
                        <a:pt x="4063" y="180"/>
                        <a:pt x="4063" y="270"/>
                        <a:pt x="4063" y="374"/>
                      </a:cubicBezTo>
                      <a:lnTo>
                        <a:pt x="4063" y="419"/>
                      </a:lnTo>
                      <a:cubicBezTo>
                        <a:pt x="4063" y="449"/>
                        <a:pt x="4078" y="479"/>
                        <a:pt x="4123" y="479"/>
                      </a:cubicBezTo>
                      <a:cubicBezTo>
                        <a:pt x="4153" y="479"/>
                        <a:pt x="4182" y="464"/>
                        <a:pt x="4197" y="419"/>
                      </a:cubicBezTo>
                      <a:cubicBezTo>
                        <a:pt x="4197" y="329"/>
                        <a:pt x="4212" y="240"/>
                        <a:pt x="4212" y="135"/>
                      </a:cubicBezTo>
                      <a:lnTo>
                        <a:pt x="4212" y="105"/>
                      </a:lnTo>
                      <a:cubicBezTo>
                        <a:pt x="4212" y="75"/>
                        <a:pt x="4182" y="31"/>
                        <a:pt x="4153" y="31"/>
                      </a:cubicBezTo>
                      <a:close/>
                      <a:moveTo>
                        <a:pt x="3197" y="31"/>
                      </a:moveTo>
                      <a:cubicBezTo>
                        <a:pt x="3167" y="31"/>
                        <a:pt x="3137" y="75"/>
                        <a:pt x="3152" y="105"/>
                      </a:cubicBezTo>
                      <a:cubicBezTo>
                        <a:pt x="3152" y="195"/>
                        <a:pt x="3167" y="299"/>
                        <a:pt x="3182" y="389"/>
                      </a:cubicBezTo>
                      <a:cubicBezTo>
                        <a:pt x="3182" y="404"/>
                        <a:pt x="3182" y="419"/>
                        <a:pt x="3182" y="434"/>
                      </a:cubicBezTo>
                      <a:cubicBezTo>
                        <a:pt x="3182" y="458"/>
                        <a:pt x="3212" y="483"/>
                        <a:pt x="3239" y="483"/>
                      </a:cubicBezTo>
                      <a:cubicBezTo>
                        <a:pt x="3245" y="483"/>
                        <a:pt x="3251" y="481"/>
                        <a:pt x="3256" y="479"/>
                      </a:cubicBezTo>
                      <a:cubicBezTo>
                        <a:pt x="3286" y="479"/>
                        <a:pt x="3316" y="449"/>
                        <a:pt x="3316" y="419"/>
                      </a:cubicBezTo>
                      <a:cubicBezTo>
                        <a:pt x="3301" y="329"/>
                        <a:pt x="3301" y="225"/>
                        <a:pt x="3286" y="135"/>
                      </a:cubicBezTo>
                      <a:cubicBezTo>
                        <a:pt x="3286" y="120"/>
                        <a:pt x="3286" y="105"/>
                        <a:pt x="3271" y="90"/>
                      </a:cubicBezTo>
                      <a:cubicBezTo>
                        <a:pt x="3271" y="60"/>
                        <a:pt x="3241" y="31"/>
                        <a:pt x="3197" y="31"/>
                      </a:cubicBezTo>
                      <a:close/>
                      <a:moveTo>
                        <a:pt x="4586" y="60"/>
                      </a:moveTo>
                      <a:cubicBezTo>
                        <a:pt x="4556" y="60"/>
                        <a:pt x="4526" y="90"/>
                        <a:pt x="4526" y="120"/>
                      </a:cubicBezTo>
                      <a:cubicBezTo>
                        <a:pt x="4511" y="210"/>
                        <a:pt x="4511" y="314"/>
                        <a:pt x="4511" y="404"/>
                      </a:cubicBezTo>
                      <a:lnTo>
                        <a:pt x="4511" y="449"/>
                      </a:lnTo>
                      <a:cubicBezTo>
                        <a:pt x="4511" y="479"/>
                        <a:pt x="4526" y="509"/>
                        <a:pt x="4571" y="509"/>
                      </a:cubicBezTo>
                      <a:cubicBezTo>
                        <a:pt x="4601" y="509"/>
                        <a:pt x="4630" y="494"/>
                        <a:pt x="4645" y="449"/>
                      </a:cubicBezTo>
                      <a:cubicBezTo>
                        <a:pt x="4645" y="359"/>
                        <a:pt x="4660" y="270"/>
                        <a:pt x="4660" y="165"/>
                      </a:cubicBezTo>
                      <a:lnTo>
                        <a:pt x="4660" y="135"/>
                      </a:lnTo>
                      <a:cubicBezTo>
                        <a:pt x="4660" y="105"/>
                        <a:pt x="4630" y="60"/>
                        <a:pt x="4586" y="60"/>
                      </a:cubicBezTo>
                      <a:close/>
                      <a:moveTo>
                        <a:pt x="2749" y="75"/>
                      </a:moveTo>
                      <a:cubicBezTo>
                        <a:pt x="2719" y="90"/>
                        <a:pt x="2689" y="120"/>
                        <a:pt x="2689" y="150"/>
                      </a:cubicBezTo>
                      <a:cubicBezTo>
                        <a:pt x="2704" y="240"/>
                        <a:pt x="2704" y="329"/>
                        <a:pt x="2719" y="434"/>
                      </a:cubicBezTo>
                      <a:cubicBezTo>
                        <a:pt x="2719" y="449"/>
                        <a:pt x="2719" y="449"/>
                        <a:pt x="2734" y="464"/>
                      </a:cubicBezTo>
                      <a:cubicBezTo>
                        <a:pt x="2734" y="489"/>
                        <a:pt x="2767" y="526"/>
                        <a:pt x="2795" y="526"/>
                      </a:cubicBezTo>
                      <a:cubicBezTo>
                        <a:pt x="2800" y="526"/>
                        <a:pt x="2804" y="525"/>
                        <a:pt x="2808" y="523"/>
                      </a:cubicBezTo>
                      <a:cubicBezTo>
                        <a:pt x="2838" y="509"/>
                        <a:pt x="2868" y="494"/>
                        <a:pt x="2853" y="449"/>
                      </a:cubicBezTo>
                      <a:cubicBezTo>
                        <a:pt x="2853" y="359"/>
                        <a:pt x="2838" y="270"/>
                        <a:pt x="2823" y="165"/>
                      </a:cubicBezTo>
                      <a:cubicBezTo>
                        <a:pt x="2823" y="150"/>
                        <a:pt x="2823" y="150"/>
                        <a:pt x="2823" y="135"/>
                      </a:cubicBezTo>
                      <a:cubicBezTo>
                        <a:pt x="2823" y="105"/>
                        <a:pt x="2778" y="75"/>
                        <a:pt x="2749" y="75"/>
                      </a:cubicBezTo>
                      <a:close/>
                      <a:moveTo>
                        <a:pt x="5049" y="90"/>
                      </a:moveTo>
                      <a:cubicBezTo>
                        <a:pt x="5004" y="90"/>
                        <a:pt x="4974" y="120"/>
                        <a:pt x="4974" y="150"/>
                      </a:cubicBezTo>
                      <a:cubicBezTo>
                        <a:pt x="4974" y="240"/>
                        <a:pt x="4959" y="344"/>
                        <a:pt x="4959" y="434"/>
                      </a:cubicBezTo>
                      <a:lnTo>
                        <a:pt x="4959" y="479"/>
                      </a:lnTo>
                      <a:cubicBezTo>
                        <a:pt x="4959" y="509"/>
                        <a:pt x="4989" y="553"/>
                        <a:pt x="5019" y="553"/>
                      </a:cubicBezTo>
                      <a:cubicBezTo>
                        <a:pt x="5049" y="553"/>
                        <a:pt x="5094" y="523"/>
                        <a:pt x="5094" y="479"/>
                      </a:cubicBezTo>
                      <a:cubicBezTo>
                        <a:pt x="5108" y="389"/>
                        <a:pt x="5108" y="299"/>
                        <a:pt x="5108" y="195"/>
                      </a:cubicBezTo>
                      <a:lnTo>
                        <a:pt x="5108" y="165"/>
                      </a:lnTo>
                      <a:cubicBezTo>
                        <a:pt x="5108" y="135"/>
                        <a:pt x="5094" y="90"/>
                        <a:pt x="5049" y="90"/>
                      </a:cubicBezTo>
                      <a:close/>
                      <a:moveTo>
                        <a:pt x="2301" y="120"/>
                      </a:moveTo>
                      <a:cubicBezTo>
                        <a:pt x="2271" y="135"/>
                        <a:pt x="2241" y="165"/>
                        <a:pt x="2241" y="195"/>
                      </a:cubicBezTo>
                      <a:cubicBezTo>
                        <a:pt x="2256" y="284"/>
                        <a:pt x="2256" y="374"/>
                        <a:pt x="2271" y="479"/>
                      </a:cubicBezTo>
                      <a:cubicBezTo>
                        <a:pt x="2271" y="494"/>
                        <a:pt x="2271" y="494"/>
                        <a:pt x="2286" y="509"/>
                      </a:cubicBezTo>
                      <a:cubicBezTo>
                        <a:pt x="2286" y="545"/>
                        <a:pt x="2316" y="572"/>
                        <a:pt x="2343" y="572"/>
                      </a:cubicBezTo>
                      <a:cubicBezTo>
                        <a:pt x="2349" y="572"/>
                        <a:pt x="2355" y="571"/>
                        <a:pt x="2360" y="568"/>
                      </a:cubicBezTo>
                      <a:cubicBezTo>
                        <a:pt x="2390" y="568"/>
                        <a:pt x="2420" y="538"/>
                        <a:pt x="2405" y="494"/>
                      </a:cubicBezTo>
                      <a:cubicBezTo>
                        <a:pt x="2405" y="404"/>
                        <a:pt x="2390" y="314"/>
                        <a:pt x="2375" y="210"/>
                      </a:cubicBezTo>
                      <a:cubicBezTo>
                        <a:pt x="2375" y="195"/>
                        <a:pt x="2375" y="195"/>
                        <a:pt x="2375" y="180"/>
                      </a:cubicBezTo>
                      <a:cubicBezTo>
                        <a:pt x="2375" y="150"/>
                        <a:pt x="2330" y="120"/>
                        <a:pt x="2301" y="120"/>
                      </a:cubicBezTo>
                      <a:close/>
                      <a:moveTo>
                        <a:pt x="5497" y="120"/>
                      </a:moveTo>
                      <a:cubicBezTo>
                        <a:pt x="5452" y="120"/>
                        <a:pt x="5422" y="150"/>
                        <a:pt x="5422" y="180"/>
                      </a:cubicBezTo>
                      <a:cubicBezTo>
                        <a:pt x="5422" y="270"/>
                        <a:pt x="5407" y="374"/>
                        <a:pt x="5407" y="464"/>
                      </a:cubicBezTo>
                      <a:lnTo>
                        <a:pt x="5407" y="509"/>
                      </a:lnTo>
                      <a:cubicBezTo>
                        <a:pt x="5407" y="538"/>
                        <a:pt x="5437" y="583"/>
                        <a:pt x="5467" y="583"/>
                      </a:cubicBezTo>
                      <a:cubicBezTo>
                        <a:pt x="5497" y="583"/>
                        <a:pt x="5542" y="553"/>
                        <a:pt x="5542" y="509"/>
                      </a:cubicBezTo>
                      <a:cubicBezTo>
                        <a:pt x="5557" y="419"/>
                        <a:pt x="5557" y="329"/>
                        <a:pt x="5557" y="225"/>
                      </a:cubicBezTo>
                      <a:lnTo>
                        <a:pt x="5557" y="195"/>
                      </a:lnTo>
                      <a:cubicBezTo>
                        <a:pt x="5557" y="165"/>
                        <a:pt x="5542" y="120"/>
                        <a:pt x="5497" y="120"/>
                      </a:cubicBezTo>
                      <a:close/>
                      <a:moveTo>
                        <a:pt x="5945" y="150"/>
                      </a:moveTo>
                      <a:cubicBezTo>
                        <a:pt x="5915" y="150"/>
                        <a:pt x="5885" y="180"/>
                        <a:pt x="5870" y="210"/>
                      </a:cubicBezTo>
                      <a:cubicBezTo>
                        <a:pt x="5870" y="299"/>
                        <a:pt x="5855" y="389"/>
                        <a:pt x="5855" y="494"/>
                      </a:cubicBezTo>
                      <a:lnTo>
                        <a:pt x="5855" y="538"/>
                      </a:lnTo>
                      <a:cubicBezTo>
                        <a:pt x="5855" y="568"/>
                        <a:pt x="5885" y="598"/>
                        <a:pt x="5915" y="598"/>
                      </a:cubicBezTo>
                      <a:cubicBezTo>
                        <a:pt x="5945" y="598"/>
                        <a:pt x="5990" y="583"/>
                        <a:pt x="5990" y="538"/>
                      </a:cubicBezTo>
                      <a:cubicBezTo>
                        <a:pt x="6005" y="449"/>
                        <a:pt x="6005" y="359"/>
                        <a:pt x="6005" y="255"/>
                      </a:cubicBezTo>
                      <a:lnTo>
                        <a:pt x="6005" y="210"/>
                      </a:lnTo>
                      <a:cubicBezTo>
                        <a:pt x="6005" y="180"/>
                        <a:pt x="5990" y="150"/>
                        <a:pt x="5945" y="150"/>
                      </a:cubicBezTo>
                      <a:close/>
                      <a:moveTo>
                        <a:pt x="1852" y="165"/>
                      </a:moveTo>
                      <a:cubicBezTo>
                        <a:pt x="1823" y="165"/>
                        <a:pt x="1793" y="195"/>
                        <a:pt x="1793" y="240"/>
                      </a:cubicBezTo>
                      <a:cubicBezTo>
                        <a:pt x="1808" y="329"/>
                        <a:pt x="1808" y="419"/>
                        <a:pt x="1823" y="523"/>
                      </a:cubicBezTo>
                      <a:cubicBezTo>
                        <a:pt x="1823" y="538"/>
                        <a:pt x="1823" y="553"/>
                        <a:pt x="1837" y="568"/>
                      </a:cubicBezTo>
                      <a:cubicBezTo>
                        <a:pt x="1837" y="593"/>
                        <a:pt x="1867" y="617"/>
                        <a:pt x="1895" y="617"/>
                      </a:cubicBezTo>
                      <a:cubicBezTo>
                        <a:pt x="1901" y="617"/>
                        <a:pt x="1907" y="616"/>
                        <a:pt x="1912" y="613"/>
                      </a:cubicBezTo>
                      <a:cubicBezTo>
                        <a:pt x="1942" y="613"/>
                        <a:pt x="1972" y="583"/>
                        <a:pt x="1957" y="553"/>
                      </a:cubicBezTo>
                      <a:cubicBezTo>
                        <a:pt x="1957" y="449"/>
                        <a:pt x="1942" y="359"/>
                        <a:pt x="1927" y="255"/>
                      </a:cubicBezTo>
                      <a:cubicBezTo>
                        <a:pt x="1927" y="240"/>
                        <a:pt x="1927" y="240"/>
                        <a:pt x="1927" y="225"/>
                      </a:cubicBezTo>
                      <a:cubicBezTo>
                        <a:pt x="1927" y="195"/>
                        <a:pt x="1882" y="165"/>
                        <a:pt x="1852" y="165"/>
                      </a:cubicBezTo>
                      <a:close/>
                      <a:moveTo>
                        <a:pt x="6393" y="180"/>
                      </a:moveTo>
                      <a:cubicBezTo>
                        <a:pt x="6363" y="180"/>
                        <a:pt x="6333" y="210"/>
                        <a:pt x="6333" y="240"/>
                      </a:cubicBezTo>
                      <a:cubicBezTo>
                        <a:pt x="6318" y="329"/>
                        <a:pt x="6318" y="419"/>
                        <a:pt x="6318" y="523"/>
                      </a:cubicBezTo>
                      <a:lnTo>
                        <a:pt x="6318" y="568"/>
                      </a:lnTo>
                      <a:cubicBezTo>
                        <a:pt x="6318" y="598"/>
                        <a:pt x="6333" y="628"/>
                        <a:pt x="6378" y="628"/>
                      </a:cubicBezTo>
                      <a:cubicBezTo>
                        <a:pt x="6408" y="628"/>
                        <a:pt x="6438" y="613"/>
                        <a:pt x="6438" y="568"/>
                      </a:cubicBezTo>
                      <a:cubicBezTo>
                        <a:pt x="6453" y="479"/>
                        <a:pt x="6468" y="389"/>
                        <a:pt x="6468" y="284"/>
                      </a:cubicBezTo>
                      <a:lnTo>
                        <a:pt x="6468" y="240"/>
                      </a:lnTo>
                      <a:cubicBezTo>
                        <a:pt x="6468" y="210"/>
                        <a:pt x="6438" y="180"/>
                        <a:pt x="6393" y="180"/>
                      </a:cubicBezTo>
                      <a:close/>
                      <a:moveTo>
                        <a:pt x="6841" y="210"/>
                      </a:moveTo>
                      <a:cubicBezTo>
                        <a:pt x="6811" y="210"/>
                        <a:pt x="6781" y="225"/>
                        <a:pt x="6781" y="270"/>
                      </a:cubicBezTo>
                      <a:cubicBezTo>
                        <a:pt x="6766" y="359"/>
                        <a:pt x="6766" y="449"/>
                        <a:pt x="6766" y="553"/>
                      </a:cubicBezTo>
                      <a:lnTo>
                        <a:pt x="6766" y="598"/>
                      </a:lnTo>
                      <a:cubicBezTo>
                        <a:pt x="6766" y="628"/>
                        <a:pt x="6781" y="658"/>
                        <a:pt x="6826" y="658"/>
                      </a:cubicBezTo>
                      <a:cubicBezTo>
                        <a:pt x="6856" y="658"/>
                        <a:pt x="6886" y="643"/>
                        <a:pt x="6886" y="598"/>
                      </a:cubicBezTo>
                      <a:cubicBezTo>
                        <a:pt x="6901" y="509"/>
                        <a:pt x="6901" y="419"/>
                        <a:pt x="6901" y="314"/>
                      </a:cubicBezTo>
                      <a:lnTo>
                        <a:pt x="6901" y="270"/>
                      </a:lnTo>
                      <a:cubicBezTo>
                        <a:pt x="6901" y="240"/>
                        <a:pt x="6886" y="210"/>
                        <a:pt x="6841" y="210"/>
                      </a:cubicBezTo>
                      <a:close/>
                      <a:moveTo>
                        <a:pt x="1404" y="210"/>
                      </a:moveTo>
                      <a:cubicBezTo>
                        <a:pt x="1374" y="210"/>
                        <a:pt x="1345" y="240"/>
                        <a:pt x="1345" y="284"/>
                      </a:cubicBezTo>
                      <a:cubicBezTo>
                        <a:pt x="1360" y="374"/>
                        <a:pt x="1360" y="464"/>
                        <a:pt x="1389" y="568"/>
                      </a:cubicBezTo>
                      <a:cubicBezTo>
                        <a:pt x="1389" y="583"/>
                        <a:pt x="1389" y="598"/>
                        <a:pt x="1389" y="613"/>
                      </a:cubicBezTo>
                      <a:cubicBezTo>
                        <a:pt x="1389" y="637"/>
                        <a:pt x="1419" y="662"/>
                        <a:pt x="1447" y="662"/>
                      </a:cubicBezTo>
                      <a:cubicBezTo>
                        <a:pt x="1453" y="662"/>
                        <a:pt x="1459" y="661"/>
                        <a:pt x="1464" y="658"/>
                      </a:cubicBezTo>
                      <a:cubicBezTo>
                        <a:pt x="1494" y="658"/>
                        <a:pt x="1524" y="628"/>
                        <a:pt x="1509" y="598"/>
                      </a:cubicBezTo>
                      <a:cubicBezTo>
                        <a:pt x="1509" y="494"/>
                        <a:pt x="1494" y="404"/>
                        <a:pt x="1479" y="314"/>
                      </a:cubicBezTo>
                      <a:cubicBezTo>
                        <a:pt x="1479" y="299"/>
                        <a:pt x="1479" y="284"/>
                        <a:pt x="1479" y="270"/>
                      </a:cubicBezTo>
                      <a:cubicBezTo>
                        <a:pt x="1479" y="240"/>
                        <a:pt x="1434" y="210"/>
                        <a:pt x="1404" y="210"/>
                      </a:cubicBezTo>
                      <a:close/>
                      <a:moveTo>
                        <a:pt x="973" y="251"/>
                      </a:moveTo>
                      <a:cubicBezTo>
                        <a:pt x="967" y="251"/>
                        <a:pt x="962" y="252"/>
                        <a:pt x="956" y="255"/>
                      </a:cubicBezTo>
                      <a:cubicBezTo>
                        <a:pt x="926" y="255"/>
                        <a:pt x="897" y="299"/>
                        <a:pt x="897" y="329"/>
                      </a:cubicBezTo>
                      <a:cubicBezTo>
                        <a:pt x="911" y="419"/>
                        <a:pt x="926" y="509"/>
                        <a:pt x="941" y="613"/>
                      </a:cubicBezTo>
                      <a:cubicBezTo>
                        <a:pt x="941" y="628"/>
                        <a:pt x="941" y="628"/>
                        <a:pt x="941" y="643"/>
                      </a:cubicBezTo>
                      <a:cubicBezTo>
                        <a:pt x="941" y="673"/>
                        <a:pt x="986" y="703"/>
                        <a:pt x="1016" y="703"/>
                      </a:cubicBezTo>
                      <a:cubicBezTo>
                        <a:pt x="1046" y="688"/>
                        <a:pt x="1076" y="673"/>
                        <a:pt x="1061" y="628"/>
                      </a:cubicBezTo>
                      <a:cubicBezTo>
                        <a:pt x="1061" y="538"/>
                        <a:pt x="1046" y="449"/>
                        <a:pt x="1031" y="344"/>
                      </a:cubicBezTo>
                      <a:cubicBezTo>
                        <a:pt x="1031" y="329"/>
                        <a:pt x="1031" y="329"/>
                        <a:pt x="1031" y="314"/>
                      </a:cubicBezTo>
                      <a:cubicBezTo>
                        <a:pt x="1031" y="277"/>
                        <a:pt x="1001" y="251"/>
                        <a:pt x="973" y="251"/>
                      </a:cubicBezTo>
                      <a:close/>
                      <a:moveTo>
                        <a:pt x="508" y="299"/>
                      </a:moveTo>
                      <a:cubicBezTo>
                        <a:pt x="478" y="314"/>
                        <a:pt x="448" y="329"/>
                        <a:pt x="448" y="374"/>
                      </a:cubicBezTo>
                      <a:cubicBezTo>
                        <a:pt x="463" y="464"/>
                        <a:pt x="463" y="553"/>
                        <a:pt x="478" y="658"/>
                      </a:cubicBezTo>
                      <a:cubicBezTo>
                        <a:pt x="478" y="673"/>
                        <a:pt x="478" y="673"/>
                        <a:pt x="493" y="688"/>
                      </a:cubicBezTo>
                      <a:cubicBezTo>
                        <a:pt x="493" y="714"/>
                        <a:pt x="516" y="750"/>
                        <a:pt x="541" y="750"/>
                      </a:cubicBezTo>
                      <a:cubicBezTo>
                        <a:pt x="545" y="750"/>
                        <a:pt x="549" y="750"/>
                        <a:pt x="553" y="747"/>
                      </a:cubicBezTo>
                      <a:cubicBezTo>
                        <a:pt x="583" y="733"/>
                        <a:pt x="613" y="718"/>
                        <a:pt x="613" y="673"/>
                      </a:cubicBezTo>
                      <a:cubicBezTo>
                        <a:pt x="598" y="583"/>
                        <a:pt x="598" y="494"/>
                        <a:pt x="583" y="389"/>
                      </a:cubicBezTo>
                      <a:cubicBezTo>
                        <a:pt x="583" y="374"/>
                        <a:pt x="583" y="374"/>
                        <a:pt x="568" y="359"/>
                      </a:cubicBezTo>
                      <a:cubicBezTo>
                        <a:pt x="568" y="329"/>
                        <a:pt x="538" y="299"/>
                        <a:pt x="508" y="299"/>
                      </a:cubicBezTo>
                      <a:close/>
                      <a:moveTo>
                        <a:pt x="60" y="344"/>
                      </a:moveTo>
                      <a:cubicBezTo>
                        <a:pt x="30" y="344"/>
                        <a:pt x="0" y="374"/>
                        <a:pt x="0" y="419"/>
                      </a:cubicBezTo>
                      <a:cubicBezTo>
                        <a:pt x="15" y="509"/>
                        <a:pt x="15" y="598"/>
                        <a:pt x="30" y="703"/>
                      </a:cubicBezTo>
                      <a:cubicBezTo>
                        <a:pt x="30" y="718"/>
                        <a:pt x="30" y="718"/>
                        <a:pt x="45" y="733"/>
                      </a:cubicBezTo>
                      <a:cubicBezTo>
                        <a:pt x="45" y="769"/>
                        <a:pt x="65" y="796"/>
                        <a:pt x="89" y="796"/>
                      </a:cubicBezTo>
                      <a:cubicBezTo>
                        <a:pt x="94" y="796"/>
                        <a:pt x="100" y="795"/>
                        <a:pt x="105" y="792"/>
                      </a:cubicBezTo>
                      <a:cubicBezTo>
                        <a:pt x="135" y="792"/>
                        <a:pt x="165" y="762"/>
                        <a:pt x="165" y="718"/>
                      </a:cubicBezTo>
                      <a:cubicBezTo>
                        <a:pt x="150" y="628"/>
                        <a:pt x="150" y="538"/>
                        <a:pt x="135" y="434"/>
                      </a:cubicBezTo>
                      <a:cubicBezTo>
                        <a:pt x="135" y="419"/>
                        <a:pt x="135" y="419"/>
                        <a:pt x="120" y="404"/>
                      </a:cubicBezTo>
                      <a:cubicBezTo>
                        <a:pt x="120" y="374"/>
                        <a:pt x="90" y="344"/>
                        <a:pt x="60" y="34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20"/>
                <p:cNvSpPr/>
                <p:nvPr/>
              </p:nvSpPr>
              <p:spPr>
                <a:xfrm>
                  <a:off x="-2765550" y="1656575"/>
                  <a:ext cx="26175" cy="12700"/>
                </a:xfrm>
                <a:custGeom>
                  <a:rect b="b" l="l" r="r" t="t"/>
                  <a:pathLst>
                    <a:path extrusionOk="0" h="508" w="1047">
                      <a:moveTo>
                        <a:pt x="971" y="0"/>
                      </a:moveTo>
                      <a:cubicBezTo>
                        <a:pt x="927" y="0"/>
                        <a:pt x="897" y="30"/>
                        <a:pt x="897" y="60"/>
                      </a:cubicBezTo>
                      <a:cubicBezTo>
                        <a:pt x="912" y="164"/>
                        <a:pt x="912" y="254"/>
                        <a:pt x="912" y="344"/>
                      </a:cubicBezTo>
                      <a:lnTo>
                        <a:pt x="912" y="388"/>
                      </a:lnTo>
                      <a:cubicBezTo>
                        <a:pt x="912" y="418"/>
                        <a:pt x="956" y="448"/>
                        <a:pt x="986" y="448"/>
                      </a:cubicBezTo>
                      <a:cubicBezTo>
                        <a:pt x="1016" y="448"/>
                        <a:pt x="1046" y="418"/>
                        <a:pt x="1046" y="388"/>
                      </a:cubicBezTo>
                      <a:cubicBezTo>
                        <a:pt x="1046" y="284"/>
                        <a:pt x="1031" y="194"/>
                        <a:pt x="1031" y="90"/>
                      </a:cubicBezTo>
                      <a:lnTo>
                        <a:pt x="1031" y="60"/>
                      </a:lnTo>
                      <a:cubicBezTo>
                        <a:pt x="1031" y="30"/>
                        <a:pt x="1001" y="0"/>
                        <a:pt x="971" y="0"/>
                      </a:cubicBezTo>
                      <a:close/>
                      <a:moveTo>
                        <a:pt x="508" y="30"/>
                      </a:moveTo>
                      <a:cubicBezTo>
                        <a:pt x="478" y="30"/>
                        <a:pt x="449" y="60"/>
                        <a:pt x="449" y="90"/>
                      </a:cubicBezTo>
                      <a:cubicBezTo>
                        <a:pt x="449" y="194"/>
                        <a:pt x="464" y="284"/>
                        <a:pt x="464" y="388"/>
                      </a:cubicBezTo>
                      <a:lnTo>
                        <a:pt x="464" y="418"/>
                      </a:lnTo>
                      <a:cubicBezTo>
                        <a:pt x="464" y="448"/>
                        <a:pt x="493" y="478"/>
                        <a:pt x="538" y="478"/>
                      </a:cubicBezTo>
                      <a:cubicBezTo>
                        <a:pt x="568" y="478"/>
                        <a:pt x="598" y="448"/>
                        <a:pt x="598" y="418"/>
                      </a:cubicBezTo>
                      <a:cubicBezTo>
                        <a:pt x="583" y="314"/>
                        <a:pt x="583" y="224"/>
                        <a:pt x="583" y="120"/>
                      </a:cubicBezTo>
                      <a:lnTo>
                        <a:pt x="583" y="90"/>
                      </a:lnTo>
                      <a:cubicBezTo>
                        <a:pt x="583" y="60"/>
                        <a:pt x="553" y="30"/>
                        <a:pt x="508" y="30"/>
                      </a:cubicBezTo>
                      <a:close/>
                      <a:moveTo>
                        <a:pt x="60" y="45"/>
                      </a:moveTo>
                      <a:cubicBezTo>
                        <a:pt x="30" y="60"/>
                        <a:pt x="1" y="90"/>
                        <a:pt x="1" y="120"/>
                      </a:cubicBezTo>
                      <a:cubicBezTo>
                        <a:pt x="15" y="209"/>
                        <a:pt x="15" y="299"/>
                        <a:pt x="15" y="403"/>
                      </a:cubicBezTo>
                      <a:lnTo>
                        <a:pt x="15" y="448"/>
                      </a:lnTo>
                      <a:cubicBezTo>
                        <a:pt x="15" y="478"/>
                        <a:pt x="45" y="508"/>
                        <a:pt x="90" y="508"/>
                      </a:cubicBezTo>
                      <a:cubicBezTo>
                        <a:pt x="120" y="508"/>
                        <a:pt x="150" y="478"/>
                        <a:pt x="150" y="433"/>
                      </a:cubicBezTo>
                      <a:cubicBezTo>
                        <a:pt x="135" y="344"/>
                        <a:pt x="135" y="254"/>
                        <a:pt x="135" y="149"/>
                      </a:cubicBezTo>
                      <a:lnTo>
                        <a:pt x="135" y="105"/>
                      </a:lnTo>
                      <a:cubicBezTo>
                        <a:pt x="135" y="75"/>
                        <a:pt x="105" y="45"/>
                        <a:pt x="60" y="45"/>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20"/>
                <p:cNvSpPr/>
                <p:nvPr/>
              </p:nvSpPr>
              <p:spPr>
                <a:xfrm>
                  <a:off x="-2686750" y="1651700"/>
                  <a:ext cx="26525" cy="13475"/>
                </a:xfrm>
                <a:custGeom>
                  <a:rect b="b" l="l" r="r" t="t"/>
                  <a:pathLst>
                    <a:path extrusionOk="0" h="539" w="1061">
                      <a:moveTo>
                        <a:pt x="971" y="1"/>
                      </a:moveTo>
                      <a:cubicBezTo>
                        <a:pt x="926" y="16"/>
                        <a:pt x="911" y="31"/>
                        <a:pt x="911" y="76"/>
                      </a:cubicBezTo>
                      <a:cubicBezTo>
                        <a:pt x="911" y="165"/>
                        <a:pt x="926" y="255"/>
                        <a:pt x="926" y="359"/>
                      </a:cubicBezTo>
                      <a:lnTo>
                        <a:pt x="926" y="404"/>
                      </a:lnTo>
                      <a:cubicBezTo>
                        <a:pt x="926" y="434"/>
                        <a:pt x="956" y="464"/>
                        <a:pt x="1001" y="464"/>
                      </a:cubicBezTo>
                      <a:cubicBezTo>
                        <a:pt x="1031" y="449"/>
                        <a:pt x="1060" y="434"/>
                        <a:pt x="1060" y="389"/>
                      </a:cubicBezTo>
                      <a:cubicBezTo>
                        <a:pt x="1060" y="300"/>
                        <a:pt x="1046" y="210"/>
                        <a:pt x="1046" y="106"/>
                      </a:cubicBezTo>
                      <a:lnTo>
                        <a:pt x="1046" y="61"/>
                      </a:lnTo>
                      <a:cubicBezTo>
                        <a:pt x="1046" y="31"/>
                        <a:pt x="1016" y="1"/>
                        <a:pt x="971" y="1"/>
                      </a:cubicBezTo>
                      <a:close/>
                      <a:moveTo>
                        <a:pt x="523" y="46"/>
                      </a:moveTo>
                      <a:cubicBezTo>
                        <a:pt x="478" y="46"/>
                        <a:pt x="448" y="76"/>
                        <a:pt x="463" y="120"/>
                      </a:cubicBezTo>
                      <a:cubicBezTo>
                        <a:pt x="463" y="210"/>
                        <a:pt x="478" y="300"/>
                        <a:pt x="478" y="404"/>
                      </a:cubicBezTo>
                      <a:lnTo>
                        <a:pt x="478" y="434"/>
                      </a:lnTo>
                      <a:cubicBezTo>
                        <a:pt x="478" y="464"/>
                        <a:pt x="508" y="494"/>
                        <a:pt x="553" y="494"/>
                      </a:cubicBezTo>
                      <a:cubicBezTo>
                        <a:pt x="583" y="494"/>
                        <a:pt x="612" y="464"/>
                        <a:pt x="612" y="434"/>
                      </a:cubicBezTo>
                      <a:cubicBezTo>
                        <a:pt x="612" y="344"/>
                        <a:pt x="597" y="240"/>
                        <a:pt x="597" y="150"/>
                      </a:cubicBezTo>
                      <a:lnTo>
                        <a:pt x="597" y="106"/>
                      </a:lnTo>
                      <a:cubicBezTo>
                        <a:pt x="597" y="76"/>
                        <a:pt x="568" y="46"/>
                        <a:pt x="523" y="46"/>
                      </a:cubicBezTo>
                      <a:close/>
                      <a:moveTo>
                        <a:pt x="75" y="76"/>
                      </a:moveTo>
                      <a:cubicBezTo>
                        <a:pt x="30" y="91"/>
                        <a:pt x="0" y="120"/>
                        <a:pt x="15" y="150"/>
                      </a:cubicBezTo>
                      <a:cubicBezTo>
                        <a:pt x="15" y="240"/>
                        <a:pt x="30" y="344"/>
                        <a:pt x="30" y="434"/>
                      </a:cubicBezTo>
                      <a:lnTo>
                        <a:pt x="30" y="479"/>
                      </a:lnTo>
                      <a:cubicBezTo>
                        <a:pt x="30" y="509"/>
                        <a:pt x="60" y="539"/>
                        <a:pt x="105" y="539"/>
                      </a:cubicBezTo>
                      <a:cubicBezTo>
                        <a:pt x="134" y="524"/>
                        <a:pt x="164" y="509"/>
                        <a:pt x="164" y="464"/>
                      </a:cubicBezTo>
                      <a:cubicBezTo>
                        <a:pt x="164" y="374"/>
                        <a:pt x="149" y="285"/>
                        <a:pt x="149" y="180"/>
                      </a:cubicBezTo>
                      <a:lnTo>
                        <a:pt x="149" y="150"/>
                      </a:lnTo>
                      <a:cubicBezTo>
                        <a:pt x="149" y="120"/>
                        <a:pt x="119" y="76"/>
                        <a:pt x="75" y="76"/>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1459" name="Google Shape;1459;p20"/>
          <p:cNvGrpSpPr/>
          <p:nvPr/>
        </p:nvGrpSpPr>
        <p:grpSpPr>
          <a:xfrm>
            <a:off x="-234582" y="861377"/>
            <a:ext cx="2496952" cy="4663547"/>
            <a:chOff x="7489518" y="829252"/>
            <a:chExt cx="2496952" cy="4663547"/>
          </a:xfrm>
        </p:grpSpPr>
        <p:grpSp>
          <p:nvGrpSpPr>
            <p:cNvPr id="1460" name="Google Shape;1460;p20"/>
            <p:cNvGrpSpPr/>
            <p:nvPr/>
          </p:nvGrpSpPr>
          <p:grpSpPr>
            <a:xfrm rot="-363062">
              <a:off x="7648678" y="3273908"/>
              <a:ext cx="2232955" cy="2107068"/>
              <a:chOff x="-1350000" y="1170375"/>
              <a:chExt cx="441375" cy="416500"/>
            </a:xfrm>
          </p:grpSpPr>
          <p:sp>
            <p:nvSpPr>
              <p:cNvPr id="1461" name="Google Shape;1461;p20"/>
              <p:cNvSpPr/>
              <p:nvPr/>
            </p:nvSpPr>
            <p:spPr>
              <a:xfrm>
                <a:off x="-1246950" y="1171075"/>
                <a:ext cx="138175" cy="415400"/>
              </a:xfrm>
              <a:custGeom>
                <a:rect b="b" l="l" r="r" t="t"/>
                <a:pathLst>
                  <a:path extrusionOk="0" h="16616" w="5527">
                    <a:moveTo>
                      <a:pt x="4366" y="0"/>
                    </a:moveTo>
                    <a:cubicBezTo>
                      <a:pt x="4116" y="0"/>
                      <a:pt x="3784" y="13"/>
                      <a:pt x="3764" y="93"/>
                    </a:cubicBezTo>
                    <a:cubicBezTo>
                      <a:pt x="2301" y="5530"/>
                      <a:pt x="1524" y="11131"/>
                      <a:pt x="15" y="16552"/>
                    </a:cubicBezTo>
                    <a:cubicBezTo>
                      <a:pt x="0" y="16597"/>
                      <a:pt x="807" y="16612"/>
                      <a:pt x="882" y="16612"/>
                    </a:cubicBezTo>
                    <a:cubicBezTo>
                      <a:pt x="916" y="16612"/>
                      <a:pt x="1021" y="16616"/>
                      <a:pt x="1146" y="16616"/>
                    </a:cubicBezTo>
                    <a:cubicBezTo>
                      <a:pt x="1396" y="16616"/>
                      <a:pt x="1728" y="16602"/>
                      <a:pt x="1748" y="16523"/>
                    </a:cubicBezTo>
                    <a:cubicBezTo>
                      <a:pt x="3271" y="11101"/>
                      <a:pt x="4033" y="5500"/>
                      <a:pt x="5497" y="63"/>
                    </a:cubicBezTo>
                    <a:cubicBezTo>
                      <a:pt x="5527" y="18"/>
                      <a:pt x="4705" y="4"/>
                      <a:pt x="4631" y="4"/>
                    </a:cubicBezTo>
                    <a:cubicBezTo>
                      <a:pt x="4596" y="4"/>
                      <a:pt x="4491" y="0"/>
                      <a:pt x="436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20"/>
              <p:cNvSpPr/>
              <p:nvPr/>
            </p:nvSpPr>
            <p:spPr>
              <a:xfrm>
                <a:off x="-1147875" y="1170375"/>
                <a:ext cx="120875" cy="416500"/>
              </a:xfrm>
              <a:custGeom>
                <a:rect b="b" l="l" r="r" t="t"/>
                <a:pathLst>
                  <a:path extrusionOk="0" h="16660" w="4835">
                    <a:moveTo>
                      <a:pt x="1319" y="1"/>
                    </a:moveTo>
                    <a:cubicBezTo>
                      <a:pt x="803" y="1"/>
                      <a:pt x="0" y="96"/>
                      <a:pt x="10" y="106"/>
                    </a:cubicBezTo>
                    <a:cubicBezTo>
                      <a:pt x="951" y="5618"/>
                      <a:pt x="1982" y="11099"/>
                      <a:pt x="3102" y="16580"/>
                    </a:cubicBezTo>
                    <a:cubicBezTo>
                      <a:pt x="3111" y="16639"/>
                      <a:pt x="3273" y="16660"/>
                      <a:pt x="3495" y="16660"/>
                    </a:cubicBezTo>
                    <a:cubicBezTo>
                      <a:pt x="4006" y="16660"/>
                      <a:pt x="4835" y="16551"/>
                      <a:pt x="4835" y="16551"/>
                    </a:cubicBezTo>
                    <a:cubicBezTo>
                      <a:pt x="3714" y="11069"/>
                      <a:pt x="2684" y="5588"/>
                      <a:pt x="1743" y="76"/>
                    </a:cubicBezTo>
                    <a:cubicBezTo>
                      <a:pt x="1729" y="20"/>
                      <a:pt x="1553" y="1"/>
                      <a:pt x="131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20"/>
              <p:cNvSpPr/>
              <p:nvPr/>
            </p:nvSpPr>
            <p:spPr>
              <a:xfrm>
                <a:off x="-1323125" y="1216700"/>
                <a:ext cx="380150" cy="269625"/>
              </a:xfrm>
              <a:custGeom>
                <a:rect b="b" l="l" r="r" t="t"/>
                <a:pathLst>
                  <a:path extrusionOk="0" h="10785" w="15206">
                    <a:moveTo>
                      <a:pt x="45" y="1"/>
                    </a:moveTo>
                    <a:lnTo>
                      <a:pt x="1" y="10784"/>
                    </a:lnTo>
                    <a:lnTo>
                      <a:pt x="15205" y="10516"/>
                    </a:lnTo>
                    <a:lnTo>
                      <a:pt x="14832" y="120"/>
                    </a:lnTo>
                    <a:lnTo>
                      <a:pt x="4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20"/>
              <p:cNvSpPr/>
              <p:nvPr/>
            </p:nvSpPr>
            <p:spPr>
              <a:xfrm>
                <a:off x="-1350000" y="1205125"/>
                <a:ext cx="441375" cy="296500"/>
              </a:xfrm>
              <a:custGeom>
                <a:rect b="b" l="l" r="r" t="t"/>
                <a:pathLst>
                  <a:path extrusionOk="0" h="11860" w="17655">
                    <a:moveTo>
                      <a:pt x="1583" y="927"/>
                    </a:moveTo>
                    <a:lnTo>
                      <a:pt x="15459" y="1046"/>
                    </a:lnTo>
                    <a:lnTo>
                      <a:pt x="15802" y="10471"/>
                    </a:lnTo>
                    <a:lnTo>
                      <a:pt x="1539" y="10605"/>
                    </a:lnTo>
                    <a:lnTo>
                      <a:pt x="1583" y="927"/>
                    </a:lnTo>
                    <a:close/>
                    <a:moveTo>
                      <a:pt x="657" y="1"/>
                    </a:moveTo>
                    <a:lnTo>
                      <a:pt x="613" y="10620"/>
                    </a:lnTo>
                    <a:lnTo>
                      <a:pt x="0" y="10620"/>
                    </a:lnTo>
                    <a:lnTo>
                      <a:pt x="0" y="11860"/>
                    </a:lnTo>
                    <a:lnTo>
                      <a:pt x="17654" y="11695"/>
                    </a:lnTo>
                    <a:lnTo>
                      <a:pt x="17639" y="10456"/>
                    </a:lnTo>
                    <a:lnTo>
                      <a:pt x="16728" y="10471"/>
                    </a:lnTo>
                    <a:lnTo>
                      <a:pt x="16355" y="135"/>
                    </a:lnTo>
                    <a:lnTo>
                      <a:pt x="657"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20"/>
              <p:cNvSpPr/>
              <p:nvPr/>
            </p:nvSpPr>
            <p:spPr>
              <a:xfrm>
                <a:off x="-1350000" y="1196175"/>
                <a:ext cx="441375" cy="307225"/>
              </a:xfrm>
              <a:custGeom>
                <a:rect b="b" l="l" r="r" t="t"/>
                <a:pathLst>
                  <a:path extrusionOk="0" h="12289" w="17655">
                    <a:moveTo>
                      <a:pt x="8857" y="0"/>
                    </a:moveTo>
                    <a:cubicBezTo>
                      <a:pt x="8812" y="0"/>
                      <a:pt x="8797" y="30"/>
                      <a:pt x="8797" y="75"/>
                    </a:cubicBezTo>
                    <a:cubicBezTo>
                      <a:pt x="8782" y="165"/>
                      <a:pt x="8782" y="269"/>
                      <a:pt x="8767" y="389"/>
                    </a:cubicBezTo>
                    <a:cubicBezTo>
                      <a:pt x="8494" y="384"/>
                      <a:pt x="8220" y="382"/>
                      <a:pt x="7947" y="382"/>
                    </a:cubicBezTo>
                    <a:cubicBezTo>
                      <a:pt x="7400" y="382"/>
                      <a:pt x="6856" y="389"/>
                      <a:pt x="6318" y="389"/>
                    </a:cubicBezTo>
                    <a:cubicBezTo>
                      <a:pt x="6228" y="389"/>
                      <a:pt x="6228" y="508"/>
                      <a:pt x="6318" y="508"/>
                    </a:cubicBezTo>
                    <a:cubicBezTo>
                      <a:pt x="6807" y="502"/>
                      <a:pt x="7295" y="498"/>
                      <a:pt x="7785" y="498"/>
                    </a:cubicBezTo>
                    <a:cubicBezTo>
                      <a:pt x="8478" y="498"/>
                      <a:pt x="9173" y="505"/>
                      <a:pt x="9873" y="523"/>
                    </a:cubicBezTo>
                    <a:cubicBezTo>
                      <a:pt x="9947" y="523"/>
                      <a:pt x="9947" y="403"/>
                      <a:pt x="9873" y="403"/>
                    </a:cubicBezTo>
                    <a:cubicBezTo>
                      <a:pt x="9544" y="389"/>
                      <a:pt x="9216" y="389"/>
                      <a:pt x="8887" y="389"/>
                    </a:cubicBezTo>
                    <a:cubicBezTo>
                      <a:pt x="8902" y="284"/>
                      <a:pt x="8902" y="179"/>
                      <a:pt x="8917" y="75"/>
                    </a:cubicBezTo>
                    <a:cubicBezTo>
                      <a:pt x="8917" y="30"/>
                      <a:pt x="8887" y="0"/>
                      <a:pt x="8857" y="0"/>
                    </a:cubicBezTo>
                    <a:close/>
                    <a:moveTo>
                      <a:pt x="11172" y="448"/>
                    </a:moveTo>
                    <a:cubicBezTo>
                      <a:pt x="11328" y="592"/>
                      <a:pt x="11530" y="678"/>
                      <a:pt x="11748" y="678"/>
                    </a:cubicBezTo>
                    <a:cubicBezTo>
                      <a:pt x="11779" y="678"/>
                      <a:pt x="11812" y="676"/>
                      <a:pt x="11844" y="672"/>
                    </a:cubicBezTo>
                    <a:cubicBezTo>
                      <a:pt x="12023" y="642"/>
                      <a:pt x="12188" y="568"/>
                      <a:pt x="12307" y="463"/>
                    </a:cubicBezTo>
                    <a:lnTo>
                      <a:pt x="12113" y="448"/>
                    </a:lnTo>
                    <a:cubicBezTo>
                      <a:pt x="12038" y="508"/>
                      <a:pt x="11949" y="538"/>
                      <a:pt x="11844" y="553"/>
                    </a:cubicBezTo>
                    <a:cubicBezTo>
                      <a:pt x="11818" y="555"/>
                      <a:pt x="11791" y="557"/>
                      <a:pt x="11764" y="557"/>
                    </a:cubicBezTo>
                    <a:cubicBezTo>
                      <a:pt x="11627" y="557"/>
                      <a:pt x="11494" y="523"/>
                      <a:pt x="11381" y="448"/>
                    </a:cubicBezTo>
                    <a:close/>
                    <a:moveTo>
                      <a:pt x="1733" y="359"/>
                    </a:moveTo>
                    <a:cubicBezTo>
                      <a:pt x="2102" y="629"/>
                      <a:pt x="2542" y="748"/>
                      <a:pt x="2986" y="748"/>
                    </a:cubicBezTo>
                    <a:cubicBezTo>
                      <a:pt x="3081" y="748"/>
                      <a:pt x="3176" y="743"/>
                      <a:pt x="3271" y="732"/>
                    </a:cubicBezTo>
                    <a:cubicBezTo>
                      <a:pt x="3719" y="702"/>
                      <a:pt x="4137" y="568"/>
                      <a:pt x="4556" y="389"/>
                    </a:cubicBezTo>
                    <a:lnTo>
                      <a:pt x="4227" y="389"/>
                    </a:lnTo>
                    <a:cubicBezTo>
                      <a:pt x="3928" y="493"/>
                      <a:pt x="3630" y="583"/>
                      <a:pt x="3301" y="613"/>
                    </a:cubicBezTo>
                    <a:cubicBezTo>
                      <a:pt x="3211" y="622"/>
                      <a:pt x="3121" y="626"/>
                      <a:pt x="3029" y="626"/>
                    </a:cubicBezTo>
                    <a:cubicBezTo>
                      <a:pt x="2665" y="626"/>
                      <a:pt x="2294" y="550"/>
                      <a:pt x="1972" y="359"/>
                    </a:cubicBezTo>
                    <a:close/>
                    <a:moveTo>
                      <a:pt x="10590" y="448"/>
                    </a:moveTo>
                    <a:cubicBezTo>
                      <a:pt x="10814" y="657"/>
                      <a:pt x="11083" y="822"/>
                      <a:pt x="11381" y="926"/>
                    </a:cubicBezTo>
                    <a:cubicBezTo>
                      <a:pt x="11642" y="1020"/>
                      <a:pt x="11932" y="1085"/>
                      <a:pt x="12215" y="1085"/>
                    </a:cubicBezTo>
                    <a:cubicBezTo>
                      <a:pt x="12338" y="1085"/>
                      <a:pt x="12459" y="1073"/>
                      <a:pt x="12576" y="1046"/>
                    </a:cubicBezTo>
                    <a:cubicBezTo>
                      <a:pt x="12800" y="1001"/>
                      <a:pt x="12964" y="867"/>
                      <a:pt x="13129" y="732"/>
                    </a:cubicBezTo>
                    <a:cubicBezTo>
                      <a:pt x="13323" y="598"/>
                      <a:pt x="13517" y="523"/>
                      <a:pt x="13741" y="508"/>
                    </a:cubicBezTo>
                    <a:cubicBezTo>
                      <a:pt x="13786" y="505"/>
                      <a:pt x="13831" y="504"/>
                      <a:pt x="13875" y="504"/>
                    </a:cubicBezTo>
                    <a:cubicBezTo>
                      <a:pt x="14054" y="504"/>
                      <a:pt x="14231" y="523"/>
                      <a:pt x="14398" y="523"/>
                    </a:cubicBezTo>
                    <a:cubicBezTo>
                      <a:pt x="14462" y="527"/>
                      <a:pt x="14524" y="529"/>
                      <a:pt x="14586" y="529"/>
                    </a:cubicBezTo>
                    <a:cubicBezTo>
                      <a:pt x="14772" y="529"/>
                      <a:pt x="14951" y="512"/>
                      <a:pt x="15130" y="478"/>
                    </a:cubicBezTo>
                    <a:lnTo>
                      <a:pt x="15160" y="478"/>
                    </a:lnTo>
                    <a:lnTo>
                      <a:pt x="13353" y="463"/>
                    </a:lnTo>
                    <a:cubicBezTo>
                      <a:pt x="13174" y="538"/>
                      <a:pt x="13024" y="672"/>
                      <a:pt x="12875" y="792"/>
                    </a:cubicBezTo>
                    <a:cubicBezTo>
                      <a:pt x="12684" y="919"/>
                      <a:pt x="12458" y="966"/>
                      <a:pt x="12229" y="966"/>
                    </a:cubicBezTo>
                    <a:cubicBezTo>
                      <a:pt x="12028" y="966"/>
                      <a:pt x="11823" y="930"/>
                      <a:pt x="11635" y="881"/>
                    </a:cubicBezTo>
                    <a:cubicBezTo>
                      <a:pt x="11336" y="792"/>
                      <a:pt x="11038" y="642"/>
                      <a:pt x="10799" y="448"/>
                    </a:cubicBezTo>
                    <a:close/>
                    <a:moveTo>
                      <a:pt x="8370" y="739"/>
                    </a:moveTo>
                    <a:cubicBezTo>
                      <a:pt x="8329" y="739"/>
                      <a:pt x="8287" y="742"/>
                      <a:pt x="8245" y="747"/>
                    </a:cubicBezTo>
                    <a:cubicBezTo>
                      <a:pt x="7991" y="747"/>
                      <a:pt x="7752" y="822"/>
                      <a:pt x="7513" y="867"/>
                    </a:cubicBezTo>
                    <a:cubicBezTo>
                      <a:pt x="7307" y="912"/>
                      <a:pt x="7102" y="932"/>
                      <a:pt x="6890" y="932"/>
                    </a:cubicBezTo>
                    <a:cubicBezTo>
                      <a:pt x="6825" y="932"/>
                      <a:pt x="6758" y="930"/>
                      <a:pt x="6691" y="926"/>
                    </a:cubicBezTo>
                    <a:cubicBezTo>
                      <a:pt x="6423" y="911"/>
                      <a:pt x="6139" y="867"/>
                      <a:pt x="5870" y="852"/>
                    </a:cubicBezTo>
                    <a:cubicBezTo>
                      <a:pt x="5785" y="847"/>
                      <a:pt x="5701" y="843"/>
                      <a:pt x="5616" y="843"/>
                    </a:cubicBezTo>
                    <a:cubicBezTo>
                      <a:pt x="5447" y="843"/>
                      <a:pt x="5277" y="857"/>
                      <a:pt x="5108" y="896"/>
                    </a:cubicBezTo>
                    <a:cubicBezTo>
                      <a:pt x="4705" y="971"/>
                      <a:pt x="4317" y="1135"/>
                      <a:pt x="3943" y="1315"/>
                    </a:cubicBezTo>
                    <a:lnTo>
                      <a:pt x="4227" y="1315"/>
                    </a:lnTo>
                    <a:cubicBezTo>
                      <a:pt x="4481" y="1210"/>
                      <a:pt x="4720" y="1105"/>
                      <a:pt x="4974" y="1046"/>
                    </a:cubicBezTo>
                    <a:cubicBezTo>
                      <a:pt x="5228" y="986"/>
                      <a:pt x="5497" y="956"/>
                      <a:pt x="5750" y="956"/>
                    </a:cubicBezTo>
                    <a:cubicBezTo>
                      <a:pt x="6004" y="971"/>
                      <a:pt x="6273" y="1016"/>
                      <a:pt x="6527" y="1046"/>
                    </a:cubicBezTo>
                    <a:cubicBezTo>
                      <a:pt x="6654" y="1053"/>
                      <a:pt x="6777" y="1061"/>
                      <a:pt x="6900" y="1061"/>
                    </a:cubicBezTo>
                    <a:cubicBezTo>
                      <a:pt x="7024" y="1061"/>
                      <a:pt x="7147" y="1053"/>
                      <a:pt x="7274" y="1031"/>
                    </a:cubicBezTo>
                    <a:cubicBezTo>
                      <a:pt x="7528" y="1001"/>
                      <a:pt x="7767" y="926"/>
                      <a:pt x="8036" y="881"/>
                    </a:cubicBezTo>
                    <a:cubicBezTo>
                      <a:pt x="8123" y="871"/>
                      <a:pt x="8211" y="864"/>
                      <a:pt x="8298" y="864"/>
                    </a:cubicBezTo>
                    <a:cubicBezTo>
                      <a:pt x="8450" y="864"/>
                      <a:pt x="8601" y="884"/>
                      <a:pt x="8753" y="941"/>
                    </a:cubicBezTo>
                    <a:cubicBezTo>
                      <a:pt x="8962" y="1016"/>
                      <a:pt x="9141" y="1150"/>
                      <a:pt x="9335" y="1270"/>
                    </a:cubicBezTo>
                    <a:cubicBezTo>
                      <a:pt x="9380" y="1300"/>
                      <a:pt x="9425" y="1330"/>
                      <a:pt x="9469" y="1359"/>
                    </a:cubicBezTo>
                    <a:lnTo>
                      <a:pt x="9783" y="1359"/>
                    </a:lnTo>
                    <a:cubicBezTo>
                      <a:pt x="9679" y="1330"/>
                      <a:pt x="9589" y="1270"/>
                      <a:pt x="9484" y="1225"/>
                    </a:cubicBezTo>
                    <a:cubicBezTo>
                      <a:pt x="9290" y="1105"/>
                      <a:pt x="9111" y="956"/>
                      <a:pt x="8902" y="867"/>
                    </a:cubicBezTo>
                    <a:cubicBezTo>
                      <a:pt x="8742" y="793"/>
                      <a:pt x="8562" y="739"/>
                      <a:pt x="8370" y="739"/>
                    </a:cubicBezTo>
                    <a:close/>
                    <a:moveTo>
                      <a:pt x="15817" y="493"/>
                    </a:moveTo>
                    <a:cubicBezTo>
                      <a:pt x="15653" y="628"/>
                      <a:pt x="15474" y="762"/>
                      <a:pt x="15279" y="881"/>
                    </a:cubicBezTo>
                    <a:cubicBezTo>
                      <a:pt x="15026" y="1031"/>
                      <a:pt x="14727" y="1061"/>
                      <a:pt x="14428" y="1120"/>
                    </a:cubicBezTo>
                    <a:cubicBezTo>
                      <a:pt x="14189" y="1165"/>
                      <a:pt x="13935" y="1225"/>
                      <a:pt x="13756" y="1389"/>
                    </a:cubicBezTo>
                    <a:lnTo>
                      <a:pt x="13950" y="1404"/>
                    </a:lnTo>
                    <a:cubicBezTo>
                      <a:pt x="14114" y="1300"/>
                      <a:pt x="14324" y="1255"/>
                      <a:pt x="14518" y="1225"/>
                    </a:cubicBezTo>
                    <a:cubicBezTo>
                      <a:pt x="14802" y="1180"/>
                      <a:pt x="15070" y="1135"/>
                      <a:pt x="15309" y="1001"/>
                    </a:cubicBezTo>
                    <a:cubicBezTo>
                      <a:pt x="15563" y="867"/>
                      <a:pt x="15772" y="672"/>
                      <a:pt x="15996" y="493"/>
                    </a:cubicBezTo>
                    <a:close/>
                    <a:moveTo>
                      <a:pt x="15643" y="1256"/>
                    </a:moveTo>
                    <a:cubicBezTo>
                      <a:pt x="15601" y="1256"/>
                      <a:pt x="15560" y="1285"/>
                      <a:pt x="15578" y="1330"/>
                    </a:cubicBezTo>
                    <a:cubicBezTo>
                      <a:pt x="15772" y="1822"/>
                      <a:pt x="15653" y="2345"/>
                      <a:pt x="15504" y="2838"/>
                    </a:cubicBezTo>
                    <a:lnTo>
                      <a:pt x="15518" y="3241"/>
                    </a:lnTo>
                    <a:cubicBezTo>
                      <a:pt x="15698" y="2599"/>
                      <a:pt x="15967" y="1957"/>
                      <a:pt x="15713" y="1300"/>
                    </a:cubicBezTo>
                    <a:cubicBezTo>
                      <a:pt x="15701" y="1270"/>
                      <a:pt x="15671" y="1256"/>
                      <a:pt x="15643" y="1256"/>
                    </a:cubicBezTo>
                    <a:close/>
                    <a:moveTo>
                      <a:pt x="642" y="3047"/>
                    </a:moveTo>
                    <a:lnTo>
                      <a:pt x="642" y="3226"/>
                    </a:lnTo>
                    <a:cubicBezTo>
                      <a:pt x="807" y="3421"/>
                      <a:pt x="881" y="3689"/>
                      <a:pt x="866" y="3943"/>
                    </a:cubicBezTo>
                    <a:cubicBezTo>
                      <a:pt x="851" y="4197"/>
                      <a:pt x="762" y="4406"/>
                      <a:pt x="642" y="4615"/>
                    </a:cubicBezTo>
                    <a:lnTo>
                      <a:pt x="642" y="4854"/>
                    </a:lnTo>
                    <a:cubicBezTo>
                      <a:pt x="822" y="4586"/>
                      <a:pt x="971" y="4272"/>
                      <a:pt x="986" y="3928"/>
                    </a:cubicBezTo>
                    <a:cubicBezTo>
                      <a:pt x="1001" y="3600"/>
                      <a:pt x="881" y="3256"/>
                      <a:pt x="642" y="3047"/>
                    </a:cubicBezTo>
                    <a:close/>
                    <a:moveTo>
                      <a:pt x="16400" y="1972"/>
                    </a:moveTo>
                    <a:cubicBezTo>
                      <a:pt x="16400" y="2002"/>
                      <a:pt x="16385" y="2046"/>
                      <a:pt x="16385" y="2076"/>
                    </a:cubicBezTo>
                    <a:cubicBezTo>
                      <a:pt x="16310" y="2420"/>
                      <a:pt x="16205" y="2719"/>
                      <a:pt x="16071" y="3032"/>
                    </a:cubicBezTo>
                    <a:cubicBezTo>
                      <a:pt x="15981" y="3316"/>
                      <a:pt x="15907" y="3570"/>
                      <a:pt x="15952" y="3869"/>
                    </a:cubicBezTo>
                    <a:cubicBezTo>
                      <a:pt x="15981" y="4108"/>
                      <a:pt x="16071" y="4347"/>
                      <a:pt x="16205" y="4541"/>
                    </a:cubicBezTo>
                    <a:cubicBezTo>
                      <a:pt x="16295" y="4660"/>
                      <a:pt x="16400" y="4780"/>
                      <a:pt x="16504" y="4854"/>
                    </a:cubicBezTo>
                    <a:lnTo>
                      <a:pt x="16504" y="4690"/>
                    </a:lnTo>
                    <a:cubicBezTo>
                      <a:pt x="16250" y="4466"/>
                      <a:pt x="16101" y="4137"/>
                      <a:pt x="16056" y="3809"/>
                    </a:cubicBezTo>
                    <a:cubicBezTo>
                      <a:pt x="16041" y="3525"/>
                      <a:pt x="16131" y="3271"/>
                      <a:pt x="16220" y="3002"/>
                    </a:cubicBezTo>
                    <a:cubicBezTo>
                      <a:pt x="16295" y="2823"/>
                      <a:pt x="16370" y="2644"/>
                      <a:pt x="16415" y="2450"/>
                    </a:cubicBezTo>
                    <a:lnTo>
                      <a:pt x="16400" y="1972"/>
                    </a:lnTo>
                    <a:close/>
                    <a:moveTo>
                      <a:pt x="15593" y="5243"/>
                    </a:moveTo>
                    <a:lnTo>
                      <a:pt x="15593" y="5407"/>
                    </a:lnTo>
                    <a:cubicBezTo>
                      <a:pt x="15787" y="5541"/>
                      <a:pt x="15922" y="5765"/>
                      <a:pt x="15922" y="6004"/>
                    </a:cubicBezTo>
                    <a:cubicBezTo>
                      <a:pt x="15922" y="6243"/>
                      <a:pt x="15817" y="6453"/>
                      <a:pt x="15638" y="6602"/>
                    </a:cubicBezTo>
                    <a:lnTo>
                      <a:pt x="15653" y="6751"/>
                    </a:lnTo>
                    <a:cubicBezTo>
                      <a:pt x="15892" y="6587"/>
                      <a:pt x="16041" y="6303"/>
                      <a:pt x="16041" y="6004"/>
                    </a:cubicBezTo>
                    <a:cubicBezTo>
                      <a:pt x="16041" y="5691"/>
                      <a:pt x="15862" y="5407"/>
                      <a:pt x="15593" y="5243"/>
                    </a:cubicBezTo>
                    <a:close/>
                    <a:moveTo>
                      <a:pt x="808" y="444"/>
                    </a:moveTo>
                    <a:cubicBezTo>
                      <a:pt x="759" y="444"/>
                      <a:pt x="716" y="510"/>
                      <a:pt x="762" y="568"/>
                    </a:cubicBezTo>
                    <a:cubicBezTo>
                      <a:pt x="971" y="792"/>
                      <a:pt x="1180" y="1016"/>
                      <a:pt x="1404" y="1255"/>
                    </a:cubicBezTo>
                    <a:cubicBezTo>
                      <a:pt x="1314" y="1434"/>
                      <a:pt x="1240" y="1613"/>
                      <a:pt x="1180" y="1807"/>
                    </a:cubicBezTo>
                    <a:cubicBezTo>
                      <a:pt x="1120" y="2032"/>
                      <a:pt x="1046" y="2270"/>
                      <a:pt x="1001" y="2495"/>
                    </a:cubicBezTo>
                    <a:cubicBezTo>
                      <a:pt x="971" y="2614"/>
                      <a:pt x="971" y="2733"/>
                      <a:pt x="986" y="2853"/>
                    </a:cubicBezTo>
                    <a:cubicBezTo>
                      <a:pt x="1016" y="2972"/>
                      <a:pt x="1076" y="3092"/>
                      <a:pt x="1150" y="3197"/>
                    </a:cubicBezTo>
                    <a:cubicBezTo>
                      <a:pt x="1285" y="3435"/>
                      <a:pt x="1329" y="3689"/>
                      <a:pt x="1285" y="3958"/>
                    </a:cubicBezTo>
                    <a:cubicBezTo>
                      <a:pt x="1240" y="4242"/>
                      <a:pt x="1135" y="4496"/>
                      <a:pt x="1046" y="4765"/>
                    </a:cubicBezTo>
                    <a:cubicBezTo>
                      <a:pt x="971" y="5019"/>
                      <a:pt x="941" y="5273"/>
                      <a:pt x="956" y="5526"/>
                    </a:cubicBezTo>
                    <a:cubicBezTo>
                      <a:pt x="986" y="5990"/>
                      <a:pt x="1180" y="6453"/>
                      <a:pt x="1509" y="6781"/>
                    </a:cubicBezTo>
                    <a:cubicBezTo>
                      <a:pt x="1524" y="6796"/>
                      <a:pt x="1539" y="6811"/>
                      <a:pt x="1553" y="6826"/>
                    </a:cubicBezTo>
                    <a:lnTo>
                      <a:pt x="1553" y="6647"/>
                    </a:lnTo>
                    <a:cubicBezTo>
                      <a:pt x="1270" y="6333"/>
                      <a:pt x="1105" y="5930"/>
                      <a:pt x="1076" y="5512"/>
                    </a:cubicBezTo>
                    <a:cubicBezTo>
                      <a:pt x="1061" y="5273"/>
                      <a:pt x="1090" y="5034"/>
                      <a:pt x="1165" y="4795"/>
                    </a:cubicBezTo>
                    <a:cubicBezTo>
                      <a:pt x="1240" y="4541"/>
                      <a:pt x="1344" y="4302"/>
                      <a:pt x="1389" y="4048"/>
                    </a:cubicBezTo>
                    <a:cubicBezTo>
                      <a:pt x="1434" y="3809"/>
                      <a:pt x="1449" y="3570"/>
                      <a:pt x="1359" y="3346"/>
                    </a:cubicBezTo>
                    <a:cubicBezTo>
                      <a:pt x="1270" y="3122"/>
                      <a:pt x="1105" y="2943"/>
                      <a:pt x="1105" y="2689"/>
                    </a:cubicBezTo>
                    <a:cubicBezTo>
                      <a:pt x="1105" y="2539"/>
                      <a:pt x="1150" y="2390"/>
                      <a:pt x="1180" y="2256"/>
                    </a:cubicBezTo>
                    <a:cubicBezTo>
                      <a:pt x="1210" y="2136"/>
                      <a:pt x="1240" y="2017"/>
                      <a:pt x="1270" y="1912"/>
                    </a:cubicBezTo>
                    <a:cubicBezTo>
                      <a:pt x="1329" y="1718"/>
                      <a:pt x="1404" y="1524"/>
                      <a:pt x="1494" y="1344"/>
                    </a:cubicBezTo>
                    <a:lnTo>
                      <a:pt x="1509" y="1359"/>
                    </a:lnTo>
                    <a:cubicBezTo>
                      <a:pt x="1523" y="1373"/>
                      <a:pt x="1538" y="1379"/>
                      <a:pt x="1553" y="1379"/>
                    </a:cubicBezTo>
                    <a:cubicBezTo>
                      <a:pt x="1602" y="1379"/>
                      <a:pt x="1644" y="1316"/>
                      <a:pt x="1598" y="1270"/>
                    </a:cubicBezTo>
                    <a:cubicBezTo>
                      <a:pt x="1359" y="1001"/>
                      <a:pt x="1105" y="732"/>
                      <a:pt x="851" y="463"/>
                    </a:cubicBezTo>
                    <a:cubicBezTo>
                      <a:pt x="838" y="450"/>
                      <a:pt x="823" y="444"/>
                      <a:pt x="808" y="444"/>
                    </a:cubicBezTo>
                    <a:close/>
                    <a:moveTo>
                      <a:pt x="16549" y="6004"/>
                    </a:moveTo>
                    <a:cubicBezTo>
                      <a:pt x="16474" y="6049"/>
                      <a:pt x="16400" y="6124"/>
                      <a:pt x="16355" y="6214"/>
                    </a:cubicBezTo>
                    <a:cubicBezTo>
                      <a:pt x="16176" y="6467"/>
                      <a:pt x="16176" y="6766"/>
                      <a:pt x="16176" y="7065"/>
                    </a:cubicBezTo>
                    <a:cubicBezTo>
                      <a:pt x="16176" y="7244"/>
                      <a:pt x="16191" y="7408"/>
                      <a:pt x="16146" y="7588"/>
                    </a:cubicBezTo>
                    <a:cubicBezTo>
                      <a:pt x="16116" y="7737"/>
                      <a:pt x="16041" y="7886"/>
                      <a:pt x="15967" y="8021"/>
                    </a:cubicBezTo>
                    <a:cubicBezTo>
                      <a:pt x="15877" y="8200"/>
                      <a:pt x="15787" y="8364"/>
                      <a:pt x="15713" y="8544"/>
                    </a:cubicBezTo>
                    <a:lnTo>
                      <a:pt x="15728" y="8917"/>
                    </a:lnTo>
                    <a:cubicBezTo>
                      <a:pt x="15787" y="8678"/>
                      <a:pt x="15892" y="8469"/>
                      <a:pt x="15996" y="8245"/>
                    </a:cubicBezTo>
                    <a:cubicBezTo>
                      <a:pt x="16131" y="8006"/>
                      <a:pt x="16265" y="7767"/>
                      <a:pt x="16295" y="7498"/>
                    </a:cubicBezTo>
                    <a:cubicBezTo>
                      <a:pt x="16340" y="7184"/>
                      <a:pt x="16265" y="6871"/>
                      <a:pt x="16340" y="6557"/>
                    </a:cubicBezTo>
                    <a:cubicBezTo>
                      <a:pt x="16370" y="6423"/>
                      <a:pt x="16444" y="6258"/>
                      <a:pt x="16549" y="6154"/>
                    </a:cubicBezTo>
                    <a:lnTo>
                      <a:pt x="16549" y="6004"/>
                    </a:lnTo>
                    <a:close/>
                    <a:moveTo>
                      <a:pt x="627" y="6930"/>
                    </a:moveTo>
                    <a:lnTo>
                      <a:pt x="627" y="7229"/>
                    </a:lnTo>
                    <a:cubicBezTo>
                      <a:pt x="732" y="7438"/>
                      <a:pt x="837" y="7647"/>
                      <a:pt x="926" y="7856"/>
                    </a:cubicBezTo>
                    <a:cubicBezTo>
                      <a:pt x="986" y="7991"/>
                      <a:pt x="1016" y="8140"/>
                      <a:pt x="1031" y="8275"/>
                    </a:cubicBezTo>
                    <a:cubicBezTo>
                      <a:pt x="1031" y="8439"/>
                      <a:pt x="986" y="8573"/>
                      <a:pt x="926" y="8738"/>
                    </a:cubicBezTo>
                    <a:cubicBezTo>
                      <a:pt x="866" y="8872"/>
                      <a:pt x="822" y="9007"/>
                      <a:pt x="792" y="9156"/>
                    </a:cubicBezTo>
                    <a:cubicBezTo>
                      <a:pt x="762" y="9305"/>
                      <a:pt x="747" y="9455"/>
                      <a:pt x="672" y="9589"/>
                    </a:cubicBezTo>
                    <a:cubicBezTo>
                      <a:pt x="657" y="9619"/>
                      <a:pt x="642" y="9649"/>
                      <a:pt x="613" y="9664"/>
                    </a:cubicBezTo>
                    <a:lnTo>
                      <a:pt x="613" y="9873"/>
                    </a:lnTo>
                    <a:cubicBezTo>
                      <a:pt x="687" y="9783"/>
                      <a:pt x="762" y="9694"/>
                      <a:pt x="807" y="9604"/>
                    </a:cubicBezTo>
                    <a:cubicBezTo>
                      <a:pt x="866" y="9470"/>
                      <a:pt x="896" y="9350"/>
                      <a:pt x="911" y="9201"/>
                    </a:cubicBezTo>
                    <a:cubicBezTo>
                      <a:pt x="941" y="9051"/>
                      <a:pt x="986" y="8917"/>
                      <a:pt x="1046" y="8768"/>
                    </a:cubicBezTo>
                    <a:cubicBezTo>
                      <a:pt x="1150" y="8514"/>
                      <a:pt x="1180" y="8245"/>
                      <a:pt x="1076" y="7976"/>
                    </a:cubicBezTo>
                    <a:cubicBezTo>
                      <a:pt x="1001" y="7707"/>
                      <a:pt x="851" y="7453"/>
                      <a:pt x="732" y="7199"/>
                    </a:cubicBezTo>
                    <a:cubicBezTo>
                      <a:pt x="687" y="7110"/>
                      <a:pt x="657" y="7020"/>
                      <a:pt x="627" y="6930"/>
                    </a:cubicBezTo>
                    <a:close/>
                    <a:moveTo>
                      <a:pt x="16639" y="8514"/>
                    </a:moveTo>
                    <a:cubicBezTo>
                      <a:pt x="16639" y="8529"/>
                      <a:pt x="16639" y="8529"/>
                      <a:pt x="16639" y="8529"/>
                    </a:cubicBezTo>
                    <a:cubicBezTo>
                      <a:pt x="16504" y="8678"/>
                      <a:pt x="16430" y="8872"/>
                      <a:pt x="16355" y="9066"/>
                    </a:cubicBezTo>
                    <a:cubicBezTo>
                      <a:pt x="16280" y="9260"/>
                      <a:pt x="16235" y="9455"/>
                      <a:pt x="16265" y="9664"/>
                    </a:cubicBezTo>
                    <a:cubicBezTo>
                      <a:pt x="16310" y="9888"/>
                      <a:pt x="16474" y="10186"/>
                      <a:pt x="16698" y="10261"/>
                    </a:cubicBezTo>
                    <a:lnTo>
                      <a:pt x="16698" y="10127"/>
                    </a:lnTo>
                    <a:cubicBezTo>
                      <a:pt x="16639" y="10097"/>
                      <a:pt x="16594" y="10052"/>
                      <a:pt x="16549" y="10007"/>
                    </a:cubicBezTo>
                    <a:cubicBezTo>
                      <a:pt x="16444" y="9873"/>
                      <a:pt x="16400" y="9709"/>
                      <a:pt x="16385" y="9559"/>
                    </a:cubicBezTo>
                    <a:cubicBezTo>
                      <a:pt x="16385" y="9380"/>
                      <a:pt x="16430" y="9231"/>
                      <a:pt x="16489" y="9081"/>
                    </a:cubicBezTo>
                    <a:cubicBezTo>
                      <a:pt x="16534" y="8962"/>
                      <a:pt x="16579" y="8842"/>
                      <a:pt x="16654" y="8738"/>
                    </a:cubicBezTo>
                    <a:lnTo>
                      <a:pt x="16639" y="8514"/>
                    </a:lnTo>
                    <a:close/>
                    <a:moveTo>
                      <a:pt x="1539" y="9753"/>
                    </a:moveTo>
                    <a:cubicBezTo>
                      <a:pt x="1404" y="9918"/>
                      <a:pt x="1255" y="10142"/>
                      <a:pt x="1270" y="10366"/>
                    </a:cubicBezTo>
                    <a:cubicBezTo>
                      <a:pt x="1300" y="10515"/>
                      <a:pt x="1389" y="10664"/>
                      <a:pt x="1539" y="10724"/>
                    </a:cubicBezTo>
                    <a:lnTo>
                      <a:pt x="1539" y="10575"/>
                    </a:lnTo>
                    <a:cubicBezTo>
                      <a:pt x="1464" y="10515"/>
                      <a:pt x="1404" y="10411"/>
                      <a:pt x="1404" y="10321"/>
                    </a:cubicBezTo>
                    <a:cubicBezTo>
                      <a:pt x="1404" y="10186"/>
                      <a:pt x="1464" y="10067"/>
                      <a:pt x="1539" y="9948"/>
                    </a:cubicBezTo>
                    <a:lnTo>
                      <a:pt x="1539" y="9753"/>
                    </a:lnTo>
                    <a:close/>
                    <a:moveTo>
                      <a:pt x="2450" y="10844"/>
                    </a:moveTo>
                    <a:cubicBezTo>
                      <a:pt x="1822" y="10874"/>
                      <a:pt x="1195" y="10888"/>
                      <a:pt x="568" y="10918"/>
                    </a:cubicBezTo>
                    <a:cubicBezTo>
                      <a:pt x="478" y="10918"/>
                      <a:pt x="478" y="11038"/>
                      <a:pt x="568" y="11038"/>
                    </a:cubicBezTo>
                    <a:cubicBezTo>
                      <a:pt x="1195" y="11008"/>
                      <a:pt x="1822" y="10993"/>
                      <a:pt x="2450" y="10978"/>
                    </a:cubicBezTo>
                    <a:cubicBezTo>
                      <a:pt x="2539" y="10978"/>
                      <a:pt x="2539" y="10844"/>
                      <a:pt x="2450" y="10844"/>
                    </a:cubicBezTo>
                    <a:close/>
                    <a:moveTo>
                      <a:pt x="9156" y="10888"/>
                    </a:moveTo>
                    <a:cubicBezTo>
                      <a:pt x="9126" y="10918"/>
                      <a:pt x="9096" y="10933"/>
                      <a:pt x="9066" y="10948"/>
                    </a:cubicBezTo>
                    <a:cubicBezTo>
                      <a:pt x="8887" y="11038"/>
                      <a:pt x="8723" y="11113"/>
                      <a:pt x="8528" y="11157"/>
                    </a:cubicBezTo>
                    <a:cubicBezTo>
                      <a:pt x="8470" y="11170"/>
                      <a:pt x="8408" y="11177"/>
                      <a:pt x="8346" y="11177"/>
                    </a:cubicBezTo>
                    <a:cubicBezTo>
                      <a:pt x="8119" y="11177"/>
                      <a:pt x="7880" y="11091"/>
                      <a:pt x="7752" y="10903"/>
                    </a:cubicBezTo>
                    <a:lnTo>
                      <a:pt x="7617" y="10903"/>
                    </a:lnTo>
                    <a:cubicBezTo>
                      <a:pt x="7760" y="11175"/>
                      <a:pt x="8058" y="11301"/>
                      <a:pt x="8359" y="11301"/>
                    </a:cubicBezTo>
                    <a:cubicBezTo>
                      <a:pt x="8406" y="11301"/>
                      <a:pt x="8452" y="11298"/>
                      <a:pt x="8499" y="11292"/>
                    </a:cubicBezTo>
                    <a:cubicBezTo>
                      <a:pt x="8738" y="11262"/>
                      <a:pt x="8947" y="11157"/>
                      <a:pt x="9141" y="11038"/>
                    </a:cubicBezTo>
                    <a:cubicBezTo>
                      <a:pt x="9230" y="10993"/>
                      <a:pt x="9320" y="10948"/>
                      <a:pt x="9380" y="10888"/>
                    </a:cubicBezTo>
                    <a:close/>
                    <a:moveTo>
                      <a:pt x="15489" y="10724"/>
                    </a:moveTo>
                    <a:cubicBezTo>
                      <a:pt x="15399" y="10724"/>
                      <a:pt x="15399" y="10844"/>
                      <a:pt x="15489" y="10844"/>
                    </a:cubicBezTo>
                    <a:lnTo>
                      <a:pt x="16056" y="10844"/>
                    </a:lnTo>
                    <a:cubicBezTo>
                      <a:pt x="16041" y="10874"/>
                      <a:pt x="16041" y="10903"/>
                      <a:pt x="16071" y="10918"/>
                    </a:cubicBezTo>
                    <a:cubicBezTo>
                      <a:pt x="16370" y="11172"/>
                      <a:pt x="16743" y="11322"/>
                      <a:pt x="17132" y="11366"/>
                    </a:cubicBezTo>
                    <a:cubicBezTo>
                      <a:pt x="17191" y="11371"/>
                      <a:pt x="17249" y="11373"/>
                      <a:pt x="17307" y="11373"/>
                    </a:cubicBezTo>
                    <a:cubicBezTo>
                      <a:pt x="17422" y="11373"/>
                      <a:pt x="17535" y="11366"/>
                      <a:pt x="17654" y="11366"/>
                    </a:cubicBezTo>
                    <a:lnTo>
                      <a:pt x="17654" y="11247"/>
                    </a:lnTo>
                    <a:lnTo>
                      <a:pt x="17251" y="11247"/>
                    </a:lnTo>
                    <a:cubicBezTo>
                      <a:pt x="16863" y="11217"/>
                      <a:pt x="16489" y="11083"/>
                      <a:pt x="16191" y="10844"/>
                    </a:cubicBezTo>
                    <a:lnTo>
                      <a:pt x="16982" y="10844"/>
                    </a:lnTo>
                    <a:cubicBezTo>
                      <a:pt x="17072" y="10844"/>
                      <a:pt x="17072" y="10724"/>
                      <a:pt x="16982" y="10724"/>
                    </a:cubicBezTo>
                    <a:close/>
                    <a:moveTo>
                      <a:pt x="12651" y="10859"/>
                    </a:moveTo>
                    <a:lnTo>
                      <a:pt x="12113" y="10874"/>
                    </a:lnTo>
                    <a:cubicBezTo>
                      <a:pt x="11111" y="11168"/>
                      <a:pt x="10147" y="11686"/>
                      <a:pt x="9124" y="11686"/>
                    </a:cubicBezTo>
                    <a:cubicBezTo>
                      <a:pt x="8851" y="11686"/>
                      <a:pt x="8573" y="11649"/>
                      <a:pt x="8290" y="11561"/>
                    </a:cubicBezTo>
                    <a:cubicBezTo>
                      <a:pt x="7976" y="11471"/>
                      <a:pt x="7677" y="11337"/>
                      <a:pt x="7378" y="11202"/>
                    </a:cubicBezTo>
                    <a:cubicBezTo>
                      <a:pt x="7184" y="11113"/>
                      <a:pt x="7005" y="11023"/>
                      <a:pt x="6826" y="10918"/>
                    </a:cubicBezTo>
                    <a:lnTo>
                      <a:pt x="6602" y="10918"/>
                    </a:lnTo>
                    <a:cubicBezTo>
                      <a:pt x="7020" y="11217"/>
                      <a:pt x="7528" y="11426"/>
                      <a:pt x="8021" y="11605"/>
                    </a:cubicBezTo>
                    <a:cubicBezTo>
                      <a:pt x="8390" y="11744"/>
                      <a:pt x="8768" y="11820"/>
                      <a:pt x="9154" y="11820"/>
                    </a:cubicBezTo>
                    <a:cubicBezTo>
                      <a:pt x="9269" y="11820"/>
                      <a:pt x="9384" y="11813"/>
                      <a:pt x="9499" y="11800"/>
                    </a:cubicBezTo>
                    <a:cubicBezTo>
                      <a:pt x="10440" y="11695"/>
                      <a:pt x="11307" y="11232"/>
                      <a:pt x="12218" y="10978"/>
                    </a:cubicBezTo>
                    <a:cubicBezTo>
                      <a:pt x="12367" y="10933"/>
                      <a:pt x="12501" y="10888"/>
                      <a:pt x="12651" y="10859"/>
                    </a:cubicBezTo>
                    <a:close/>
                    <a:moveTo>
                      <a:pt x="4033" y="10948"/>
                    </a:moveTo>
                    <a:cubicBezTo>
                      <a:pt x="3764" y="11113"/>
                      <a:pt x="3540" y="11337"/>
                      <a:pt x="3256" y="11501"/>
                    </a:cubicBezTo>
                    <a:cubicBezTo>
                      <a:pt x="2969" y="11657"/>
                      <a:pt x="2648" y="11745"/>
                      <a:pt x="2313" y="11745"/>
                    </a:cubicBezTo>
                    <a:cubicBezTo>
                      <a:pt x="2264" y="11745"/>
                      <a:pt x="2215" y="11744"/>
                      <a:pt x="2166" y="11740"/>
                    </a:cubicBezTo>
                    <a:cubicBezTo>
                      <a:pt x="1778" y="11710"/>
                      <a:pt x="1449" y="11501"/>
                      <a:pt x="1061" y="11426"/>
                    </a:cubicBezTo>
                    <a:cubicBezTo>
                      <a:pt x="981" y="11415"/>
                      <a:pt x="905" y="11410"/>
                      <a:pt x="832" y="11410"/>
                    </a:cubicBezTo>
                    <a:cubicBezTo>
                      <a:pt x="712" y="11410"/>
                      <a:pt x="598" y="11423"/>
                      <a:pt x="478" y="11441"/>
                    </a:cubicBezTo>
                    <a:cubicBezTo>
                      <a:pt x="365" y="11451"/>
                      <a:pt x="251" y="11469"/>
                      <a:pt x="143" y="11469"/>
                    </a:cubicBezTo>
                    <a:cubicBezTo>
                      <a:pt x="94" y="11469"/>
                      <a:pt x="46" y="11465"/>
                      <a:pt x="0" y="11456"/>
                    </a:cubicBezTo>
                    <a:lnTo>
                      <a:pt x="0" y="11590"/>
                    </a:lnTo>
                    <a:cubicBezTo>
                      <a:pt x="54" y="11599"/>
                      <a:pt x="108" y="11603"/>
                      <a:pt x="163" y="11603"/>
                    </a:cubicBezTo>
                    <a:cubicBezTo>
                      <a:pt x="382" y="11603"/>
                      <a:pt x="607" y="11546"/>
                      <a:pt x="822" y="11546"/>
                    </a:cubicBezTo>
                    <a:cubicBezTo>
                      <a:pt x="1225" y="11546"/>
                      <a:pt x="1583" y="11770"/>
                      <a:pt x="1957" y="11844"/>
                    </a:cubicBezTo>
                    <a:cubicBezTo>
                      <a:pt x="2078" y="11864"/>
                      <a:pt x="2199" y="11874"/>
                      <a:pt x="2319" y="11874"/>
                    </a:cubicBezTo>
                    <a:cubicBezTo>
                      <a:pt x="2569" y="11874"/>
                      <a:pt x="2815" y="11831"/>
                      <a:pt x="3047" y="11740"/>
                    </a:cubicBezTo>
                    <a:cubicBezTo>
                      <a:pt x="3420" y="11605"/>
                      <a:pt x="3689" y="11322"/>
                      <a:pt x="4018" y="11113"/>
                    </a:cubicBezTo>
                    <a:cubicBezTo>
                      <a:pt x="4122" y="11053"/>
                      <a:pt x="4227" y="10993"/>
                      <a:pt x="4332" y="10948"/>
                    </a:cubicBezTo>
                    <a:close/>
                    <a:moveTo>
                      <a:pt x="13805" y="11754"/>
                    </a:moveTo>
                    <a:cubicBezTo>
                      <a:pt x="13551" y="11754"/>
                      <a:pt x="13315" y="11886"/>
                      <a:pt x="13159" y="12098"/>
                    </a:cubicBezTo>
                    <a:lnTo>
                      <a:pt x="13338" y="12083"/>
                    </a:lnTo>
                    <a:cubicBezTo>
                      <a:pt x="13461" y="11960"/>
                      <a:pt x="13635" y="11878"/>
                      <a:pt x="13818" y="11878"/>
                    </a:cubicBezTo>
                    <a:cubicBezTo>
                      <a:pt x="13857" y="11878"/>
                      <a:pt x="13896" y="11881"/>
                      <a:pt x="13935" y="11889"/>
                    </a:cubicBezTo>
                    <a:cubicBezTo>
                      <a:pt x="14070" y="11919"/>
                      <a:pt x="14174" y="11979"/>
                      <a:pt x="14264" y="12083"/>
                    </a:cubicBezTo>
                    <a:lnTo>
                      <a:pt x="14413" y="12083"/>
                    </a:lnTo>
                    <a:cubicBezTo>
                      <a:pt x="14383" y="12039"/>
                      <a:pt x="14353" y="11994"/>
                      <a:pt x="14309" y="11949"/>
                    </a:cubicBezTo>
                    <a:cubicBezTo>
                      <a:pt x="14189" y="11829"/>
                      <a:pt x="14025" y="11755"/>
                      <a:pt x="13846" y="11755"/>
                    </a:cubicBezTo>
                    <a:cubicBezTo>
                      <a:pt x="13832" y="11754"/>
                      <a:pt x="13819" y="11754"/>
                      <a:pt x="13805" y="11754"/>
                    </a:cubicBezTo>
                    <a:close/>
                    <a:moveTo>
                      <a:pt x="13556" y="11193"/>
                    </a:moveTo>
                    <a:cubicBezTo>
                      <a:pt x="13482" y="11193"/>
                      <a:pt x="13410" y="11196"/>
                      <a:pt x="13338" y="11202"/>
                    </a:cubicBezTo>
                    <a:cubicBezTo>
                      <a:pt x="12949" y="11247"/>
                      <a:pt x="12591" y="11366"/>
                      <a:pt x="12262" y="11516"/>
                    </a:cubicBezTo>
                    <a:cubicBezTo>
                      <a:pt x="11949" y="11650"/>
                      <a:pt x="11650" y="11829"/>
                      <a:pt x="11366" y="12024"/>
                    </a:cubicBezTo>
                    <a:cubicBezTo>
                      <a:pt x="10903" y="12039"/>
                      <a:pt x="10455" y="12053"/>
                      <a:pt x="10007" y="12083"/>
                    </a:cubicBezTo>
                    <a:cubicBezTo>
                      <a:pt x="9922" y="12083"/>
                      <a:pt x="9918" y="12204"/>
                      <a:pt x="9994" y="12204"/>
                    </a:cubicBezTo>
                    <a:cubicBezTo>
                      <a:pt x="9998" y="12204"/>
                      <a:pt x="10002" y="12204"/>
                      <a:pt x="10007" y="12203"/>
                    </a:cubicBezTo>
                    <a:cubicBezTo>
                      <a:pt x="11023" y="12158"/>
                      <a:pt x="12053" y="12128"/>
                      <a:pt x="13069" y="12083"/>
                    </a:cubicBezTo>
                    <a:cubicBezTo>
                      <a:pt x="13159" y="12083"/>
                      <a:pt x="13159" y="11949"/>
                      <a:pt x="13069" y="11949"/>
                    </a:cubicBezTo>
                    <a:cubicBezTo>
                      <a:pt x="12591" y="11964"/>
                      <a:pt x="12113" y="11994"/>
                      <a:pt x="11620" y="12009"/>
                    </a:cubicBezTo>
                    <a:cubicBezTo>
                      <a:pt x="12113" y="11710"/>
                      <a:pt x="12636" y="11441"/>
                      <a:pt x="13203" y="11366"/>
                    </a:cubicBezTo>
                    <a:cubicBezTo>
                      <a:pt x="13326" y="11347"/>
                      <a:pt x="13447" y="11338"/>
                      <a:pt x="13568" y="11338"/>
                    </a:cubicBezTo>
                    <a:cubicBezTo>
                      <a:pt x="14187" y="11338"/>
                      <a:pt x="14787" y="11577"/>
                      <a:pt x="15324" y="11889"/>
                    </a:cubicBezTo>
                    <a:cubicBezTo>
                      <a:pt x="15429" y="11949"/>
                      <a:pt x="15533" y="12009"/>
                      <a:pt x="15623" y="12068"/>
                    </a:cubicBezTo>
                    <a:lnTo>
                      <a:pt x="15862" y="12068"/>
                    </a:lnTo>
                    <a:cubicBezTo>
                      <a:pt x="15414" y="11770"/>
                      <a:pt x="14951" y="11501"/>
                      <a:pt x="14443" y="11337"/>
                    </a:cubicBezTo>
                    <a:cubicBezTo>
                      <a:pt x="14156" y="11241"/>
                      <a:pt x="13850" y="11193"/>
                      <a:pt x="13556" y="11193"/>
                    </a:cubicBezTo>
                    <a:close/>
                    <a:moveTo>
                      <a:pt x="6452" y="11561"/>
                    </a:moveTo>
                    <a:cubicBezTo>
                      <a:pt x="6243" y="11561"/>
                      <a:pt x="6034" y="11635"/>
                      <a:pt x="5840" y="11710"/>
                    </a:cubicBezTo>
                    <a:cubicBezTo>
                      <a:pt x="5750" y="11740"/>
                      <a:pt x="5631" y="11785"/>
                      <a:pt x="5526" y="11800"/>
                    </a:cubicBezTo>
                    <a:cubicBezTo>
                      <a:pt x="5499" y="11806"/>
                      <a:pt x="5473" y="11809"/>
                      <a:pt x="5446" y="11809"/>
                    </a:cubicBezTo>
                    <a:cubicBezTo>
                      <a:pt x="5354" y="11809"/>
                      <a:pt x="5264" y="11775"/>
                      <a:pt x="5183" y="11740"/>
                    </a:cubicBezTo>
                    <a:cubicBezTo>
                      <a:pt x="5016" y="11656"/>
                      <a:pt x="4869" y="11592"/>
                      <a:pt x="4702" y="11592"/>
                    </a:cubicBezTo>
                    <a:cubicBezTo>
                      <a:pt x="4660" y="11592"/>
                      <a:pt x="4616" y="11596"/>
                      <a:pt x="4571" y="11605"/>
                    </a:cubicBezTo>
                    <a:cubicBezTo>
                      <a:pt x="4346" y="11635"/>
                      <a:pt x="4137" y="11740"/>
                      <a:pt x="3958" y="11859"/>
                    </a:cubicBezTo>
                    <a:cubicBezTo>
                      <a:pt x="3824" y="11949"/>
                      <a:pt x="3689" y="12068"/>
                      <a:pt x="3555" y="12188"/>
                    </a:cubicBezTo>
                    <a:lnTo>
                      <a:pt x="3749" y="12188"/>
                    </a:lnTo>
                    <a:lnTo>
                      <a:pt x="3764" y="12173"/>
                    </a:lnTo>
                    <a:cubicBezTo>
                      <a:pt x="3958" y="12009"/>
                      <a:pt x="4152" y="11859"/>
                      <a:pt x="4376" y="11770"/>
                    </a:cubicBezTo>
                    <a:cubicBezTo>
                      <a:pt x="4473" y="11733"/>
                      <a:pt x="4568" y="11717"/>
                      <a:pt x="4661" y="11717"/>
                    </a:cubicBezTo>
                    <a:cubicBezTo>
                      <a:pt x="4797" y="11717"/>
                      <a:pt x="4930" y="11752"/>
                      <a:pt x="5063" y="11814"/>
                    </a:cubicBezTo>
                    <a:cubicBezTo>
                      <a:pt x="5196" y="11892"/>
                      <a:pt x="5328" y="11936"/>
                      <a:pt x="5479" y="11936"/>
                    </a:cubicBezTo>
                    <a:cubicBezTo>
                      <a:pt x="5532" y="11936"/>
                      <a:pt x="5587" y="11931"/>
                      <a:pt x="5646" y="11919"/>
                    </a:cubicBezTo>
                    <a:cubicBezTo>
                      <a:pt x="5855" y="11859"/>
                      <a:pt x="6049" y="11740"/>
                      <a:pt x="6258" y="11710"/>
                    </a:cubicBezTo>
                    <a:cubicBezTo>
                      <a:pt x="6309" y="11701"/>
                      <a:pt x="6359" y="11697"/>
                      <a:pt x="6409" y="11697"/>
                    </a:cubicBezTo>
                    <a:cubicBezTo>
                      <a:pt x="6788" y="11697"/>
                      <a:pt x="7153" y="11929"/>
                      <a:pt x="7483" y="12113"/>
                    </a:cubicBezTo>
                    <a:cubicBezTo>
                      <a:pt x="6885" y="12142"/>
                      <a:pt x="6287" y="12159"/>
                      <a:pt x="5685" y="12159"/>
                    </a:cubicBezTo>
                    <a:cubicBezTo>
                      <a:pt x="5355" y="12159"/>
                      <a:pt x="5023" y="12154"/>
                      <a:pt x="4690" y="12143"/>
                    </a:cubicBezTo>
                    <a:cubicBezTo>
                      <a:pt x="4615" y="12143"/>
                      <a:pt x="4615" y="12263"/>
                      <a:pt x="4690" y="12263"/>
                    </a:cubicBezTo>
                    <a:cubicBezTo>
                      <a:pt x="5067" y="12280"/>
                      <a:pt x="5442" y="12289"/>
                      <a:pt x="5815" y="12289"/>
                    </a:cubicBezTo>
                    <a:cubicBezTo>
                      <a:pt x="6388" y="12289"/>
                      <a:pt x="6958" y="12269"/>
                      <a:pt x="7528" y="12233"/>
                    </a:cubicBezTo>
                    <a:cubicBezTo>
                      <a:pt x="7588" y="12233"/>
                      <a:pt x="7602" y="12188"/>
                      <a:pt x="7588" y="12143"/>
                    </a:cubicBezTo>
                    <a:lnTo>
                      <a:pt x="7797" y="12143"/>
                    </a:lnTo>
                    <a:cubicBezTo>
                      <a:pt x="7737" y="12113"/>
                      <a:pt x="7677" y="12083"/>
                      <a:pt x="7632" y="12053"/>
                    </a:cubicBezTo>
                    <a:cubicBezTo>
                      <a:pt x="7259" y="11844"/>
                      <a:pt x="6886" y="11590"/>
                      <a:pt x="6452" y="1156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20"/>
              <p:cNvSpPr/>
              <p:nvPr/>
            </p:nvSpPr>
            <p:spPr>
              <a:xfrm>
                <a:off x="-968175" y="1208750"/>
                <a:ext cx="26700" cy="26950"/>
              </a:xfrm>
              <a:custGeom>
                <a:rect b="b" l="l" r="r" t="t"/>
                <a:pathLst>
                  <a:path extrusionOk="0" h="1078" w="1068">
                    <a:moveTo>
                      <a:pt x="971" y="0"/>
                    </a:moveTo>
                    <a:cubicBezTo>
                      <a:pt x="957" y="0"/>
                      <a:pt x="943" y="6"/>
                      <a:pt x="932" y="20"/>
                    </a:cubicBezTo>
                    <a:cubicBezTo>
                      <a:pt x="649" y="349"/>
                      <a:pt x="350" y="662"/>
                      <a:pt x="36" y="976"/>
                    </a:cubicBezTo>
                    <a:cubicBezTo>
                      <a:pt x="0" y="1012"/>
                      <a:pt x="42" y="1078"/>
                      <a:pt x="99" y="1078"/>
                    </a:cubicBezTo>
                    <a:cubicBezTo>
                      <a:pt x="112" y="1078"/>
                      <a:pt x="127" y="1074"/>
                      <a:pt x="141" y="1065"/>
                    </a:cubicBezTo>
                    <a:cubicBezTo>
                      <a:pt x="455" y="767"/>
                      <a:pt x="738" y="453"/>
                      <a:pt x="1022" y="110"/>
                    </a:cubicBezTo>
                    <a:cubicBezTo>
                      <a:pt x="1068" y="64"/>
                      <a:pt x="1017" y="0"/>
                      <a:pt x="971"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20"/>
              <p:cNvSpPr/>
              <p:nvPr/>
            </p:nvSpPr>
            <p:spPr>
              <a:xfrm>
                <a:off x="-1076675" y="1429550"/>
                <a:ext cx="53050" cy="23550"/>
              </a:xfrm>
              <a:custGeom>
                <a:rect b="b" l="l" r="r" t="t"/>
                <a:pathLst>
                  <a:path extrusionOk="0" h="942" w="2122">
                    <a:moveTo>
                      <a:pt x="2121" y="0"/>
                    </a:moveTo>
                    <a:lnTo>
                      <a:pt x="0" y="15"/>
                    </a:lnTo>
                    <a:lnTo>
                      <a:pt x="0" y="941"/>
                    </a:lnTo>
                    <a:lnTo>
                      <a:pt x="2121" y="926"/>
                    </a:lnTo>
                    <a:lnTo>
                      <a:pt x="21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20"/>
              <p:cNvSpPr/>
              <p:nvPr/>
            </p:nvSpPr>
            <p:spPr>
              <a:xfrm>
                <a:off x="-1091625" y="1452325"/>
                <a:ext cx="85175" cy="15700"/>
              </a:xfrm>
              <a:custGeom>
                <a:rect b="b" l="l" r="r" t="t"/>
                <a:pathLst>
                  <a:path extrusionOk="0" h="628" w="3407">
                    <a:moveTo>
                      <a:pt x="3391" y="0"/>
                    </a:moveTo>
                    <a:lnTo>
                      <a:pt x="1" y="15"/>
                    </a:lnTo>
                    <a:lnTo>
                      <a:pt x="1" y="628"/>
                    </a:lnTo>
                    <a:lnTo>
                      <a:pt x="3406" y="613"/>
                    </a:lnTo>
                    <a:lnTo>
                      <a:pt x="339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69" name="Google Shape;1469;p20"/>
            <p:cNvGrpSpPr/>
            <p:nvPr/>
          </p:nvGrpSpPr>
          <p:grpSpPr>
            <a:xfrm>
              <a:off x="7489518" y="829252"/>
              <a:ext cx="1152894" cy="1960076"/>
              <a:chOff x="-3129600" y="729050"/>
              <a:chExt cx="216575" cy="368200"/>
            </a:xfrm>
          </p:grpSpPr>
          <p:sp>
            <p:nvSpPr>
              <p:cNvPr id="1470" name="Google Shape;1470;p20"/>
              <p:cNvSpPr/>
              <p:nvPr/>
            </p:nvSpPr>
            <p:spPr>
              <a:xfrm>
                <a:off x="-3129600" y="877825"/>
                <a:ext cx="187825" cy="219425"/>
              </a:xfrm>
              <a:custGeom>
                <a:rect b="b" l="l" r="r" t="t"/>
                <a:pathLst>
                  <a:path extrusionOk="0" h="8777" w="7513">
                    <a:moveTo>
                      <a:pt x="4279" y="1"/>
                    </a:moveTo>
                    <a:cubicBezTo>
                      <a:pt x="4251" y="1"/>
                      <a:pt x="4239" y="42"/>
                      <a:pt x="4227" y="54"/>
                    </a:cubicBezTo>
                    <a:cubicBezTo>
                      <a:pt x="3256" y="1607"/>
                      <a:pt x="2270" y="3160"/>
                      <a:pt x="1300" y="4714"/>
                    </a:cubicBezTo>
                    <a:cubicBezTo>
                      <a:pt x="881" y="5386"/>
                      <a:pt x="463" y="6043"/>
                      <a:pt x="45" y="6715"/>
                    </a:cubicBezTo>
                    <a:cubicBezTo>
                      <a:pt x="0" y="6775"/>
                      <a:pt x="0" y="6820"/>
                      <a:pt x="60" y="6879"/>
                    </a:cubicBezTo>
                    <a:cubicBezTo>
                      <a:pt x="657" y="7507"/>
                      <a:pt x="1270" y="8134"/>
                      <a:pt x="1867" y="8776"/>
                    </a:cubicBezTo>
                    <a:lnTo>
                      <a:pt x="1897" y="8776"/>
                    </a:lnTo>
                    <a:cubicBezTo>
                      <a:pt x="1897" y="8731"/>
                      <a:pt x="1927" y="8716"/>
                      <a:pt x="1942" y="8702"/>
                    </a:cubicBezTo>
                    <a:cubicBezTo>
                      <a:pt x="2599" y="7955"/>
                      <a:pt x="3226" y="7208"/>
                      <a:pt x="3883" y="6476"/>
                    </a:cubicBezTo>
                    <a:cubicBezTo>
                      <a:pt x="5063" y="5117"/>
                      <a:pt x="6243" y="3758"/>
                      <a:pt x="7438" y="2384"/>
                    </a:cubicBezTo>
                    <a:cubicBezTo>
                      <a:pt x="7468" y="2369"/>
                      <a:pt x="7513" y="2339"/>
                      <a:pt x="7498" y="2294"/>
                    </a:cubicBezTo>
                    <a:cubicBezTo>
                      <a:pt x="7483" y="2294"/>
                      <a:pt x="7483" y="2294"/>
                      <a:pt x="7483" y="2279"/>
                    </a:cubicBezTo>
                    <a:cubicBezTo>
                      <a:pt x="7349" y="2219"/>
                      <a:pt x="7244" y="2115"/>
                      <a:pt x="7139" y="2040"/>
                    </a:cubicBezTo>
                    <a:cubicBezTo>
                      <a:pt x="6572" y="1637"/>
                      <a:pt x="6004" y="1234"/>
                      <a:pt x="5437" y="815"/>
                    </a:cubicBezTo>
                    <a:cubicBezTo>
                      <a:pt x="5078" y="576"/>
                      <a:pt x="4735" y="323"/>
                      <a:pt x="4376" y="69"/>
                    </a:cubicBezTo>
                    <a:cubicBezTo>
                      <a:pt x="4361" y="54"/>
                      <a:pt x="4317" y="39"/>
                      <a:pt x="4302" y="9"/>
                    </a:cubicBezTo>
                    <a:cubicBezTo>
                      <a:pt x="4293" y="3"/>
                      <a:pt x="4285" y="1"/>
                      <a:pt x="42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20"/>
              <p:cNvSpPr/>
              <p:nvPr/>
            </p:nvSpPr>
            <p:spPr>
              <a:xfrm>
                <a:off x="-3127375" y="1051300"/>
                <a:ext cx="41100" cy="44075"/>
              </a:xfrm>
              <a:custGeom>
                <a:rect b="b" l="l" r="r" t="t"/>
                <a:pathLst>
                  <a:path extrusionOk="0" h="1763" w="1644">
                    <a:moveTo>
                      <a:pt x="46" y="0"/>
                    </a:moveTo>
                    <a:cubicBezTo>
                      <a:pt x="46" y="15"/>
                      <a:pt x="31" y="30"/>
                      <a:pt x="31" y="45"/>
                    </a:cubicBezTo>
                    <a:cubicBezTo>
                      <a:pt x="1" y="90"/>
                      <a:pt x="1" y="120"/>
                      <a:pt x="46" y="164"/>
                    </a:cubicBezTo>
                    <a:cubicBezTo>
                      <a:pt x="553" y="687"/>
                      <a:pt x="1061" y="1225"/>
                      <a:pt x="1569" y="1763"/>
                    </a:cubicBezTo>
                    <a:lnTo>
                      <a:pt x="1584" y="1763"/>
                    </a:lnTo>
                    <a:cubicBezTo>
                      <a:pt x="1584" y="1718"/>
                      <a:pt x="1599" y="1703"/>
                      <a:pt x="1614" y="1688"/>
                    </a:cubicBezTo>
                    <a:cubicBezTo>
                      <a:pt x="1629" y="1688"/>
                      <a:pt x="1629" y="1673"/>
                      <a:pt x="1644" y="1658"/>
                    </a:cubicBezTo>
                    <a:cubicBezTo>
                      <a:pt x="1121" y="1105"/>
                      <a:pt x="583" y="553"/>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20"/>
              <p:cNvSpPr/>
              <p:nvPr/>
            </p:nvSpPr>
            <p:spPr>
              <a:xfrm>
                <a:off x="-2966425" y="857500"/>
                <a:ext cx="41450" cy="19450"/>
              </a:xfrm>
              <a:custGeom>
                <a:rect b="b" l="l" r="r" t="t"/>
                <a:pathLst>
                  <a:path extrusionOk="0" h="778" w="1658">
                    <a:moveTo>
                      <a:pt x="598" y="0"/>
                    </a:moveTo>
                    <a:cubicBezTo>
                      <a:pt x="553" y="0"/>
                      <a:pt x="523" y="0"/>
                      <a:pt x="478" y="45"/>
                    </a:cubicBezTo>
                    <a:cubicBezTo>
                      <a:pt x="329" y="180"/>
                      <a:pt x="164" y="329"/>
                      <a:pt x="0" y="478"/>
                    </a:cubicBezTo>
                    <a:cubicBezTo>
                      <a:pt x="254" y="568"/>
                      <a:pt x="941" y="717"/>
                      <a:pt x="1120" y="777"/>
                    </a:cubicBezTo>
                    <a:cubicBezTo>
                      <a:pt x="1195" y="673"/>
                      <a:pt x="1538" y="165"/>
                      <a:pt x="1658" y="45"/>
                    </a:cubicBezTo>
                    <a:lnTo>
                      <a:pt x="1658" y="15"/>
                    </a:lnTo>
                    <a:cubicBezTo>
                      <a:pt x="1542" y="7"/>
                      <a:pt x="1443" y="5"/>
                      <a:pt x="1350" y="5"/>
                    </a:cubicBezTo>
                    <a:cubicBezTo>
                      <a:pt x="1200" y="5"/>
                      <a:pt x="1068" y="11"/>
                      <a:pt x="914" y="11"/>
                    </a:cubicBezTo>
                    <a:cubicBezTo>
                      <a:pt x="820" y="11"/>
                      <a:pt x="717" y="9"/>
                      <a:pt x="59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20"/>
              <p:cNvSpPr/>
              <p:nvPr/>
            </p:nvSpPr>
            <p:spPr>
              <a:xfrm>
                <a:off x="-3022075" y="867950"/>
                <a:ext cx="86650" cy="66875"/>
              </a:xfrm>
              <a:custGeom>
                <a:rect b="b" l="l" r="r" t="t"/>
                <a:pathLst>
                  <a:path extrusionOk="0" h="2675" w="3466">
                    <a:moveTo>
                      <a:pt x="2122" y="1"/>
                    </a:moveTo>
                    <a:cubicBezTo>
                      <a:pt x="1662" y="307"/>
                      <a:pt x="1162" y="469"/>
                      <a:pt x="616" y="469"/>
                    </a:cubicBezTo>
                    <a:cubicBezTo>
                      <a:pt x="417" y="469"/>
                      <a:pt x="212" y="448"/>
                      <a:pt x="1" y="404"/>
                    </a:cubicBezTo>
                    <a:lnTo>
                      <a:pt x="1" y="404"/>
                    </a:lnTo>
                    <a:cubicBezTo>
                      <a:pt x="16" y="449"/>
                      <a:pt x="45" y="449"/>
                      <a:pt x="75" y="479"/>
                    </a:cubicBezTo>
                    <a:cubicBezTo>
                      <a:pt x="434" y="718"/>
                      <a:pt x="777" y="971"/>
                      <a:pt x="1136" y="1225"/>
                    </a:cubicBezTo>
                    <a:cubicBezTo>
                      <a:pt x="1703" y="1629"/>
                      <a:pt x="2271" y="2047"/>
                      <a:pt x="2838" y="2450"/>
                    </a:cubicBezTo>
                    <a:cubicBezTo>
                      <a:pt x="2943" y="2525"/>
                      <a:pt x="3048" y="2614"/>
                      <a:pt x="3182" y="2674"/>
                    </a:cubicBezTo>
                    <a:cubicBezTo>
                      <a:pt x="3182" y="2659"/>
                      <a:pt x="3182" y="2659"/>
                      <a:pt x="3182" y="2644"/>
                    </a:cubicBezTo>
                    <a:cubicBezTo>
                      <a:pt x="3003" y="2151"/>
                      <a:pt x="3003" y="1673"/>
                      <a:pt x="3107" y="1195"/>
                    </a:cubicBezTo>
                    <a:cubicBezTo>
                      <a:pt x="3182" y="897"/>
                      <a:pt x="3316" y="628"/>
                      <a:pt x="3466" y="374"/>
                    </a:cubicBezTo>
                    <a:cubicBezTo>
                      <a:pt x="3272" y="314"/>
                      <a:pt x="3077" y="269"/>
                      <a:pt x="2898" y="210"/>
                    </a:cubicBezTo>
                    <a:cubicBezTo>
                      <a:pt x="2629" y="150"/>
                      <a:pt x="2375" y="90"/>
                      <a:pt x="21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20"/>
              <p:cNvSpPr/>
              <p:nvPr/>
            </p:nvSpPr>
            <p:spPr>
              <a:xfrm>
                <a:off x="-2942900" y="934800"/>
                <a:ext cx="750" cy="400"/>
              </a:xfrm>
              <a:custGeom>
                <a:rect b="b" l="l" r="r" t="t"/>
                <a:pathLst>
                  <a:path extrusionOk="0" h="16" w="30">
                    <a:moveTo>
                      <a:pt x="15" y="0"/>
                    </a:moveTo>
                    <a:cubicBezTo>
                      <a:pt x="0" y="0"/>
                      <a:pt x="15" y="15"/>
                      <a:pt x="30" y="15"/>
                    </a:cubicBezTo>
                    <a:cubicBezTo>
                      <a:pt x="30" y="15"/>
                      <a:pt x="30" y="0"/>
                      <a:pt x="15" y="0"/>
                    </a:cubicBezTo>
                    <a:close/>
                  </a:path>
                </a:pathLst>
              </a:custGeom>
              <a:solidFill>
                <a:srgbClr val="2B30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20"/>
              <p:cNvSpPr/>
              <p:nvPr/>
            </p:nvSpPr>
            <p:spPr>
              <a:xfrm>
                <a:off x="-3076575" y="905300"/>
                <a:ext cx="69475" cy="152375"/>
              </a:xfrm>
              <a:custGeom>
                <a:rect b="b" l="l" r="r" t="t"/>
                <a:pathLst>
                  <a:path extrusionOk="0" h="6095" w="2779">
                    <a:moveTo>
                      <a:pt x="1927" y="0"/>
                    </a:moveTo>
                    <a:cubicBezTo>
                      <a:pt x="1255" y="971"/>
                      <a:pt x="612" y="1957"/>
                      <a:pt x="0" y="2943"/>
                    </a:cubicBezTo>
                    <a:cubicBezTo>
                      <a:pt x="239" y="4003"/>
                      <a:pt x="493" y="5049"/>
                      <a:pt x="747" y="6094"/>
                    </a:cubicBezTo>
                    <a:cubicBezTo>
                      <a:pt x="1434" y="5258"/>
                      <a:pt x="2106" y="4421"/>
                      <a:pt x="2778" y="3585"/>
                    </a:cubicBezTo>
                    <a:cubicBezTo>
                      <a:pt x="2479" y="2390"/>
                      <a:pt x="2196" y="1195"/>
                      <a:pt x="192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20"/>
              <p:cNvSpPr/>
              <p:nvPr/>
            </p:nvSpPr>
            <p:spPr>
              <a:xfrm>
                <a:off x="-3035725" y="870125"/>
                <a:ext cx="70125" cy="126250"/>
              </a:xfrm>
              <a:custGeom>
                <a:rect b="b" l="l" r="r" t="t"/>
                <a:pathLst>
                  <a:path extrusionOk="0" h="5050" w="2805">
                    <a:moveTo>
                      <a:pt x="2708" y="0"/>
                    </a:moveTo>
                    <a:cubicBezTo>
                      <a:pt x="2694" y="0"/>
                      <a:pt x="2680" y="5"/>
                      <a:pt x="2668" y="18"/>
                    </a:cubicBezTo>
                    <a:cubicBezTo>
                      <a:pt x="2270" y="389"/>
                      <a:pt x="1743" y="596"/>
                      <a:pt x="1201" y="596"/>
                    </a:cubicBezTo>
                    <a:cubicBezTo>
                      <a:pt x="1133" y="596"/>
                      <a:pt x="1064" y="592"/>
                      <a:pt x="995" y="586"/>
                    </a:cubicBezTo>
                    <a:cubicBezTo>
                      <a:pt x="935" y="586"/>
                      <a:pt x="935" y="705"/>
                      <a:pt x="1010" y="720"/>
                    </a:cubicBezTo>
                    <a:cubicBezTo>
                      <a:pt x="1088" y="729"/>
                      <a:pt x="1166" y="734"/>
                      <a:pt x="1243" y="734"/>
                    </a:cubicBezTo>
                    <a:cubicBezTo>
                      <a:pt x="1805" y="734"/>
                      <a:pt x="2350" y="501"/>
                      <a:pt x="2757" y="108"/>
                    </a:cubicBezTo>
                    <a:cubicBezTo>
                      <a:pt x="2804" y="73"/>
                      <a:pt x="2759" y="0"/>
                      <a:pt x="2708" y="0"/>
                    </a:cubicBezTo>
                    <a:close/>
                    <a:moveTo>
                      <a:pt x="72" y="2264"/>
                    </a:moveTo>
                    <a:cubicBezTo>
                      <a:pt x="37" y="2264"/>
                      <a:pt x="0" y="2296"/>
                      <a:pt x="9" y="2348"/>
                    </a:cubicBezTo>
                    <a:cubicBezTo>
                      <a:pt x="248" y="3229"/>
                      <a:pt x="472" y="4111"/>
                      <a:pt x="681" y="5007"/>
                    </a:cubicBezTo>
                    <a:cubicBezTo>
                      <a:pt x="687" y="5037"/>
                      <a:pt x="710" y="5050"/>
                      <a:pt x="735" y="5050"/>
                    </a:cubicBezTo>
                    <a:cubicBezTo>
                      <a:pt x="771" y="5050"/>
                      <a:pt x="809" y="5021"/>
                      <a:pt x="801" y="4977"/>
                    </a:cubicBezTo>
                    <a:cubicBezTo>
                      <a:pt x="591" y="4081"/>
                      <a:pt x="367" y="3185"/>
                      <a:pt x="128" y="2318"/>
                    </a:cubicBezTo>
                    <a:cubicBezTo>
                      <a:pt x="122" y="2281"/>
                      <a:pt x="98" y="2264"/>
                      <a:pt x="72" y="226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20"/>
              <p:cNvSpPr/>
              <p:nvPr/>
            </p:nvSpPr>
            <p:spPr>
              <a:xfrm>
                <a:off x="-3006025" y="729050"/>
                <a:ext cx="93000" cy="99350"/>
              </a:xfrm>
              <a:custGeom>
                <a:rect b="b" l="l" r="r" t="t"/>
                <a:pathLst>
                  <a:path extrusionOk="0" h="3974" w="3720">
                    <a:moveTo>
                      <a:pt x="1480" y="0"/>
                    </a:moveTo>
                    <a:cubicBezTo>
                      <a:pt x="987" y="374"/>
                      <a:pt x="524" y="792"/>
                      <a:pt x="105" y="1255"/>
                    </a:cubicBezTo>
                    <a:cubicBezTo>
                      <a:pt x="1" y="2166"/>
                      <a:pt x="16" y="3077"/>
                      <a:pt x="195" y="3973"/>
                    </a:cubicBezTo>
                    <a:cubicBezTo>
                      <a:pt x="1405" y="3555"/>
                      <a:pt x="2585" y="3047"/>
                      <a:pt x="3720" y="2480"/>
                    </a:cubicBezTo>
                    <a:cubicBezTo>
                      <a:pt x="3137" y="1539"/>
                      <a:pt x="2376" y="688"/>
                      <a:pt x="14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20"/>
              <p:cNvSpPr/>
              <p:nvPr/>
            </p:nvSpPr>
            <p:spPr>
              <a:xfrm>
                <a:off x="-3001475" y="730200"/>
                <a:ext cx="34700" cy="31425"/>
              </a:xfrm>
              <a:custGeom>
                <a:rect b="b" l="l" r="r" t="t"/>
                <a:pathLst>
                  <a:path extrusionOk="0" h="1257" w="1388">
                    <a:moveTo>
                      <a:pt x="1286" y="1"/>
                    </a:moveTo>
                    <a:cubicBezTo>
                      <a:pt x="1273" y="1"/>
                      <a:pt x="1262" y="5"/>
                      <a:pt x="1253" y="14"/>
                    </a:cubicBezTo>
                    <a:cubicBezTo>
                      <a:pt x="1029" y="193"/>
                      <a:pt x="835" y="403"/>
                      <a:pt x="610" y="597"/>
                    </a:cubicBezTo>
                    <a:cubicBezTo>
                      <a:pt x="401" y="776"/>
                      <a:pt x="177" y="955"/>
                      <a:pt x="13" y="1179"/>
                    </a:cubicBezTo>
                    <a:cubicBezTo>
                      <a:pt x="0" y="1218"/>
                      <a:pt x="21" y="1257"/>
                      <a:pt x="56" y="1257"/>
                    </a:cubicBezTo>
                    <a:cubicBezTo>
                      <a:pt x="61" y="1257"/>
                      <a:pt x="67" y="1256"/>
                      <a:pt x="73" y="1254"/>
                    </a:cubicBezTo>
                    <a:cubicBezTo>
                      <a:pt x="162" y="1224"/>
                      <a:pt x="252" y="1194"/>
                      <a:pt x="342" y="1149"/>
                    </a:cubicBezTo>
                    <a:cubicBezTo>
                      <a:pt x="357" y="1179"/>
                      <a:pt x="401" y="1194"/>
                      <a:pt x="416" y="1194"/>
                    </a:cubicBezTo>
                    <a:cubicBezTo>
                      <a:pt x="685" y="1090"/>
                      <a:pt x="924" y="940"/>
                      <a:pt x="1103" y="731"/>
                    </a:cubicBezTo>
                    <a:cubicBezTo>
                      <a:pt x="1144" y="690"/>
                      <a:pt x="1111" y="625"/>
                      <a:pt x="1070" y="625"/>
                    </a:cubicBezTo>
                    <a:cubicBezTo>
                      <a:pt x="1067" y="625"/>
                      <a:pt x="1063" y="625"/>
                      <a:pt x="1059" y="627"/>
                    </a:cubicBezTo>
                    <a:cubicBezTo>
                      <a:pt x="1193" y="462"/>
                      <a:pt x="1312" y="298"/>
                      <a:pt x="1387" y="119"/>
                    </a:cubicBezTo>
                    <a:cubicBezTo>
                      <a:pt x="1387" y="60"/>
                      <a:pt x="1331" y="1"/>
                      <a:pt x="128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79" name="Google Shape;1479;p20"/>
          <p:cNvSpPr txBox="1"/>
          <p:nvPr/>
        </p:nvSpPr>
        <p:spPr>
          <a:xfrm>
            <a:off x="1144825" y="1628925"/>
            <a:ext cx="7625400" cy="1169700"/>
          </a:xfrm>
          <a:prstGeom prst="rect">
            <a:avLst/>
          </a:prstGeom>
          <a:noFill/>
          <a:ln>
            <a:noFill/>
          </a:ln>
        </p:spPr>
        <p:txBody>
          <a:bodyPr anchorCtr="0" anchor="t" bIns="91425" lIns="91425" spcFirstLastPara="1" rIns="91425" wrap="square" tIns="91425">
            <a:spAutoFit/>
          </a:bodyPr>
          <a:lstStyle/>
          <a:p>
            <a:pPr indent="-330200" lvl="0" marL="457200" marR="0" rtl="0" algn="just">
              <a:lnSpc>
                <a:spcPct val="150000"/>
              </a:lnSpc>
              <a:spcBef>
                <a:spcPts val="600"/>
              </a:spcBef>
              <a:spcAft>
                <a:spcPts val="0"/>
              </a:spcAft>
              <a:buClr>
                <a:srgbClr val="000000"/>
              </a:buClr>
              <a:buSzPts val="1600"/>
              <a:buFont typeface="Roboto"/>
              <a:buChar char="●"/>
            </a:pPr>
            <a:r>
              <a:rPr b="1" i="0" lang="en" sz="1600" u="none" cap="none" strike="noStrike">
                <a:solidFill>
                  <a:schemeClr val="dk1"/>
                </a:solidFill>
                <a:latin typeface="Roboto"/>
                <a:ea typeface="Roboto"/>
                <a:cs typeface="Roboto"/>
                <a:sym typeface="Roboto"/>
              </a:rPr>
              <a:t>Backend: </a:t>
            </a:r>
            <a:r>
              <a:rPr b="0" i="0" lang="en" sz="1600" u="none" cap="none" strike="noStrike">
                <a:solidFill>
                  <a:schemeClr val="hlink"/>
                </a:solidFill>
                <a:uFill>
                  <a:noFill/>
                </a:uFill>
                <a:latin typeface="Roboto"/>
                <a:ea typeface="Roboto"/>
                <a:cs typeface="Roboto"/>
                <a:sym typeface="Roboto"/>
                <a:hlinkClick r:id="rId3"/>
              </a:rPr>
              <a:t>Node.js</a:t>
            </a:r>
            <a:r>
              <a:rPr b="0" i="0" lang="en" sz="1600" u="none" cap="none" strike="noStrike">
                <a:solidFill>
                  <a:schemeClr val="dk1"/>
                </a:solidFill>
                <a:latin typeface="Roboto"/>
                <a:ea typeface="Roboto"/>
                <a:cs typeface="Roboto"/>
                <a:sym typeface="Roboto"/>
              </a:rPr>
              <a:t> + </a:t>
            </a:r>
            <a:r>
              <a:rPr b="0" i="0" lang="en" sz="1600" u="none" cap="none" strike="noStrike">
                <a:solidFill>
                  <a:schemeClr val="hlink"/>
                </a:solidFill>
                <a:uFill>
                  <a:noFill/>
                </a:uFill>
                <a:latin typeface="Roboto"/>
                <a:ea typeface="Roboto"/>
                <a:cs typeface="Roboto"/>
                <a:sym typeface="Roboto"/>
                <a:hlinkClick r:id="rId4"/>
              </a:rPr>
              <a:t>Express.js</a:t>
            </a:r>
            <a:endParaRPr b="0" i="0" sz="1600" u="none" cap="none" strike="noStrike">
              <a:solidFill>
                <a:schemeClr val="dk1"/>
              </a:solidFill>
              <a:latin typeface="Roboto"/>
              <a:ea typeface="Roboto"/>
              <a:cs typeface="Roboto"/>
              <a:sym typeface="Roboto"/>
            </a:endParaRPr>
          </a:p>
          <a:p>
            <a:pPr indent="-330200" lvl="0" marL="457200" marR="0" rtl="0" algn="just">
              <a:lnSpc>
                <a:spcPct val="150000"/>
              </a:lnSpc>
              <a:spcBef>
                <a:spcPts val="0"/>
              </a:spcBef>
              <a:spcAft>
                <a:spcPts val="0"/>
              </a:spcAft>
              <a:buClr>
                <a:schemeClr val="dk1"/>
              </a:buClr>
              <a:buSzPts val="1600"/>
              <a:buFont typeface="Roboto"/>
              <a:buChar char="●"/>
            </a:pPr>
            <a:r>
              <a:rPr b="1" i="0" lang="en" sz="1600" u="none" cap="none" strike="noStrike">
                <a:solidFill>
                  <a:schemeClr val="dk1"/>
                </a:solidFill>
                <a:latin typeface="Roboto"/>
                <a:ea typeface="Roboto"/>
                <a:cs typeface="Roboto"/>
                <a:sym typeface="Roboto"/>
              </a:rPr>
              <a:t>Database: </a:t>
            </a:r>
            <a:r>
              <a:rPr b="0" i="0" lang="en" sz="1600" u="none" cap="none" strike="noStrike">
                <a:solidFill>
                  <a:schemeClr val="dk1"/>
                </a:solidFill>
                <a:latin typeface="Roboto"/>
                <a:ea typeface="Roboto"/>
                <a:cs typeface="Roboto"/>
                <a:sym typeface="Roboto"/>
              </a:rPr>
              <a:t>MongoDB</a:t>
            </a:r>
            <a:endParaRPr b="0" i="0" sz="1600" u="none" cap="none" strike="noStrike">
              <a:solidFill>
                <a:schemeClr val="dk1"/>
              </a:solidFill>
              <a:latin typeface="Roboto"/>
              <a:ea typeface="Roboto"/>
              <a:cs typeface="Roboto"/>
              <a:sym typeface="Roboto"/>
            </a:endParaRPr>
          </a:p>
          <a:p>
            <a:pPr indent="-330200" lvl="0" marL="457200" marR="0" rtl="0" algn="just">
              <a:lnSpc>
                <a:spcPct val="150000"/>
              </a:lnSpc>
              <a:spcBef>
                <a:spcPts val="0"/>
              </a:spcBef>
              <a:spcAft>
                <a:spcPts val="0"/>
              </a:spcAft>
              <a:buClr>
                <a:schemeClr val="dk1"/>
              </a:buClr>
              <a:buSzPts val="1600"/>
              <a:buFont typeface="Roboto"/>
              <a:buChar char="●"/>
            </a:pPr>
            <a:r>
              <a:rPr b="1" i="0" lang="en" sz="1600" u="none" cap="none" strike="noStrike">
                <a:solidFill>
                  <a:schemeClr val="dk1"/>
                </a:solidFill>
                <a:latin typeface="Roboto"/>
                <a:ea typeface="Roboto"/>
                <a:cs typeface="Roboto"/>
                <a:sym typeface="Roboto"/>
              </a:rPr>
              <a:t>Frontend: </a:t>
            </a:r>
            <a:r>
              <a:rPr b="0" i="0" lang="en" sz="1600" u="none" cap="none" strike="noStrike">
                <a:solidFill>
                  <a:schemeClr val="dk1"/>
                </a:solidFill>
                <a:latin typeface="Roboto"/>
                <a:ea typeface="Roboto"/>
                <a:cs typeface="Roboto"/>
                <a:sym typeface="Roboto"/>
              </a:rPr>
              <a:t>EJS template</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21"/>
          <p:cNvSpPr txBox="1"/>
          <p:nvPr>
            <p:ph type="title"/>
          </p:nvPr>
        </p:nvSpPr>
        <p:spPr>
          <a:xfrm>
            <a:off x="396900" y="1040400"/>
            <a:ext cx="5394000" cy="14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b="0" lang="en" sz="4000">
                <a:latin typeface="Roboto"/>
                <a:ea typeface="Roboto"/>
                <a:cs typeface="Roboto"/>
                <a:sym typeface="Roboto"/>
              </a:rPr>
              <a:t>Kiểm thử</a:t>
            </a:r>
            <a:endParaRPr b="0" sz="4000">
              <a:latin typeface="Roboto"/>
              <a:ea typeface="Roboto"/>
              <a:cs typeface="Roboto"/>
              <a:sym typeface="Roboto"/>
            </a:endParaRPr>
          </a:p>
          <a:p>
            <a:pPr indent="0" lvl="0" marL="0" rtl="0" algn="l">
              <a:lnSpc>
                <a:spcPct val="100000"/>
              </a:lnSpc>
              <a:spcBef>
                <a:spcPts val="0"/>
              </a:spcBef>
              <a:spcAft>
                <a:spcPts val="0"/>
              </a:spcAft>
              <a:buSzPts val="3000"/>
              <a:buNone/>
            </a:pPr>
            <a:r>
              <a:t/>
            </a:r>
            <a:endParaRPr b="0" sz="4000">
              <a:latin typeface="Roboto"/>
              <a:ea typeface="Roboto"/>
              <a:cs typeface="Roboto"/>
              <a:sym typeface="Roboto"/>
            </a:endParaRPr>
          </a:p>
        </p:txBody>
      </p:sp>
      <p:sp>
        <p:nvSpPr>
          <p:cNvPr id="1485" name="Google Shape;1485;p21"/>
          <p:cNvSpPr txBox="1"/>
          <p:nvPr>
            <p:ph idx="4294967295" type="title"/>
          </p:nvPr>
        </p:nvSpPr>
        <p:spPr>
          <a:xfrm>
            <a:off x="374725" y="124500"/>
            <a:ext cx="1652100" cy="91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6000">
                <a:solidFill>
                  <a:schemeClr val="dk2"/>
                </a:solidFill>
              </a:rPr>
              <a:t>05</a:t>
            </a:r>
            <a:endParaRPr sz="60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22"/>
          <p:cNvSpPr txBox="1"/>
          <p:nvPr>
            <p:ph type="title"/>
          </p:nvPr>
        </p:nvSpPr>
        <p:spPr>
          <a:xfrm>
            <a:off x="2167225" y="171354"/>
            <a:ext cx="5556900" cy="646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b="0" lang="en" sz="1900">
                <a:latin typeface="Roboto"/>
                <a:ea typeface="Roboto"/>
                <a:cs typeface="Roboto"/>
                <a:sym typeface="Roboto"/>
              </a:rPr>
              <a:t>Kiểm thử chức năng đăng nhập</a:t>
            </a:r>
            <a:endParaRPr b="0" sz="1900">
              <a:latin typeface="Roboto"/>
              <a:ea typeface="Roboto"/>
              <a:cs typeface="Roboto"/>
              <a:sym typeface="Roboto"/>
            </a:endParaRPr>
          </a:p>
        </p:txBody>
      </p:sp>
      <p:sp>
        <p:nvSpPr>
          <p:cNvPr id="1491" name="Google Shape;1491;p22"/>
          <p:cNvSpPr/>
          <p:nvPr/>
        </p:nvSpPr>
        <p:spPr>
          <a:xfrm>
            <a:off x="314959" y="341700"/>
            <a:ext cx="1693200" cy="448800"/>
          </a:xfrm>
          <a:prstGeom prst="roundRect">
            <a:avLst>
              <a:gd fmla="val 0"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Test case 01</a:t>
            </a:r>
            <a:endParaRPr b="0" i="0" sz="1700" u="none" cap="none" strike="noStrike">
              <a:solidFill>
                <a:schemeClr val="dk1"/>
              </a:solidFill>
              <a:latin typeface="Roboto"/>
              <a:ea typeface="Roboto"/>
              <a:cs typeface="Roboto"/>
              <a:sym typeface="Roboto"/>
            </a:endParaRPr>
          </a:p>
        </p:txBody>
      </p:sp>
      <p:pic>
        <p:nvPicPr>
          <p:cNvPr id="1492" name="Google Shape;1492;p22"/>
          <p:cNvPicPr preferRelativeResize="0"/>
          <p:nvPr/>
        </p:nvPicPr>
        <p:blipFill rotWithShape="1">
          <a:blip r:embed="rId3">
            <a:alphaModFix/>
          </a:blip>
          <a:srcRect b="0" l="0" r="0" t="0"/>
          <a:stretch/>
        </p:blipFill>
        <p:spPr>
          <a:xfrm>
            <a:off x="1670625" y="1419300"/>
            <a:ext cx="6092401" cy="3215425"/>
          </a:xfrm>
          <a:prstGeom prst="rect">
            <a:avLst/>
          </a:prstGeom>
          <a:noFill/>
          <a:ln>
            <a:noFill/>
          </a:ln>
        </p:spPr>
      </p:pic>
      <p:sp>
        <p:nvSpPr>
          <p:cNvPr id="1493" name="Google Shape;1493;p22"/>
          <p:cNvSpPr txBox="1"/>
          <p:nvPr>
            <p:ph type="title"/>
          </p:nvPr>
        </p:nvSpPr>
        <p:spPr>
          <a:xfrm>
            <a:off x="284932" y="702000"/>
            <a:ext cx="7725300" cy="646500"/>
          </a:xfrm>
          <a:prstGeom prst="rect">
            <a:avLst/>
          </a:prstGeom>
          <a:noFill/>
          <a:ln>
            <a:noFill/>
          </a:ln>
        </p:spPr>
        <p:txBody>
          <a:bodyPr anchorCtr="0" anchor="b" bIns="91425" lIns="91425" spcFirstLastPara="1" rIns="91425" wrap="square" tIns="91425">
            <a:noAutofit/>
          </a:bodyPr>
          <a:lstStyle/>
          <a:p>
            <a:pPr indent="-330200" lvl="0" marL="457200" rtl="0" algn="l">
              <a:lnSpc>
                <a:spcPct val="100000"/>
              </a:lnSpc>
              <a:spcBef>
                <a:spcPts val="0"/>
              </a:spcBef>
              <a:spcAft>
                <a:spcPts val="0"/>
              </a:spcAft>
              <a:buSzPts val="1600"/>
              <a:buFont typeface="Roboto"/>
              <a:buChar char="-"/>
            </a:pPr>
            <a:r>
              <a:rPr b="0" lang="en" sz="1600">
                <a:solidFill>
                  <a:schemeClr val="dk2"/>
                </a:solidFill>
                <a:latin typeface="Roboto"/>
                <a:ea typeface="Roboto"/>
                <a:cs typeface="Roboto"/>
                <a:sym typeface="Roboto"/>
              </a:rPr>
              <a:t>Mô tả chức năng: </a:t>
            </a:r>
            <a:r>
              <a:rPr b="0" lang="en" sz="1600">
                <a:latin typeface="Roboto"/>
                <a:ea typeface="Roboto"/>
                <a:cs typeface="Roboto"/>
                <a:sym typeface="Roboto"/>
              </a:rPr>
              <a:t>Giao diện của chức năng được thể hiện trong hình dưới </a:t>
            </a:r>
            <a:endParaRPr b="0" sz="16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23"/>
          <p:cNvSpPr txBox="1"/>
          <p:nvPr>
            <p:ph type="title"/>
          </p:nvPr>
        </p:nvSpPr>
        <p:spPr>
          <a:xfrm>
            <a:off x="117900" y="171354"/>
            <a:ext cx="5556900" cy="6465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SzPts val="3000"/>
              <a:buNone/>
            </a:pPr>
            <a:r>
              <a:rPr b="0" lang="en" sz="1900">
                <a:latin typeface="Roboto"/>
                <a:ea typeface="Roboto"/>
                <a:cs typeface="Roboto"/>
                <a:sym typeface="Roboto"/>
              </a:rPr>
              <a:t>Kiểm thử chức năng đăng nhập</a:t>
            </a:r>
            <a:endParaRPr b="0" sz="1900">
              <a:latin typeface="Roboto"/>
              <a:ea typeface="Roboto"/>
              <a:cs typeface="Roboto"/>
              <a:sym typeface="Roboto"/>
            </a:endParaRPr>
          </a:p>
        </p:txBody>
      </p:sp>
      <p:sp>
        <p:nvSpPr>
          <p:cNvPr id="1499" name="Google Shape;1499;p23"/>
          <p:cNvSpPr/>
          <p:nvPr/>
        </p:nvSpPr>
        <p:spPr>
          <a:xfrm>
            <a:off x="314959" y="341700"/>
            <a:ext cx="1693200" cy="448800"/>
          </a:xfrm>
          <a:prstGeom prst="roundRect">
            <a:avLst>
              <a:gd fmla="val 0"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Test case 01</a:t>
            </a:r>
            <a:endParaRPr b="0" i="0" sz="1700" u="none" cap="none" strike="noStrike">
              <a:solidFill>
                <a:schemeClr val="dk1"/>
              </a:solidFill>
              <a:latin typeface="Roboto"/>
              <a:ea typeface="Roboto"/>
              <a:cs typeface="Roboto"/>
              <a:sym typeface="Roboto"/>
            </a:endParaRPr>
          </a:p>
        </p:txBody>
      </p:sp>
      <p:graphicFrame>
        <p:nvGraphicFramePr>
          <p:cNvPr id="1500" name="Google Shape;1500;p23"/>
          <p:cNvGraphicFramePr/>
          <p:nvPr/>
        </p:nvGraphicFramePr>
        <p:xfrm>
          <a:off x="611100" y="1131325"/>
          <a:ext cx="3000000" cy="3000000"/>
        </p:xfrm>
        <a:graphic>
          <a:graphicData uri="http://schemas.openxmlformats.org/drawingml/2006/table">
            <a:tbl>
              <a:tblPr>
                <a:noFill/>
                <a:tableStyleId>{D38D46E8-C3A3-492D-897D-539EE4B740B3}</a:tableStyleId>
              </a:tblPr>
              <a:tblGrid>
                <a:gridCol w="484950"/>
                <a:gridCol w="1096525"/>
                <a:gridCol w="1014100"/>
                <a:gridCol w="1467425"/>
                <a:gridCol w="822750"/>
              </a:tblGrid>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TC</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Tên đăng nhập / Gmail</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Mật khẩu</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Kết quả mong đợi</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Kết quả</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1</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ketoan</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123456789</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Chuyển đến trang làm việc của kế toán</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601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2</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ketoan</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12837493</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Thông báo “</a:t>
                      </a:r>
                      <a:r>
                        <a:rPr lang="en" sz="900" u="none" cap="none" strike="noStrike">
                          <a:solidFill>
                            <a:srgbClr val="721C24"/>
                          </a:solidFill>
                          <a:latin typeface="Roboto"/>
                          <a:ea typeface="Roboto"/>
                          <a:cs typeface="Roboto"/>
                          <a:sym typeface="Roboto"/>
                        </a:rPr>
                        <a:t>Tài khoản hoặc mật khẩu không chính xác”</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3</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cudan1</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123456789</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Chuyển đến trang chủ dành cho cư dân</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601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4</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totruong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123456789</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Chuyển đến trang làm việc của tổ trưởng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pic>
        <p:nvPicPr>
          <p:cNvPr id="1501" name="Google Shape;1501;p23"/>
          <p:cNvPicPr preferRelativeResize="0"/>
          <p:nvPr/>
        </p:nvPicPr>
        <p:blipFill rotWithShape="1">
          <a:blip r:embed="rId3">
            <a:alphaModFix/>
          </a:blip>
          <a:srcRect b="0" l="0" r="0" t="0"/>
          <a:stretch/>
        </p:blipFill>
        <p:spPr>
          <a:xfrm>
            <a:off x="6173050" y="970675"/>
            <a:ext cx="2274400" cy="2971600"/>
          </a:xfrm>
          <a:prstGeom prst="rect">
            <a:avLst/>
          </a:prstGeom>
          <a:noFill/>
          <a:ln>
            <a:noFill/>
          </a:ln>
        </p:spPr>
      </p:pic>
      <p:sp>
        <p:nvSpPr>
          <p:cNvPr id="1502" name="Google Shape;1502;p23"/>
          <p:cNvSpPr txBox="1"/>
          <p:nvPr/>
        </p:nvSpPr>
        <p:spPr>
          <a:xfrm>
            <a:off x="6186352" y="4063225"/>
            <a:ext cx="2036100" cy="338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000"/>
              <a:buFont typeface="Arial"/>
              <a:buNone/>
            </a:pPr>
            <a:r>
              <a:rPr b="0" i="1" lang="en" sz="1000" u="none" cap="none" strike="noStrike">
                <a:solidFill>
                  <a:schemeClr val="dk2"/>
                </a:solidFill>
                <a:latin typeface="Roboto"/>
                <a:ea typeface="Roboto"/>
                <a:cs typeface="Roboto"/>
                <a:sym typeface="Roboto"/>
              </a:rPr>
              <a:t>TC2 cho chức năng đăng nhập</a:t>
            </a:r>
            <a:endParaRPr b="0" i="1" sz="1000" u="none" cap="none" strike="noStrike">
              <a:solidFill>
                <a:schemeClr val="dk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24"/>
          <p:cNvSpPr txBox="1"/>
          <p:nvPr>
            <p:ph type="title"/>
          </p:nvPr>
        </p:nvSpPr>
        <p:spPr>
          <a:xfrm>
            <a:off x="2167225" y="171354"/>
            <a:ext cx="5556900" cy="646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b="0" lang="en" sz="1900">
                <a:latin typeface="Roboto"/>
                <a:ea typeface="Roboto"/>
                <a:cs typeface="Roboto"/>
                <a:sym typeface="Roboto"/>
              </a:rPr>
              <a:t>Kiểm thử chức năng tạo khoản thu</a:t>
            </a:r>
            <a:endParaRPr b="0" sz="1900">
              <a:latin typeface="Roboto"/>
              <a:ea typeface="Roboto"/>
              <a:cs typeface="Roboto"/>
              <a:sym typeface="Roboto"/>
            </a:endParaRPr>
          </a:p>
        </p:txBody>
      </p:sp>
      <p:sp>
        <p:nvSpPr>
          <p:cNvPr id="1508" name="Google Shape;1508;p24"/>
          <p:cNvSpPr/>
          <p:nvPr/>
        </p:nvSpPr>
        <p:spPr>
          <a:xfrm>
            <a:off x="314959" y="341700"/>
            <a:ext cx="1693200" cy="448800"/>
          </a:xfrm>
          <a:prstGeom prst="roundRect">
            <a:avLst>
              <a:gd fmla="val 0"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Test case 02</a:t>
            </a:r>
            <a:endParaRPr b="0" i="0" sz="1700" u="none" cap="none" strike="noStrike">
              <a:solidFill>
                <a:schemeClr val="dk1"/>
              </a:solidFill>
              <a:latin typeface="Roboto"/>
              <a:ea typeface="Roboto"/>
              <a:cs typeface="Roboto"/>
              <a:sym typeface="Roboto"/>
            </a:endParaRPr>
          </a:p>
        </p:txBody>
      </p:sp>
      <p:sp>
        <p:nvSpPr>
          <p:cNvPr id="1509" name="Google Shape;1509;p24"/>
          <p:cNvSpPr txBox="1"/>
          <p:nvPr>
            <p:ph type="title"/>
          </p:nvPr>
        </p:nvSpPr>
        <p:spPr>
          <a:xfrm>
            <a:off x="284932" y="702000"/>
            <a:ext cx="7725300" cy="646500"/>
          </a:xfrm>
          <a:prstGeom prst="rect">
            <a:avLst/>
          </a:prstGeom>
          <a:noFill/>
          <a:ln>
            <a:noFill/>
          </a:ln>
        </p:spPr>
        <p:txBody>
          <a:bodyPr anchorCtr="0" anchor="b" bIns="91425" lIns="91425" spcFirstLastPara="1" rIns="91425" wrap="square" tIns="91425">
            <a:noAutofit/>
          </a:bodyPr>
          <a:lstStyle/>
          <a:p>
            <a:pPr indent="-330200" lvl="0" marL="457200" rtl="0" algn="l">
              <a:lnSpc>
                <a:spcPct val="100000"/>
              </a:lnSpc>
              <a:spcBef>
                <a:spcPts val="0"/>
              </a:spcBef>
              <a:spcAft>
                <a:spcPts val="0"/>
              </a:spcAft>
              <a:buSzPts val="1600"/>
              <a:buFont typeface="Roboto"/>
              <a:buChar char="-"/>
            </a:pPr>
            <a:r>
              <a:rPr b="0" lang="en" sz="1600">
                <a:solidFill>
                  <a:schemeClr val="dk2"/>
                </a:solidFill>
                <a:latin typeface="Roboto"/>
                <a:ea typeface="Roboto"/>
                <a:cs typeface="Roboto"/>
                <a:sym typeface="Roboto"/>
              </a:rPr>
              <a:t>Mô tả chức năng: </a:t>
            </a:r>
            <a:r>
              <a:rPr b="0" lang="en" sz="1600">
                <a:latin typeface="Roboto"/>
                <a:ea typeface="Roboto"/>
                <a:cs typeface="Roboto"/>
                <a:sym typeface="Roboto"/>
              </a:rPr>
              <a:t>Giao diện của chức năng được thể hiện trong hình dưới </a:t>
            </a:r>
            <a:endParaRPr b="0" sz="1600">
              <a:latin typeface="Roboto"/>
              <a:ea typeface="Roboto"/>
              <a:cs typeface="Roboto"/>
              <a:sym typeface="Roboto"/>
            </a:endParaRPr>
          </a:p>
        </p:txBody>
      </p:sp>
      <p:pic>
        <p:nvPicPr>
          <p:cNvPr id="1510" name="Google Shape;1510;p24"/>
          <p:cNvPicPr preferRelativeResize="0"/>
          <p:nvPr/>
        </p:nvPicPr>
        <p:blipFill rotWithShape="1">
          <a:blip r:embed="rId3">
            <a:alphaModFix/>
          </a:blip>
          <a:srcRect b="0" l="0" r="0" t="0"/>
          <a:stretch/>
        </p:blipFill>
        <p:spPr>
          <a:xfrm>
            <a:off x="152400" y="1421100"/>
            <a:ext cx="8839199" cy="267046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25"/>
          <p:cNvSpPr txBox="1"/>
          <p:nvPr>
            <p:ph type="title"/>
          </p:nvPr>
        </p:nvSpPr>
        <p:spPr>
          <a:xfrm>
            <a:off x="490350" y="-57246"/>
            <a:ext cx="5556900" cy="6465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dk1"/>
              </a:buClr>
              <a:buSzPts val="1100"/>
              <a:buFont typeface="Arial"/>
              <a:buNone/>
            </a:pPr>
            <a:r>
              <a:rPr b="0" lang="en" sz="1900">
                <a:latin typeface="Roboto"/>
                <a:ea typeface="Roboto"/>
                <a:cs typeface="Roboto"/>
                <a:sym typeface="Roboto"/>
              </a:rPr>
              <a:t>Kiểm thử chức năng tạo khoản thu</a:t>
            </a:r>
            <a:endParaRPr b="0" sz="1900">
              <a:latin typeface="Roboto"/>
              <a:ea typeface="Roboto"/>
              <a:cs typeface="Roboto"/>
              <a:sym typeface="Roboto"/>
            </a:endParaRPr>
          </a:p>
        </p:txBody>
      </p:sp>
      <p:sp>
        <p:nvSpPr>
          <p:cNvPr id="1516" name="Google Shape;1516;p25"/>
          <p:cNvSpPr/>
          <p:nvPr/>
        </p:nvSpPr>
        <p:spPr>
          <a:xfrm>
            <a:off x="354859" y="113100"/>
            <a:ext cx="1693200" cy="448800"/>
          </a:xfrm>
          <a:prstGeom prst="roundRect">
            <a:avLst>
              <a:gd fmla="val 0"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Test case 02</a:t>
            </a:r>
            <a:endParaRPr b="0" i="0" sz="1700" u="none" cap="none" strike="noStrike">
              <a:solidFill>
                <a:schemeClr val="dk1"/>
              </a:solidFill>
              <a:latin typeface="Roboto"/>
              <a:ea typeface="Roboto"/>
              <a:cs typeface="Roboto"/>
              <a:sym typeface="Roboto"/>
            </a:endParaRPr>
          </a:p>
        </p:txBody>
      </p:sp>
      <p:graphicFrame>
        <p:nvGraphicFramePr>
          <p:cNvPr id="1517" name="Google Shape;1517;p25"/>
          <p:cNvGraphicFramePr/>
          <p:nvPr/>
        </p:nvGraphicFramePr>
        <p:xfrm>
          <a:off x="611100" y="856425"/>
          <a:ext cx="3000000" cy="3000000"/>
        </p:xfrm>
        <a:graphic>
          <a:graphicData uri="http://schemas.openxmlformats.org/drawingml/2006/table">
            <a:tbl>
              <a:tblPr>
                <a:noFill/>
                <a:tableStyleId>{D38D46E8-C3A3-492D-897D-539EE4B740B3}</a:tableStyleId>
              </a:tblPr>
              <a:tblGrid>
                <a:gridCol w="382850"/>
                <a:gridCol w="1014200"/>
                <a:gridCol w="2511050"/>
                <a:gridCol w="3218850"/>
                <a:gridCol w="929125"/>
              </a:tblGrid>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TC</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Mô tả</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Dữ liệu đầu vào</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Kết quả mong đợi</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Kết quả</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1</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tạo khoản thu thành công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maKhoanThu: "KT2023001" (random)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"Phí dịch vụ tháng 5/2023"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soTien: 500000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loaiKhoanThu: 0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ngayTao: "20/05/2023"</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hanThanhToan: "31/05/2023"</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moTa: "Phí dịch vụ hàng tháng"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Khoản thu được tạo thành công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Chuyển hướng đến trang danh sách khoản thu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Hiển thị thông báo thành công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601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2</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khi mã khoản thu đã tồn tại</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maKhoanThu: "KT2023001" (random trùng mã)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"Phí dịch vụ tháng 6/2023"</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soTien: 500000</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loaiKhoanThu: 0</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Hiển thị thông báo lỗi "Mã khoản thu đã tồn tại"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Form giữ nguyên dữ liệu đã nhập</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3</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định dạng ngày tháng hợp lệ</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maKhoanThu: "KT2023002"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"Phí dịch vụ tháng 6/2023"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soTien: 500000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ngayTao: "2023-06-01" (định dạng không chuẩn)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hanThanhToan: "30/06/2023"</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Hệ thống tự động chuyển đổi ngày tháng</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Khoản thu được tạo thành công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failed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601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4</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cách xử lý khi số tiền quá lớn</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maKhoanThu: "KT2023005"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"Phí sửa chữa lớn"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soTien: 1000000000 (1 tỷ đồng)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Khoản thu được tạo thành công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Giá trị tiền được lưu chính xác</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1" name="Shape 1521"/>
        <p:cNvGrpSpPr/>
        <p:nvPr/>
      </p:nvGrpSpPr>
      <p:grpSpPr>
        <a:xfrm>
          <a:off x="0" y="0"/>
          <a:ext cx="0" cy="0"/>
          <a:chOff x="0" y="0"/>
          <a:chExt cx="0" cy="0"/>
        </a:xfrm>
      </p:grpSpPr>
      <p:sp>
        <p:nvSpPr>
          <p:cNvPr id="1522" name="Google Shape;1522;p26"/>
          <p:cNvSpPr txBox="1"/>
          <p:nvPr>
            <p:ph type="title"/>
          </p:nvPr>
        </p:nvSpPr>
        <p:spPr>
          <a:xfrm>
            <a:off x="2167225" y="171354"/>
            <a:ext cx="5556900" cy="646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b="0" lang="en" sz="1900">
                <a:latin typeface="Roboto"/>
                <a:ea typeface="Roboto"/>
                <a:cs typeface="Roboto"/>
                <a:sym typeface="Roboto"/>
              </a:rPr>
              <a:t>Kiểm thử chức năng nộp phí</a:t>
            </a:r>
            <a:endParaRPr b="0" sz="1900">
              <a:latin typeface="Roboto"/>
              <a:ea typeface="Roboto"/>
              <a:cs typeface="Roboto"/>
              <a:sym typeface="Roboto"/>
            </a:endParaRPr>
          </a:p>
        </p:txBody>
      </p:sp>
      <p:sp>
        <p:nvSpPr>
          <p:cNvPr id="1523" name="Google Shape;1523;p26"/>
          <p:cNvSpPr/>
          <p:nvPr/>
        </p:nvSpPr>
        <p:spPr>
          <a:xfrm>
            <a:off x="314959" y="341700"/>
            <a:ext cx="1693200" cy="448800"/>
          </a:xfrm>
          <a:prstGeom prst="roundRect">
            <a:avLst>
              <a:gd fmla="val 0"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Test case 03</a:t>
            </a:r>
            <a:endParaRPr b="0" i="0" sz="1700" u="none" cap="none" strike="noStrike">
              <a:solidFill>
                <a:schemeClr val="dk1"/>
              </a:solidFill>
              <a:latin typeface="Roboto"/>
              <a:ea typeface="Roboto"/>
              <a:cs typeface="Roboto"/>
              <a:sym typeface="Roboto"/>
            </a:endParaRPr>
          </a:p>
        </p:txBody>
      </p:sp>
      <p:sp>
        <p:nvSpPr>
          <p:cNvPr id="1524" name="Google Shape;1524;p26"/>
          <p:cNvSpPr txBox="1"/>
          <p:nvPr>
            <p:ph type="title"/>
          </p:nvPr>
        </p:nvSpPr>
        <p:spPr>
          <a:xfrm>
            <a:off x="284932" y="702000"/>
            <a:ext cx="7725300" cy="646500"/>
          </a:xfrm>
          <a:prstGeom prst="rect">
            <a:avLst/>
          </a:prstGeom>
          <a:noFill/>
          <a:ln>
            <a:noFill/>
          </a:ln>
        </p:spPr>
        <p:txBody>
          <a:bodyPr anchorCtr="0" anchor="b" bIns="91425" lIns="91425" spcFirstLastPara="1" rIns="91425" wrap="square" tIns="91425">
            <a:noAutofit/>
          </a:bodyPr>
          <a:lstStyle/>
          <a:p>
            <a:pPr indent="-330200" lvl="0" marL="457200" rtl="0" algn="l">
              <a:lnSpc>
                <a:spcPct val="100000"/>
              </a:lnSpc>
              <a:spcBef>
                <a:spcPts val="0"/>
              </a:spcBef>
              <a:spcAft>
                <a:spcPts val="0"/>
              </a:spcAft>
              <a:buSzPts val="1600"/>
              <a:buFont typeface="Roboto"/>
              <a:buChar char="-"/>
            </a:pPr>
            <a:r>
              <a:rPr b="0" lang="en" sz="1600">
                <a:solidFill>
                  <a:schemeClr val="dk2"/>
                </a:solidFill>
                <a:latin typeface="Roboto"/>
                <a:ea typeface="Roboto"/>
                <a:cs typeface="Roboto"/>
                <a:sym typeface="Roboto"/>
              </a:rPr>
              <a:t>Mô tả chức năng: </a:t>
            </a:r>
            <a:r>
              <a:rPr b="0" lang="en" sz="1600">
                <a:latin typeface="Roboto"/>
                <a:ea typeface="Roboto"/>
                <a:cs typeface="Roboto"/>
                <a:sym typeface="Roboto"/>
              </a:rPr>
              <a:t>Giao diện của chức năng được thể hiện trong hình dưới </a:t>
            </a:r>
            <a:endParaRPr b="0" sz="1600">
              <a:latin typeface="Roboto"/>
              <a:ea typeface="Roboto"/>
              <a:cs typeface="Roboto"/>
              <a:sym typeface="Roboto"/>
            </a:endParaRPr>
          </a:p>
        </p:txBody>
      </p:sp>
      <p:pic>
        <p:nvPicPr>
          <p:cNvPr id="1525" name="Google Shape;1525;p26"/>
          <p:cNvPicPr preferRelativeResize="0"/>
          <p:nvPr/>
        </p:nvPicPr>
        <p:blipFill rotWithShape="1">
          <a:blip r:embed="rId3">
            <a:alphaModFix/>
          </a:blip>
          <a:srcRect b="0" l="0" r="0" t="0"/>
          <a:stretch/>
        </p:blipFill>
        <p:spPr>
          <a:xfrm>
            <a:off x="152400" y="1500900"/>
            <a:ext cx="8839201" cy="290270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27"/>
          <p:cNvSpPr txBox="1"/>
          <p:nvPr>
            <p:ph type="title"/>
          </p:nvPr>
        </p:nvSpPr>
        <p:spPr>
          <a:xfrm>
            <a:off x="2245575" y="182204"/>
            <a:ext cx="5556900" cy="646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0" lang="en" sz="1900">
                <a:latin typeface="Roboto"/>
                <a:ea typeface="Roboto"/>
                <a:cs typeface="Roboto"/>
                <a:sym typeface="Roboto"/>
              </a:rPr>
              <a:t>Kiểm thử chức năng nộp phí</a:t>
            </a:r>
            <a:endParaRPr b="0" sz="1900">
              <a:latin typeface="Roboto"/>
              <a:ea typeface="Roboto"/>
              <a:cs typeface="Roboto"/>
              <a:sym typeface="Roboto"/>
            </a:endParaRPr>
          </a:p>
          <a:p>
            <a:pPr indent="0" lvl="0" marL="0" rtl="0" algn="r">
              <a:lnSpc>
                <a:spcPct val="100000"/>
              </a:lnSpc>
              <a:spcBef>
                <a:spcPts val="0"/>
              </a:spcBef>
              <a:spcAft>
                <a:spcPts val="0"/>
              </a:spcAft>
              <a:buSzPts val="3000"/>
              <a:buNone/>
            </a:pPr>
            <a:r>
              <a:t/>
            </a:r>
            <a:endParaRPr b="0" sz="1900">
              <a:latin typeface="Roboto"/>
              <a:ea typeface="Roboto"/>
              <a:cs typeface="Roboto"/>
              <a:sym typeface="Roboto"/>
            </a:endParaRPr>
          </a:p>
        </p:txBody>
      </p:sp>
      <p:sp>
        <p:nvSpPr>
          <p:cNvPr id="1531" name="Google Shape;1531;p27"/>
          <p:cNvSpPr/>
          <p:nvPr/>
        </p:nvSpPr>
        <p:spPr>
          <a:xfrm>
            <a:off x="354859" y="113100"/>
            <a:ext cx="1693200" cy="448800"/>
          </a:xfrm>
          <a:prstGeom prst="roundRect">
            <a:avLst>
              <a:gd fmla="val 0"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Test case 03</a:t>
            </a:r>
            <a:endParaRPr b="0" i="0" sz="1700" u="none" cap="none" strike="noStrike">
              <a:solidFill>
                <a:schemeClr val="dk1"/>
              </a:solidFill>
              <a:latin typeface="Roboto"/>
              <a:ea typeface="Roboto"/>
              <a:cs typeface="Roboto"/>
              <a:sym typeface="Roboto"/>
            </a:endParaRPr>
          </a:p>
        </p:txBody>
      </p:sp>
      <p:graphicFrame>
        <p:nvGraphicFramePr>
          <p:cNvPr id="1532" name="Google Shape;1532;p27"/>
          <p:cNvGraphicFramePr/>
          <p:nvPr/>
        </p:nvGraphicFramePr>
        <p:xfrm>
          <a:off x="611100" y="856425"/>
          <a:ext cx="3000000" cy="3000000"/>
        </p:xfrm>
        <a:graphic>
          <a:graphicData uri="http://schemas.openxmlformats.org/drawingml/2006/table">
            <a:tbl>
              <a:tblPr>
                <a:noFill/>
                <a:tableStyleId>{D38D46E8-C3A3-492D-897D-539EE4B740B3}</a:tableStyleId>
              </a:tblPr>
              <a:tblGrid>
                <a:gridCol w="382850"/>
                <a:gridCol w="1014200"/>
                <a:gridCol w="2701700"/>
                <a:gridCol w="3028200"/>
                <a:gridCol w="929125"/>
              </a:tblGrid>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TC</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Mô tả</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Dữ liệu đầu vào</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Kết quả mong đợi</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Kết quả</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3475">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1</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thanh toán thành công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"KT2023001"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ngayNop: "23/05/2023"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paymentMethod: "cash"</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Bản ghi thanh toán được tạo thành công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Hiển thị thông báo "Thanh toán khoản phí Phí dịch vụ tháng 5/2023 thành công!"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Chuyển hướng đến trang thông tin cá nhân</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601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2</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khi không chọn khoản thu</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maKhoanThu: "KT2023001" (random trùng mã)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"Phí dịch vụ tháng 6/2023"</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soTien: 500000</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loaiKhoanThu: 0</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Hiển thị thông báo lỗi "Mã khoản thu đã tồn tại"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Form giữ nguyên dữ liệu đã nhập</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67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3</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khi không chọn ngày nộp</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"KT2023001"</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ngayNop: ""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paymentMethod: "cash"</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Hiển thị thông báo lỗi "Vui lòng điền đầy đủ thông tin bắt buộc"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Form giữ nguyên dữ liệu đã nhập</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601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4</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khoản thu đã thanh toán sẽ không hiện nữa</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Khoản thu sẽ không hiện tại mục “Chọn khoản thu”</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601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5</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Kiểm tra phương thức thanh toán QR</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tenKhoanThu: "KT2023004" </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ngayNop: "23/05/2023"</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paymentMethod: "qr"</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Bản ghi thanh toán được tạo với phuongThucThanhToan: "qr"</a:t>
                      </a:r>
                      <a:endParaRPr sz="9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 Hiển thị thông báo thành công</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latin typeface="Roboto"/>
                          <a:ea typeface="Roboto"/>
                          <a:cs typeface="Roboto"/>
                          <a:sym typeface="Roboto"/>
                        </a:rPr>
                        <a:t>passed</a:t>
                      </a:r>
                      <a:endParaRPr sz="900" u="none" cap="none" strike="noStrike">
                        <a:latin typeface="Roboto"/>
                        <a:ea typeface="Roboto"/>
                        <a:cs typeface="Roboto"/>
                        <a:sym typeface="Roboto"/>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28"/>
          <p:cNvSpPr txBox="1"/>
          <p:nvPr>
            <p:ph type="title"/>
          </p:nvPr>
        </p:nvSpPr>
        <p:spPr>
          <a:xfrm>
            <a:off x="396900" y="1040400"/>
            <a:ext cx="5394000" cy="14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b="0" lang="en" sz="4000">
                <a:latin typeface="Roboto"/>
                <a:ea typeface="Roboto"/>
                <a:cs typeface="Roboto"/>
                <a:sym typeface="Roboto"/>
              </a:rPr>
              <a:t>Demo</a:t>
            </a:r>
            <a:endParaRPr b="0" sz="4000">
              <a:latin typeface="Roboto"/>
              <a:ea typeface="Roboto"/>
              <a:cs typeface="Roboto"/>
              <a:sym typeface="Roboto"/>
            </a:endParaRPr>
          </a:p>
          <a:p>
            <a:pPr indent="0" lvl="0" marL="0" rtl="0" algn="l">
              <a:lnSpc>
                <a:spcPct val="100000"/>
              </a:lnSpc>
              <a:spcBef>
                <a:spcPts val="0"/>
              </a:spcBef>
              <a:spcAft>
                <a:spcPts val="0"/>
              </a:spcAft>
              <a:buSzPts val="3000"/>
              <a:buNone/>
            </a:pPr>
            <a:r>
              <a:t/>
            </a:r>
            <a:endParaRPr b="0" sz="4000">
              <a:latin typeface="Roboto"/>
              <a:ea typeface="Roboto"/>
              <a:cs typeface="Roboto"/>
              <a:sym typeface="Roboto"/>
            </a:endParaRPr>
          </a:p>
        </p:txBody>
      </p:sp>
      <p:sp>
        <p:nvSpPr>
          <p:cNvPr id="1538" name="Google Shape;1538;p28"/>
          <p:cNvSpPr txBox="1"/>
          <p:nvPr>
            <p:ph idx="4294967295" type="title"/>
          </p:nvPr>
        </p:nvSpPr>
        <p:spPr>
          <a:xfrm>
            <a:off x="374725" y="124500"/>
            <a:ext cx="1652100" cy="91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6000">
                <a:solidFill>
                  <a:schemeClr val="dk2"/>
                </a:solidFill>
              </a:rPr>
              <a:t>06</a:t>
            </a:r>
            <a:endParaRPr sz="60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id="1543" name="Google Shape;1543;p29"/>
          <p:cNvSpPr txBox="1"/>
          <p:nvPr>
            <p:ph type="title"/>
          </p:nvPr>
        </p:nvSpPr>
        <p:spPr>
          <a:xfrm>
            <a:off x="396900" y="1040400"/>
            <a:ext cx="7926000" cy="14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b="0" lang="en" sz="4000">
                <a:latin typeface="Roboto"/>
                <a:ea typeface="Roboto"/>
                <a:cs typeface="Roboto"/>
                <a:sym typeface="Roboto"/>
              </a:rPr>
              <a:t>Cảm ơn thầy và các bạn đã chú ý lắng nghe!</a:t>
            </a:r>
            <a:endParaRPr b="0" sz="4000">
              <a:latin typeface="Roboto"/>
              <a:ea typeface="Roboto"/>
              <a:cs typeface="Roboto"/>
              <a:sym typeface="Roboto"/>
            </a:endParaRPr>
          </a:p>
          <a:p>
            <a:pPr indent="0" lvl="0" marL="0" rtl="0" algn="l">
              <a:lnSpc>
                <a:spcPct val="100000"/>
              </a:lnSpc>
              <a:spcBef>
                <a:spcPts val="0"/>
              </a:spcBef>
              <a:spcAft>
                <a:spcPts val="0"/>
              </a:spcAft>
              <a:buSzPts val="3000"/>
              <a:buNone/>
            </a:pPr>
            <a:r>
              <a:t/>
            </a:r>
            <a:endParaRPr b="0" sz="40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Digital Notebook for High School Students by Slidesgo">
  <a:themeElements>
    <a:clrScheme name="Simple Light">
      <a:dk1>
        <a:srgbClr val="000000"/>
      </a:dk1>
      <a:lt1>
        <a:srgbClr val="FFF9F9"/>
      </a:lt1>
      <a:dk2>
        <a:srgbClr val="1B4587"/>
      </a:dk2>
      <a:lt2>
        <a:srgbClr val="B1D5F6"/>
      </a:lt2>
      <a:accent1>
        <a:srgbClr val="FFE59A"/>
      </a:accent1>
      <a:accent2>
        <a:srgbClr val="ADF0AC"/>
      </a:accent2>
      <a:accent3>
        <a:srgbClr val="FEBAAB"/>
      </a:accent3>
      <a:accent4>
        <a:srgbClr val="EBEBEB"/>
      </a:accent4>
      <a:accent5>
        <a:srgbClr val="DEEEFC"/>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